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2" r:id="rId23"/>
    <p:sldId id="291" r:id="rId24"/>
    <p:sldId id="283" r:id="rId25"/>
    <p:sldId id="284" r:id="rId26"/>
    <p:sldId id="285" r:id="rId27"/>
    <p:sldId id="292" r:id="rId28"/>
    <p:sldId id="286" r:id="rId29"/>
    <p:sldId id="287" r:id="rId30"/>
    <p:sldId id="289" r:id="rId31"/>
    <p:sldId id="290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528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30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4" Type="http://schemas.openxmlformats.org/officeDocument/2006/relationships/image" Target="../media/image40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4" Type="http://schemas.openxmlformats.org/officeDocument/2006/relationships/image" Target="../media/image44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4" Type="http://schemas.openxmlformats.org/officeDocument/2006/relationships/image" Target="../media/image48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4" Type="http://schemas.openxmlformats.org/officeDocument/2006/relationships/image" Target="../media/image52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svg"/><Relationship Id="rId1" Type="http://schemas.openxmlformats.org/officeDocument/2006/relationships/image" Target="../media/image53.png"/><Relationship Id="rId4" Type="http://schemas.openxmlformats.org/officeDocument/2006/relationships/image" Target="../media/image56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60.sv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Relationship Id="rId4" Type="http://schemas.openxmlformats.org/officeDocument/2006/relationships/image" Target="../media/image66.sv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30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4" Type="http://schemas.openxmlformats.org/officeDocument/2006/relationships/image" Target="../media/image40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4" Type="http://schemas.openxmlformats.org/officeDocument/2006/relationships/image" Target="../media/image44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4" Type="http://schemas.openxmlformats.org/officeDocument/2006/relationships/image" Target="../media/image48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4" Type="http://schemas.openxmlformats.org/officeDocument/2006/relationships/image" Target="../media/image52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svg"/><Relationship Id="rId1" Type="http://schemas.openxmlformats.org/officeDocument/2006/relationships/image" Target="../media/image53.png"/><Relationship Id="rId4" Type="http://schemas.openxmlformats.org/officeDocument/2006/relationships/image" Target="../media/image56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60.sv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Relationship Id="rId4" Type="http://schemas.openxmlformats.org/officeDocument/2006/relationships/image" Target="../media/image66.sv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F9297F-9EA0-4EB5-B14F-5EAB885FCA1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49D72A8-83A8-4354-A56C-CDFFCD293623}">
      <dgm:prSet/>
      <dgm:spPr/>
      <dgm:t>
        <a:bodyPr/>
        <a:lstStyle/>
        <a:p>
          <a:r>
            <a:rPr lang="en-US"/>
            <a:t>• Managed NoSQL (key‑value + document)</a:t>
          </a:r>
        </a:p>
      </dgm:t>
    </dgm:pt>
    <dgm:pt modelId="{56F24A76-5454-456A-AC40-86EF38B7A70E}" type="parTrans" cxnId="{4679B373-24DA-42B3-AD57-AAC86B850C73}">
      <dgm:prSet/>
      <dgm:spPr/>
      <dgm:t>
        <a:bodyPr/>
        <a:lstStyle/>
        <a:p>
          <a:endParaRPr lang="en-US"/>
        </a:p>
      </dgm:t>
    </dgm:pt>
    <dgm:pt modelId="{0E17983C-4692-4257-996E-AA4F95F5D25C}" type="sibTrans" cxnId="{4679B373-24DA-42B3-AD57-AAC86B850C73}">
      <dgm:prSet/>
      <dgm:spPr/>
      <dgm:t>
        <a:bodyPr/>
        <a:lstStyle/>
        <a:p>
          <a:endParaRPr lang="en-US"/>
        </a:p>
      </dgm:t>
    </dgm:pt>
    <dgm:pt modelId="{B65830D7-DA0A-4BB4-9CBF-FA866A8D7CE8}">
      <dgm:prSet/>
      <dgm:spPr/>
      <dgm:t>
        <a:bodyPr/>
        <a:lstStyle/>
        <a:p>
          <a:r>
            <a:rPr lang="en-US"/>
            <a:t>• No servers, no maintenance windows or upgrades</a:t>
          </a:r>
        </a:p>
      </dgm:t>
    </dgm:pt>
    <dgm:pt modelId="{95B23DF9-7CD4-46C8-9FBA-E9FA0A98441F}" type="parTrans" cxnId="{86469523-315B-439E-AC22-DB23136E8A65}">
      <dgm:prSet/>
      <dgm:spPr/>
      <dgm:t>
        <a:bodyPr/>
        <a:lstStyle/>
        <a:p>
          <a:endParaRPr lang="en-US"/>
        </a:p>
      </dgm:t>
    </dgm:pt>
    <dgm:pt modelId="{060D04BA-DEDC-41FD-AFC0-72CD25EC7F21}" type="sibTrans" cxnId="{86469523-315B-439E-AC22-DB23136E8A65}">
      <dgm:prSet/>
      <dgm:spPr/>
      <dgm:t>
        <a:bodyPr/>
        <a:lstStyle/>
        <a:p>
          <a:endParaRPr lang="en-US"/>
        </a:p>
      </dgm:t>
    </dgm:pt>
    <dgm:pt modelId="{5BA8E036-C4F5-4ED1-9ABC-1E31F1825AAA}">
      <dgm:prSet/>
      <dgm:spPr/>
      <dgm:t>
        <a:bodyPr/>
        <a:lstStyle/>
        <a:p>
          <a:r>
            <a:rPr lang="en-US"/>
            <a:t>• Pay‑per‑request with instant scale</a:t>
          </a:r>
        </a:p>
      </dgm:t>
    </dgm:pt>
    <dgm:pt modelId="{29B07962-BE68-4DB5-A922-834ABED155D6}" type="parTrans" cxnId="{00DC6C7E-0AFD-43C8-A833-C721EB5F6157}">
      <dgm:prSet/>
      <dgm:spPr/>
      <dgm:t>
        <a:bodyPr/>
        <a:lstStyle/>
        <a:p>
          <a:endParaRPr lang="en-US"/>
        </a:p>
      </dgm:t>
    </dgm:pt>
    <dgm:pt modelId="{D453814E-D2EE-4BD4-9237-08AB58ADDA6A}" type="sibTrans" cxnId="{00DC6C7E-0AFD-43C8-A833-C721EB5F6157}">
      <dgm:prSet/>
      <dgm:spPr/>
      <dgm:t>
        <a:bodyPr/>
        <a:lstStyle/>
        <a:p>
          <a:endParaRPr lang="en-US"/>
        </a:p>
      </dgm:t>
    </dgm:pt>
    <dgm:pt modelId="{2B53E82B-6094-4E95-B472-0C0CAD6FB834}" type="pres">
      <dgm:prSet presAssocID="{4FF9297F-9EA0-4EB5-B14F-5EAB885FCA12}" presName="root" presStyleCnt="0">
        <dgm:presLayoutVars>
          <dgm:dir/>
          <dgm:resizeHandles val="exact"/>
        </dgm:presLayoutVars>
      </dgm:prSet>
      <dgm:spPr/>
    </dgm:pt>
    <dgm:pt modelId="{B8E4C9A3-D7E1-47B8-8445-59E96A1FD21A}" type="pres">
      <dgm:prSet presAssocID="{A49D72A8-83A8-4354-A56C-CDFFCD293623}" presName="compNode" presStyleCnt="0"/>
      <dgm:spPr/>
    </dgm:pt>
    <dgm:pt modelId="{113D2A77-AAC0-42DE-BB32-E323CE357F82}" type="pres">
      <dgm:prSet presAssocID="{A49D72A8-83A8-4354-A56C-CDFFCD293623}" presName="bgRect" presStyleLbl="bgShp" presStyleIdx="0" presStyleCnt="3"/>
      <dgm:spPr/>
    </dgm:pt>
    <dgm:pt modelId="{C5D2C7C6-7A6F-442F-A4FF-5A5ABC40163A}" type="pres">
      <dgm:prSet presAssocID="{A49D72A8-83A8-4354-A56C-CDFFCD29362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597A29D1-CB1D-42D3-81FE-C63402C37873}" type="pres">
      <dgm:prSet presAssocID="{A49D72A8-83A8-4354-A56C-CDFFCD293623}" presName="spaceRect" presStyleCnt="0"/>
      <dgm:spPr/>
    </dgm:pt>
    <dgm:pt modelId="{3BFE56D7-A727-414F-9958-CD21475FA957}" type="pres">
      <dgm:prSet presAssocID="{A49D72A8-83A8-4354-A56C-CDFFCD293623}" presName="parTx" presStyleLbl="revTx" presStyleIdx="0" presStyleCnt="3">
        <dgm:presLayoutVars>
          <dgm:chMax val="0"/>
          <dgm:chPref val="0"/>
        </dgm:presLayoutVars>
      </dgm:prSet>
      <dgm:spPr/>
    </dgm:pt>
    <dgm:pt modelId="{1B37DCA6-6B17-4BEA-B276-A99D8BB24FF1}" type="pres">
      <dgm:prSet presAssocID="{0E17983C-4692-4257-996E-AA4F95F5D25C}" presName="sibTrans" presStyleCnt="0"/>
      <dgm:spPr/>
    </dgm:pt>
    <dgm:pt modelId="{825A3477-886E-4E68-BC28-4F2AE7981D35}" type="pres">
      <dgm:prSet presAssocID="{B65830D7-DA0A-4BB4-9CBF-FA866A8D7CE8}" presName="compNode" presStyleCnt="0"/>
      <dgm:spPr/>
    </dgm:pt>
    <dgm:pt modelId="{8C3E5FE0-7507-4DD8-9BFC-7E92B5AE3B20}" type="pres">
      <dgm:prSet presAssocID="{B65830D7-DA0A-4BB4-9CBF-FA866A8D7CE8}" presName="bgRect" presStyleLbl="bgShp" presStyleIdx="1" presStyleCnt="3"/>
      <dgm:spPr/>
    </dgm:pt>
    <dgm:pt modelId="{97FE32EA-7C84-4134-A4BC-C27D84926F42}" type="pres">
      <dgm:prSet presAssocID="{B65830D7-DA0A-4BB4-9CBF-FA866A8D7CE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F7F5D95-2EE6-42D1-B638-DB7AA25F31AA}" type="pres">
      <dgm:prSet presAssocID="{B65830D7-DA0A-4BB4-9CBF-FA866A8D7CE8}" presName="spaceRect" presStyleCnt="0"/>
      <dgm:spPr/>
    </dgm:pt>
    <dgm:pt modelId="{ED7C24FF-9838-4A3E-AC60-FEB80EA37977}" type="pres">
      <dgm:prSet presAssocID="{B65830D7-DA0A-4BB4-9CBF-FA866A8D7CE8}" presName="parTx" presStyleLbl="revTx" presStyleIdx="1" presStyleCnt="3">
        <dgm:presLayoutVars>
          <dgm:chMax val="0"/>
          <dgm:chPref val="0"/>
        </dgm:presLayoutVars>
      </dgm:prSet>
      <dgm:spPr/>
    </dgm:pt>
    <dgm:pt modelId="{1B924B0C-2C83-4F0B-AED3-B6D34AF43638}" type="pres">
      <dgm:prSet presAssocID="{060D04BA-DEDC-41FD-AFC0-72CD25EC7F21}" presName="sibTrans" presStyleCnt="0"/>
      <dgm:spPr/>
    </dgm:pt>
    <dgm:pt modelId="{C9E5A719-CAF0-43EF-81A1-C10C3EC1ECED}" type="pres">
      <dgm:prSet presAssocID="{5BA8E036-C4F5-4ED1-9ABC-1E31F1825AAA}" presName="compNode" presStyleCnt="0"/>
      <dgm:spPr/>
    </dgm:pt>
    <dgm:pt modelId="{9AF324E4-A1D7-4A6E-A94F-C2968A797A51}" type="pres">
      <dgm:prSet presAssocID="{5BA8E036-C4F5-4ED1-9ABC-1E31F1825AAA}" presName="bgRect" presStyleLbl="bgShp" presStyleIdx="2" presStyleCnt="3"/>
      <dgm:spPr/>
    </dgm:pt>
    <dgm:pt modelId="{5F856367-6A03-4251-A73D-B70360C3E958}" type="pres">
      <dgm:prSet presAssocID="{5BA8E036-C4F5-4ED1-9ABC-1E31F1825AA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B65EC9EB-9B68-4D81-9615-B8A0213DFB01}" type="pres">
      <dgm:prSet presAssocID="{5BA8E036-C4F5-4ED1-9ABC-1E31F1825AAA}" presName="spaceRect" presStyleCnt="0"/>
      <dgm:spPr/>
    </dgm:pt>
    <dgm:pt modelId="{E71D0FDF-6A56-4258-8F29-43166DF0D5D7}" type="pres">
      <dgm:prSet presAssocID="{5BA8E036-C4F5-4ED1-9ABC-1E31F1825AA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6F95100-83AB-4E11-BDB0-BB5B27BFA695}" type="presOf" srcId="{4FF9297F-9EA0-4EB5-B14F-5EAB885FCA12}" destId="{2B53E82B-6094-4E95-B472-0C0CAD6FB834}" srcOrd="0" destOrd="0" presId="urn:microsoft.com/office/officeart/2018/2/layout/IconVerticalSolidList"/>
    <dgm:cxn modelId="{D5F96010-AC4E-4A73-B43A-B0E1DD1AEC3E}" type="presOf" srcId="{A49D72A8-83A8-4354-A56C-CDFFCD293623}" destId="{3BFE56D7-A727-414F-9958-CD21475FA957}" srcOrd="0" destOrd="0" presId="urn:microsoft.com/office/officeart/2018/2/layout/IconVerticalSolidList"/>
    <dgm:cxn modelId="{86469523-315B-439E-AC22-DB23136E8A65}" srcId="{4FF9297F-9EA0-4EB5-B14F-5EAB885FCA12}" destId="{B65830D7-DA0A-4BB4-9CBF-FA866A8D7CE8}" srcOrd="1" destOrd="0" parTransId="{95B23DF9-7CD4-46C8-9FBA-E9FA0A98441F}" sibTransId="{060D04BA-DEDC-41FD-AFC0-72CD25EC7F21}"/>
    <dgm:cxn modelId="{085FD64C-F542-4829-A530-7B3CA55BB51B}" type="presOf" srcId="{B65830D7-DA0A-4BB4-9CBF-FA866A8D7CE8}" destId="{ED7C24FF-9838-4A3E-AC60-FEB80EA37977}" srcOrd="0" destOrd="0" presId="urn:microsoft.com/office/officeart/2018/2/layout/IconVerticalSolidList"/>
    <dgm:cxn modelId="{4679B373-24DA-42B3-AD57-AAC86B850C73}" srcId="{4FF9297F-9EA0-4EB5-B14F-5EAB885FCA12}" destId="{A49D72A8-83A8-4354-A56C-CDFFCD293623}" srcOrd="0" destOrd="0" parTransId="{56F24A76-5454-456A-AC40-86EF38B7A70E}" sibTransId="{0E17983C-4692-4257-996E-AA4F95F5D25C}"/>
    <dgm:cxn modelId="{00DC6C7E-0AFD-43C8-A833-C721EB5F6157}" srcId="{4FF9297F-9EA0-4EB5-B14F-5EAB885FCA12}" destId="{5BA8E036-C4F5-4ED1-9ABC-1E31F1825AAA}" srcOrd="2" destOrd="0" parTransId="{29B07962-BE68-4DB5-A922-834ABED155D6}" sibTransId="{D453814E-D2EE-4BD4-9237-08AB58ADDA6A}"/>
    <dgm:cxn modelId="{1CAC81AC-690D-4E47-8D97-35E68482235C}" type="presOf" srcId="{5BA8E036-C4F5-4ED1-9ABC-1E31F1825AAA}" destId="{E71D0FDF-6A56-4258-8F29-43166DF0D5D7}" srcOrd="0" destOrd="0" presId="urn:microsoft.com/office/officeart/2018/2/layout/IconVerticalSolidList"/>
    <dgm:cxn modelId="{5EE43940-0393-4EB7-9336-F98009FF69A0}" type="presParOf" srcId="{2B53E82B-6094-4E95-B472-0C0CAD6FB834}" destId="{B8E4C9A3-D7E1-47B8-8445-59E96A1FD21A}" srcOrd="0" destOrd="0" presId="urn:microsoft.com/office/officeart/2018/2/layout/IconVerticalSolidList"/>
    <dgm:cxn modelId="{C2FDA315-FD43-4E27-A5FF-B8BCB031E2AC}" type="presParOf" srcId="{B8E4C9A3-D7E1-47B8-8445-59E96A1FD21A}" destId="{113D2A77-AAC0-42DE-BB32-E323CE357F82}" srcOrd="0" destOrd="0" presId="urn:microsoft.com/office/officeart/2018/2/layout/IconVerticalSolidList"/>
    <dgm:cxn modelId="{6C544A90-9752-419B-BA05-7818B67E3BB3}" type="presParOf" srcId="{B8E4C9A3-D7E1-47B8-8445-59E96A1FD21A}" destId="{C5D2C7C6-7A6F-442F-A4FF-5A5ABC40163A}" srcOrd="1" destOrd="0" presId="urn:microsoft.com/office/officeart/2018/2/layout/IconVerticalSolidList"/>
    <dgm:cxn modelId="{0FD2A966-FE49-4941-BFAF-5416200D0372}" type="presParOf" srcId="{B8E4C9A3-D7E1-47B8-8445-59E96A1FD21A}" destId="{597A29D1-CB1D-42D3-81FE-C63402C37873}" srcOrd="2" destOrd="0" presId="urn:microsoft.com/office/officeart/2018/2/layout/IconVerticalSolidList"/>
    <dgm:cxn modelId="{767592B4-0096-433B-ADEB-DBA5082729E3}" type="presParOf" srcId="{B8E4C9A3-D7E1-47B8-8445-59E96A1FD21A}" destId="{3BFE56D7-A727-414F-9958-CD21475FA957}" srcOrd="3" destOrd="0" presId="urn:microsoft.com/office/officeart/2018/2/layout/IconVerticalSolidList"/>
    <dgm:cxn modelId="{EFB6AD77-46AB-43FC-A640-8CAF5B21D81C}" type="presParOf" srcId="{2B53E82B-6094-4E95-B472-0C0CAD6FB834}" destId="{1B37DCA6-6B17-4BEA-B276-A99D8BB24FF1}" srcOrd="1" destOrd="0" presId="urn:microsoft.com/office/officeart/2018/2/layout/IconVerticalSolidList"/>
    <dgm:cxn modelId="{B748C268-7620-41FA-B4A4-E945D0E87C1A}" type="presParOf" srcId="{2B53E82B-6094-4E95-B472-0C0CAD6FB834}" destId="{825A3477-886E-4E68-BC28-4F2AE7981D35}" srcOrd="2" destOrd="0" presId="urn:microsoft.com/office/officeart/2018/2/layout/IconVerticalSolidList"/>
    <dgm:cxn modelId="{D565A451-BFFF-4C64-A3B1-9FE1B38B9166}" type="presParOf" srcId="{825A3477-886E-4E68-BC28-4F2AE7981D35}" destId="{8C3E5FE0-7507-4DD8-9BFC-7E92B5AE3B20}" srcOrd="0" destOrd="0" presId="urn:microsoft.com/office/officeart/2018/2/layout/IconVerticalSolidList"/>
    <dgm:cxn modelId="{F2D5E1F8-9A0B-44CE-BFED-222CFD4B9744}" type="presParOf" srcId="{825A3477-886E-4E68-BC28-4F2AE7981D35}" destId="{97FE32EA-7C84-4134-A4BC-C27D84926F42}" srcOrd="1" destOrd="0" presId="urn:microsoft.com/office/officeart/2018/2/layout/IconVerticalSolidList"/>
    <dgm:cxn modelId="{1B95DFFD-E478-4D5B-A84B-7DA0B37EDECB}" type="presParOf" srcId="{825A3477-886E-4E68-BC28-4F2AE7981D35}" destId="{3F7F5D95-2EE6-42D1-B638-DB7AA25F31AA}" srcOrd="2" destOrd="0" presId="urn:microsoft.com/office/officeart/2018/2/layout/IconVerticalSolidList"/>
    <dgm:cxn modelId="{18CD9AD1-FDE2-42B8-B19D-19F4EC180480}" type="presParOf" srcId="{825A3477-886E-4E68-BC28-4F2AE7981D35}" destId="{ED7C24FF-9838-4A3E-AC60-FEB80EA37977}" srcOrd="3" destOrd="0" presId="urn:microsoft.com/office/officeart/2018/2/layout/IconVerticalSolidList"/>
    <dgm:cxn modelId="{9B110D4D-4B46-4C7F-A475-C507ABAAEB66}" type="presParOf" srcId="{2B53E82B-6094-4E95-B472-0C0CAD6FB834}" destId="{1B924B0C-2C83-4F0B-AED3-B6D34AF43638}" srcOrd="3" destOrd="0" presId="urn:microsoft.com/office/officeart/2018/2/layout/IconVerticalSolidList"/>
    <dgm:cxn modelId="{940906E2-1CED-491D-B0CA-0BB8DA47BE8E}" type="presParOf" srcId="{2B53E82B-6094-4E95-B472-0C0CAD6FB834}" destId="{C9E5A719-CAF0-43EF-81A1-C10C3EC1ECED}" srcOrd="4" destOrd="0" presId="urn:microsoft.com/office/officeart/2018/2/layout/IconVerticalSolidList"/>
    <dgm:cxn modelId="{906E7F24-91E2-4333-9B18-CDAE2F850F8E}" type="presParOf" srcId="{C9E5A719-CAF0-43EF-81A1-C10C3EC1ECED}" destId="{9AF324E4-A1D7-4A6E-A94F-C2968A797A51}" srcOrd="0" destOrd="0" presId="urn:microsoft.com/office/officeart/2018/2/layout/IconVerticalSolidList"/>
    <dgm:cxn modelId="{90CB1960-CB48-47EC-8BC1-7E9A00C20382}" type="presParOf" srcId="{C9E5A719-CAF0-43EF-81A1-C10C3EC1ECED}" destId="{5F856367-6A03-4251-A73D-B70360C3E958}" srcOrd="1" destOrd="0" presId="urn:microsoft.com/office/officeart/2018/2/layout/IconVerticalSolidList"/>
    <dgm:cxn modelId="{A4A5925D-C96F-42ED-865B-CF0483B4C0CD}" type="presParOf" srcId="{C9E5A719-CAF0-43EF-81A1-C10C3EC1ECED}" destId="{B65EC9EB-9B68-4D81-9615-B8A0213DFB01}" srcOrd="2" destOrd="0" presId="urn:microsoft.com/office/officeart/2018/2/layout/IconVerticalSolidList"/>
    <dgm:cxn modelId="{3C993C74-F3EC-4A73-95C7-5A42B69E030D}" type="presParOf" srcId="{C9E5A719-CAF0-43EF-81A1-C10C3EC1ECED}" destId="{E71D0FDF-6A56-4258-8F29-43166DF0D5D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D75B66-C53C-44C3-AA21-C72593DB046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2542047-0C93-4C4D-9FFC-97A54F4DEEB8}">
      <dgm:prSet/>
      <dgm:spPr/>
      <dgm:t>
        <a:bodyPr/>
        <a:lstStyle/>
        <a:p>
          <a:r>
            <a:rPr lang="en-US"/>
            <a:t>• No cold starts for data access</a:t>
          </a:r>
        </a:p>
      </dgm:t>
    </dgm:pt>
    <dgm:pt modelId="{00AA9834-06BA-45D9-9A1A-5E741BCDB57D}" type="parTrans" cxnId="{9DDA5EC2-0AA7-420D-9D0A-59CC6BFFC377}">
      <dgm:prSet/>
      <dgm:spPr/>
      <dgm:t>
        <a:bodyPr/>
        <a:lstStyle/>
        <a:p>
          <a:endParaRPr lang="en-US"/>
        </a:p>
      </dgm:t>
    </dgm:pt>
    <dgm:pt modelId="{3BB80B17-4428-40CB-AFB0-87D3986539AC}" type="sibTrans" cxnId="{9DDA5EC2-0AA7-420D-9D0A-59CC6BFFC377}">
      <dgm:prSet/>
      <dgm:spPr/>
      <dgm:t>
        <a:bodyPr/>
        <a:lstStyle/>
        <a:p>
          <a:endParaRPr lang="en-US"/>
        </a:p>
      </dgm:t>
    </dgm:pt>
    <dgm:pt modelId="{7A738459-B367-4D44-B3D8-D38E6D6919DB}">
      <dgm:prSet/>
      <dgm:spPr/>
      <dgm:t>
        <a:bodyPr/>
        <a:lstStyle/>
        <a:p>
          <a:r>
            <a:rPr lang="en-US"/>
            <a:t>• Automatic maintenance, patching, monitoring</a:t>
          </a:r>
        </a:p>
      </dgm:t>
    </dgm:pt>
    <dgm:pt modelId="{2F49D80A-1236-4006-B5AA-B93EDC5DEBE5}" type="parTrans" cxnId="{6AD78A66-FCF5-47D1-8CCF-0DD4E2A7C49D}">
      <dgm:prSet/>
      <dgm:spPr/>
      <dgm:t>
        <a:bodyPr/>
        <a:lstStyle/>
        <a:p>
          <a:endParaRPr lang="en-US"/>
        </a:p>
      </dgm:t>
    </dgm:pt>
    <dgm:pt modelId="{260B494F-6FE9-4771-BD41-438C854A9A81}" type="sibTrans" cxnId="{6AD78A66-FCF5-47D1-8CCF-0DD4E2A7C49D}">
      <dgm:prSet/>
      <dgm:spPr/>
      <dgm:t>
        <a:bodyPr/>
        <a:lstStyle/>
        <a:p>
          <a:endParaRPr lang="en-US"/>
        </a:p>
      </dgm:t>
    </dgm:pt>
    <dgm:pt modelId="{56B89D66-A97A-41B1-99C0-504C3BA401E3}">
      <dgm:prSet/>
      <dgm:spPr/>
      <dgm:t>
        <a:bodyPr/>
        <a:lstStyle/>
        <a:p>
          <a:r>
            <a:rPr lang="en-US"/>
            <a:t>• Backups, security, compliance handled by AWS</a:t>
          </a:r>
        </a:p>
      </dgm:t>
    </dgm:pt>
    <dgm:pt modelId="{87270CD4-75F5-4A2F-A524-2DAD272098CC}" type="parTrans" cxnId="{F1FD9BD0-15E1-4DBB-B009-C61AF3BE6F76}">
      <dgm:prSet/>
      <dgm:spPr/>
      <dgm:t>
        <a:bodyPr/>
        <a:lstStyle/>
        <a:p>
          <a:endParaRPr lang="en-US"/>
        </a:p>
      </dgm:t>
    </dgm:pt>
    <dgm:pt modelId="{762249AD-2FFB-43C4-A2F5-0CC4CDFFFD48}" type="sibTrans" cxnId="{F1FD9BD0-15E1-4DBB-B009-C61AF3BE6F76}">
      <dgm:prSet/>
      <dgm:spPr/>
      <dgm:t>
        <a:bodyPr/>
        <a:lstStyle/>
        <a:p>
          <a:endParaRPr lang="en-US"/>
        </a:p>
      </dgm:t>
    </dgm:pt>
    <dgm:pt modelId="{12365558-8CD8-4EB0-B384-D00CD1C59AAB}" type="pres">
      <dgm:prSet presAssocID="{34D75B66-C53C-44C3-AA21-C72593DB0467}" presName="root" presStyleCnt="0">
        <dgm:presLayoutVars>
          <dgm:dir/>
          <dgm:resizeHandles val="exact"/>
        </dgm:presLayoutVars>
      </dgm:prSet>
      <dgm:spPr/>
    </dgm:pt>
    <dgm:pt modelId="{09713E6A-3AEF-4153-9DDF-5815558B5C62}" type="pres">
      <dgm:prSet presAssocID="{B2542047-0C93-4C4D-9FFC-97A54F4DEEB8}" presName="compNode" presStyleCnt="0"/>
      <dgm:spPr/>
    </dgm:pt>
    <dgm:pt modelId="{5A4727A5-E5BA-4BFC-8310-1FEB9B55B383}" type="pres">
      <dgm:prSet presAssocID="{B2542047-0C93-4C4D-9FFC-97A54F4DEEB8}" presName="bgRect" presStyleLbl="bgShp" presStyleIdx="0" presStyleCnt="3"/>
      <dgm:spPr/>
    </dgm:pt>
    <dgm:pt modelId="{8D54A2D7-5A2F-482E-B060-657DEDD76423}" type="pres">
      <dgm:prSet presAssocID="{B2542047-0C93-4C4D-9FFC-97A54F4DEEB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now"/>
        </a:ext>
      </dgm:extLst>
    </dgm:pt>
    <dgm:pt modelId="{F701D0A0-468E-4222-9A8E-603D5EAA0683}" type="pres">
      <dgm:prSet presAssocID="{B2542047-0C93-4C4D-9FFC-97A54F4DEEB8}" presName="spaceRect" presStyleCnt="0"/>
      <dgm:spPr/>
    </dgm:pt>
    <dgm:pt modelId="{FFD0BB67-65FD-4CF0-B5CA-032F734D72B4}" type="pres">
      <dgm:prSet presAssocID="{B2542047-0C93-4C4D-9FFC-97A54F4DEEB8}" presName="parTx" presStyleLbl="revTx" presStyleIdx="0" presStyleCnt="3">
        <dgm:presLayoutVars>
          <dgm:chMax val="0"/>
          <dgm:chPref val="0"/>
        </dgm:presLayoutVars>
      </dgm:prSet>
      <dgm:spPr/>
    </dgm:pt>
    <dgm:pt modelId="{EABF40B5-BDED-40F2-876B-CCAA99615C14}" type="pres">
      <dgm:prSet presAssocID="{3BB80B17-4428-40CB-AFB0-87D3986539AC}" presName="sibTrans" presStyleCnt="0"/>
      <dgm:spPr/>
    </dgm:pt>
    <dgm:pt modelId="{35F91323-0FA4-4E94-85D9-0ED7A541F16A}" type="pres">
      <dgm:prSet presAssocID="{7A738459-B367-4D44-B3D8-D38E6D6919DB}" presName="compNode" presStyleCnt="0"/>
      <dgm:spPr/>
    </dgm:pt>
    <dgm:pt modelId="{B38C2C0D-D6AB-484D-9D8C-1152ECBB3E8B}" type="pres">
      <dgm:prSet presAssocID="{7A738459-B367-4D44-B3D8-D38E6D6919DB}" presName="bgRect" presStyleLbl="bgShp" presStyleIdx="1" presStyleCnt="3"/>
      <dgm:spPr/>
    </dgm:pt>
    <dgm:pt modelId="{9B539922-A827-40C9-ACBA-60FD9AD2293D}" type="pres">
      <dgm:prSet presAssocID="{7A738459-B367-4D44-B3D8-D38E6D6919D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DA222B04-4C2F-43B6-AAD1-9A64A402E4CD}" type="pres">
      <dgm:prSet presAssocID="{7A738459-B367-4D44-B3D8-D38E6D6919DB}" presName="spaceRect" presStyleCnt="0"/>
      <dgm:spPr/>
    </dgm:pt>
    <dgm:pt modelId="{A36162CB-C793-4D4E-A3F4-1A3E3CBB7E4D}" type="pres">
      <dgm:prSet presAssocID="{7A738459-B367-4D44-B3D8-D38E6D6919DB}" presName="parTx" presStyleLbl="revTx" presStyleIdx="1" presStyleCnt="3">
        <dgm:presLayoutVars>
          <dgm:chMax val="0"/>
          <dgm:chPref val="0"/>
        </dgm:presLayoutVars>
      </dgm:prSet>
      <dgm:spPr/>
    </dgm:pt>
    <dgm:pt modelId="{1AB7E46A-1214-487E-9BA8-9159D00F06BD}" type="pres">
      <dgm:prSet presAssocID="{260B494F-6FE9-4771-BD41-438C854A9A81}" presName="sibTrans" presStyleCnt="0"/>
      <dgm:spPr/>
    </dgm:pt>
    <dgm:pt modelId="{03F1F286-2C6F-413A-91F5-3BA217230DFE}" type="pres">
      <dgm:prSet presAssocID="{56B89D66-A97A-41B1-99C0-504C3BA401E3}" presName="compNode" presStyleCnt="0"/>
      <dgm:spPr/>
    </dgm:pt>
    <dgm:pt modelId="{132FE40D-4A4B-46C4-8EB4-302913AB99F1}" type="pres">
      <dgm:prSet presAssocID="{56B89D66-A97A-41B1-99C0-504C3BA401E3}" presName="bgRect" presStyleLbl="bgShp" presStyleIdx="2" presStyleCnt="3"/>
      <dgm:spPr/>
    </dgm:pt>
    <dgm:pt modelId="{08183E06-2396-4511-8AD4-15DFE037094A}" type="pres">
      <dgm:prSet presAssocID="{56B89D66-A97A-41B1-99C0-504C3BA401E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D47043E4-9CA1-4728-9BD1-8DA04463892F}" type="pres">
      <dgm:prSet presAssocID="{56B89D66-A97A-41B1-99C0-504C3BA401E3}" presName="spaceRect" presStyleCnt="0"/>
      <dgm:spPr/>
    </dgm:pt>
    <dgm:pt modelId="{76A61AC9-AF47-419A-B747-4C3BFC2AA52E}" type="pres">
      <dgm:prSet presAssocID="{56B89D66-A97A-41B1-99C0-504C3BA401E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7BAA11D-9721-43B0-B70E-624F237A082B}" type="presOf" srcId="{B2542047-0C93-4C4D-9FFC-97A54F4DEEB8}" destId="{FFD0BB67-65FD-4CF0-B5CA-032F734D72B4}" srcOrd="0" destOrd="0" presId="urn:microsoft.com/office/officeart/2018/2/layout/IconVerticalSolidList"/>
    <dgm:cxn modelId="{6AD78A66-FCF5-47D1-8CCF-0DD4E2A7C49D}" srcId="{34D75B66-C53C-44C3-AA21-C72593DB0467}" destId="{7A738459-B367-4D44-B3D8-D38E6D6919DB}" srcOrd="1" destOrd="0" parTransId="{2F49D80A-1236-4006-B5AA-B93EDC5DEBE5}" sibTransId="{260B494F-6FE9-4771-BD41-438C854A9A81}"/>
    <dgm:cxn modelId="{A3B71185-B676-47AB-80D4-B10D35A51915}" type="presOf" srcId="{34D75B66-C53C-44C3-AA21-C72593DB0467}" destId="{12365558-8CD8-4EB0-B384-D00CD1C59AAB}" srcOrd="0" destOrd="0" presId="urn:microsoft.com/office/officeart/2018/2/layout/IconVerticalSolidList"/>
    <dgm:cxn modelId="{954DEE9B-B3D8-4142-B840-B3C029C5959D}" type="presOf" srcId="{7A738459-B367-4D44-B3D8-D38E6D6919DB}" destId="{A36162CB-C793-4D4E-A3F4-1A3E3CBB7E4D}" srcOrd="0" destOrd="0" presId="urn:microsoft.com/office/officeart/2018/2/layout/IconVerticalSolidList"/>
    <dgm:cxn modelId="{9DDA5EC2-0AA7-420D-9D0A-59CC6BFFC377}" srcId="{34D75B66-C53C-44C3-AA21-C72593DB0467}" destId="{B2542047-0C93-4C4D-9FFC-97A54F4DEEB8}" srcOrd="0" destOrd="0" parTransId="{00AA9834-06BA-45D9-9A1A-5E741BCDB57D}" sibTransId="{3BB80B17-4428-40CB-AFB0-87D3986539AC}"/>
    <dgm:cxn modelId="{3B6E93C9-9025-4BE6-A3E0-E522FBCFD753}" type="presOf" srcId="{56B89D66-A97A-41B1-99C0-504C3BA401E3}" destId="{76A61AC9-AF47-419A-B747-4C3BFC2AA52E}" srcOrd="0" destOrd="0" presId="urn:microsoft.com/office/officeart/2018/2/layout/IconVerticalSolidList"/>
    <dgm:cxn modelId="{F1FD9BD0-15E1-4DBB-B009-C61AF3BE6F76}" srcId="{34D75B66-C53C-44C3-AA21-C72593DB0467}" destId="{56B89D66-A97A-41B1-99C0-504C3BA401E3}" srcOrd="2" destOrd="0" parTransId="{87270CD4-75F5-4A2F-A524-2DAD272098CC}" sibTransId="{762249AD-2FFB-43C4-A2F5-0CC4CDFFFD48}"/>
    <dgm:cxn modelId="{4A3C31C7-AD0A-4535-8827-98770343AA0F}" type="presParOf" srcId="{12365558-8CD8-4EB0-B384-D00CD1C59AAB}" destId="{09713E6A-3AEF-4153-9DDF-5815558B5C62}" srcOrd="0" destOrd="0" presId="urn:microsoft.com/office/officeart/2018/2/layout/IconVerticalSolidList"/>
    <dgm:cxn modelId="{AB86FBEC-2E73-4AF7-8B2F-DFE0530CF28A}" type="presParOf" srcId="{09713E6A-3AEF-4153-9DDF-5815558B5C62}" destId="{5A4727A5-E5BA-4BFC-8310-1FEB9B55B383}" srcOrd="0" destOrd="0" presId="urn:microsoft.com/office/officeart/2018/2/layout/IconVerticalSolidList"/>
    <dgm:cxn modelId="{A2E04A75-B120-47C8-B288-32C8AC9F6726}" type="presParOf" srcId="{09713E6A-3AEF-4153-9DDF-5815558B5C62}" destId="{8D54A2D7-5A2F-482E-B060-657DEDD76423}" srcOrd="1" destOrd="0" presId="urn:microsoft.com/office/officeart/2018/2/layout/IconVerticalSolidList"/>
    <dgm:cxn modelId="{60BFD91F-DE21-4A85-B21F-B7E31985D60F}" type="presParOf" srcId="{09713E6A-3AEF-4153-9DDF-5815558B5C62}" destId="{F701D0A0-468E-4222-9A8E-603D5EAA0683}" srcOrd="2" destOrd="0" presId="urn:microsoft.com/office/officeart/2018/2/layout/IconVerticalSolidList"/>
    <dgm:cxn modelId="{F21B7B75-59AB-446A-8241-4302F75F0A73}" type="presParOf" srcId="{09713E6A-3AEF-4153-9DDF-5815558B5C62}" destId="{FFD0BB67-65FD-4CF0-B5CA-032F734D72B4}" srcOrd="3" destOrd="0" presId="urn:microsoft.com/office/officeart/2018/2/layout/IconVerticalSolidList"/>
    <dgm:cxn modelId="{5773394C-8DFE-4367-BDB4-63BBCC5AB54C}" type="presParOf" srcId="{12365558-8CD8-4EB0-B384-D00CD1C59AAB}" destId="{EABF40B5-BDED-40F2-876B-CCAA99615C14}" srcOrd="1" destOrd="0" presId="urn:microsoft.com/office/officeart/2018/2/layout/IconVerticalSolidList"/>
    <dgm:cxn modelId="{6289C1E1-6982-4D1D-B07C-50D775DC87FF}" type="presParOf" srcId="{12365558-8CD8-4EB0-B384-D00CD1C59AAB}" destId="{35F91323-0FA4-4E94-85D9-0ED7A541F16A}" srcOrd="2" destOrd="0" presId="urn:microsoft.com/office/officeart/2018/2/layout/IconVerticalSolidList"/>
    <dgm:cxn modelId="{90636C87-49F4-4A24-B9BA-2773F52AC35E}" type="presParOf" srcId="{35F91323-0FA4-4E94-85D9-0ED7A541F16A}" destId="{B38C2C0D-D6AB-484D-9D8C-1152ECBB3E8B}" srcOrd="0" destOrd="0" presId="urn:microsoft.com/office/officeart/2018/2/layout/IconVerticalSolidList"/>
    <dgm:cxn modelId="{90672834-F8F6-43EC-B22E-C87248C7CC4D}" type="presParOf" srcId="{35F91323-0FA4-4E94-85D9-0ED7A541F16A}" destId="{9B539922-A827-40C9-ACBA-60FD9AD2293D}" srcOrd="1" destOrd="0" presId="urn:microsoft.com/office/officeart/2018/2/layout/IconVerticalSolidList"/>
    <dgm:cxn modelId="{9363BDF3-7CF9-4F09-A8F9-A33BD5E5756B}" type="presParOf" srcId="{35F91323-0FA4-4E94-85D9-0ED7A541F16A}" destId="{DA222B04-4C2F-43B6-AAD1-9A64A402E4CD}" srcOrd="2" destOrd="0" presId="urn:microsoft.com/office/officeart/2018/2/layout/IconVerticalSolidList"/>
    <dgm:cxn modelId="{4DAD06D3-F4DB-43A4-BB09-8A9DC32B1774}" type="presParOf" srcId="{35F91323-0FA4-4E94-85D9-0ED7A541F16A}" destId="{A36162CB-C793-4D4E-A3F4-1A3E3CBB7E4D}" srcOrd="3" destOrd="0" presId="urn:microsoft.com/office/officeart/2018/2/layout/IconVerticalSolidList"/>
    <dgm:cxn modelId="{E596BF79-A6BE-4E9A-9E6A-7400E7887BA8}" type="presParOf" srcId="{12365558-8CD8-4EB0-B384-D00CD1C59AAB}" destId="{1AB7E46A-1214-487E-9BA8-9159D00F06BD}" srcOrd="3" destOrd="0" presId="urn:microsoft.com/office/officeart/2018/2/layout/IconVerticalSolidList"/>
    <dgm:cxn modelId="{AC3E21DE-714A-4B2D-A122-F7ACF0C58C66}" type="presParOf" srcId="{12365558-8CD8-4EB0-B384-D00CD1C59AAB}" destId="{03F1F286-2C6F-413A-91F5-3BA217230DFE}" srcOrd="4" destOrd="0" presId="urn:microsoft.com/office/officeart/2018/2/layout/IconVerticalSolidList"/>
    <dgm:cxn modelId="{6079637E-016A-48FB-8D99-45A0C6331007}" type="presParOf" srcId="{03F1F286-2C6F-413A-91F5-3BA217230DFE}" destId="{132FE40D-4A4B-46C4-8EB4-302913AB99F1}" srcOrd="0" destOrd="0" presId="urn:microsoft.com/office/officeart/2018/2/layout/IconVerticalSolidList"/>
    <dgm:cxn modelId="{21340318-1FCC-4F35-929F-EA8DDA691676}" type="presParOf" srcId="{03F1F286-2C6F-413A-91F5-3BA217230DFE}" destId="{08183E06-2396-4511-8AD4-15DFE037094A}" srcOrd="1" destOrd="0" presId="urn:microsoft.com/office/officeart/2018/2/layout/IconVerticalSolidList"/>
    <dgm:cxn modelId="{5D8214EC-62B4-4215-B861-D84B442AA4C9}" type="presParOf" srcId="{03F1F286-2C6F-413A-91F5-3BA217230DFE}" destId="{D47043E4-9CA1-4728-9BD1-8DA04463892F}" srcOrd="2" destOrd="0" presId="urn:microsoft.com/office/officeart/2018/2/layout/IconVerticalSolidList"/>
    <dgm:cxn modelId="{CBD9C267-C1FC-48B6-B975-0CD3E32157BD}" type="presParOf" srcId="{03F1F286-2C6F-413A-91F5-3BA217230DFE}" destId="{76A61AC9-AF47-419A-B747-4C3BFC2AA52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8139A51-1066-4342-8626-279023F076E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D14944C-33A1-49D8-94ED-4576FC968A86}">
      <dgm:prSet/>
      <dgm:spPr/>
      <dgm:t>
        <a:bodyPr/>
        <a:lstStyle/>
        <a:p>
          <a:r>
            <a:rPr lang="en-US"/>
            <a:t>• Multi‑Region, multi‑active</a:t>
          </a:r>
        </a:p>
      </dgm:t>
    </dgm:pt>
    <dgm:pt modelId="{079366A7-6525-459E-9CDC-D28F67CC39CD}" type="parTrans" cxnId="{8F870E7B-0E60-43FE-BC14-CCE761811B2C}">
      <dgm:prSet/>
      <dgm:spPr/>
      <dgm:t>
        <a:bodyPr/>
        <a:lstStyle/>
        <a:p>
          <a:endParaRPr lang="en-US"/>
        </a:p>
      </dgm:t>
    </dgm:pt>
    <dgm:pt modelId="{9D34548A-E819-41E9-B8FF-AF8E858B2C30}" type="sibTrans" cxnId="{8F870E7B-0E60-43FE-BC14-CCE761811B2C}">
      <dgm:prSet/>
      <dgm:spPr/>
      <dgm:t>
        <a:bodyPr/>
        <a:lstStyle/>
        <a:p>
          <a:endParaRPr lang="en-US"/>
        </a:p>
      </dgm:t>
    </dgm:pt>
    <dgm:pt modelId="{235B4590-BDC2-4295-9C72-CD4F3C2827FE}">
      <dgm:prSet/>
      <dgm:spPr/>
      <dgm:t>
        <a:bodyPr/>
        <a:lstStyle/>
        <a:p>
          <a:r>
            <a:rPr lang="en-US"/>
            <a:t>• Up to 99.999% availability</a:t>
          </a:r>
        </a:p>
      </dgm:t>
    </dgm:pt>
    <dgm:pt modelId="{39CE88B0-59DA-4181-9AF1-E2CE0907E690}" type="parTrans" cxnId="{20D494A3-5060-4FF5-AEB3-1E1B9F6FF526}">
      <dgm:prSet/>
      <dgm:spPr/>
      <dgm:t>
        <a:bodyPr/>
        <a:lstStyle/>
        <a:p>
          <a:endParaRPr lang="en-US"/>
        </a:p>
      </dgm:t>
    </dgm:pt>
    <dgm:pt modelId="{E864E78C-F79C-461F-8B97-D54FE779F675}" type="sibTrans" cxnId="{20D494A3-5060-4FF5-AEB3-1E1B9F6FF526}">
      <dgm:prSet/>
      <dgm:spPr/>
      <dgm:t>
        <a:bodyPr/>
        <a:lstStyle/>
        <a:p>
          <a:endParaRPr lang="en-US"/>
        </a:p>
      </dgm:t>
    </dgm:pt>
    <dgm:pt modelId="{B7F8E9E7-89E9-47B5-8C76-F61100185425}">
      <dgm:prSet/>
      <dgm:spPr/>
      <dgm:t>
        <a:bodyPr/>
        <a:lstStyle/>
        <a:p>
          <a:r>
            <a:rPr lang="en-US"/>
            <a:t>• Multi‑Region strong consistency for zero RPO apps</a:t>
          </a:r>
        </a:p>
      </dgm:t>
    </dgm:pt>
    <dgm:pt modelId="{A9483BC6-23CB-428A-9D83-F59CD6DEFDFB}" type="parTrans" cxnId="{96F21107-356B-4916-BAEA-8A91DF9BF5B9}">
      <dgm:prSet/>
      <dgm:spPr/>
      <dgm:t>
        <a:bodyPr/>
        <a:lstStyle/>
        <a:p>
          <a:endParaRPr lang="en-US"/>
        </a:p>
      </dgm:t>
    </dgm:pt>
    <dgm:pt modelId="{EBD02524-713D-477A-9B87-DBECEA045E7C}" type="sibTrans" cxnId="{96F21107-356B-4916-BAEA-8A91DF9BF5B9}">
      <dgm:prSet/>
      <dgm:spPr/>
      <dgm:t>
        <a:bodyPr/>
        <a:lstStyle/>
        <a:p>
          <a:endParaRPr lang="en-US"/>
        </a:p>
      </dgm:t>
    </dgm:pt>
    <dgm:pt modelId="{49F11D84-8EFD-48C9-99E3-454784717A54}" type="pres">
      <dgm:prSet presAssocID="{B8139A51-1066-4342-8626-279023F076E3}" presName="linear" presStyleCnt="0">
        <dgm:presLayoutVars>
          <dgm:animLvl val="lvl"/>
          <dgm:resizeHandles val="exact"/>
        </dgm:presLayoutVars>
      </dgm:prSet>
      <dgm:spPr/>
    </dgm:pt>
    <dgm:pt modelId="{2D3A26FB-1C25-48EE-BD2D-21225DBF3D54}" type="pres">
      <dgm:prSet presAssocID="{9D14944C-33A1-49D8-94ED-4576FC968A8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8BB0569-6320-401D-A109-BB9BE3F00DB6}" type="pres">
      <dgm:prSet presAssocID="{9D34548A-E819-41E9-B8FF-AF8E858B2C30}" presName="spacer" presStyleCnt="0"/>
      <dgm:spPr/>
    </dgm:pt>
    <dgm:pt modelId="{D607DA4D-4195-4BBD-A586-066CB7BA8C26}" type="pres">
      <dgm:prSet presAssocID="{235B4590-BDC2-4295-9C72-CD4F3C2827F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6AA5155-C181-4589-A489-68DBB9F9F43E}" type="pres">
      <dgm:prSet presAssocID="{E864E78C-F79C-461F-8B97-D54FE779F675}" presName="spacer" presStyleCnt="0"/>
      <dgm:spPr/>
    </dgm:pt>
    <dgm:pt modelId="{4C8A1278-9C3E-4F13-AF19-817D30F521A8}" type="pres">
      <dgm:prSet presAssocID="{B7F8E9E7-89E9-47B5-8C76-F6110018542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6F21107-356B-4916-BAEA-8A91DF9BF5B9}" srcId="{B8139A51-1066-4342-8626-279023F076E3}" destId="{B7F8E9E7-89E9-47B5-8C76-F61100185425}" srcOrd="2" destOrd="0" parTransId="{A9483BC6-23CB-428A-9D83-F59CD6DEFDFB}" sibTransId="{EBD02524-713D-477A-9B87-DBECEA045E7C}"/>
    <dgm:cxn modelId="{B23D2409-70C4-45C5-87B3-FA79F1863F14}" type="presOf" srcId="{9D14944C-33A1-49D8-94ED-4576FC968A86}" destId="{2D3A26FB-1C25-48EE-BD2D-21225DBF3D54}" srcOrd="0" destOrd="0" presId="urn:microsoft.com/office/officeart/2005/8/layout/vList2"/>
    <dgm:cxn modelId="{AF755C3D-724A-44C0-83D9-9488DCA7FFE7}" type="presOf" srcId="{235B4590-BDC2-4295-9C72-CD4F3C2827FE}" destId="{D607DA4D-4195-4BBD-A586-066CB7BA8C26}" srcOrd="0" destOrd="0" presId="urn:microsoft.com/office/officeart/2005/8/layout/vList2"/>
    <dgm:cxn modelId="{8F870E7B-0E60-43FE-BC14-CCE761811B2C}" srcId="{B8139A51-1066-4342-8626-279023F076E3}" destId="{9D14944C-33A1-49D8-94ED-4576FC968A86}" srcOrd="0" destOrd="0" parTransId="{079366A7-6525-459E-9CDC-D28F67CC39CD}" sibTransId="{9D34548A-E819-41E9-B8FF-AF8E858B2C30}"/>
    <dgm:cxn modelId="{20D494A3-5060-4FF5-AEB3-1E1B9F6FF526}" srcId="{B8139A51-1066-4342-8626-279023F076E3}" destId="{235B4590-BDC2-4295-9C72-CD4F3C2827FE}" srcOrd="1" destOrd="0" parTransId="{39CE88B0-59DA-4181-9AF1-E2CE0907E690}" sibTransId="{E864E78C-F79C-461F-8B97-D54FE779F675}"/>
    <dgm:cxn modelId="{FA032EB5-A9AA-408C-B7D6-BB1C6E4E9251}" type="presOf" srcId="{B8139A51-1066-4342-8626-279023F076E3}" destId="{49F11D84-8EFD-48C9-99E3-454784717A54}" srcOrd="0" destOrd="0" presId="urn:microsoft.com/office/officeart/2005/8/layout/vList2"/>
    <dgm:cxn modelId="{568D48DE-B9B7-478E-88C9-A0A459ED8F8F}" type="presOf" srcId="{B7F8E9E7-89E9-47B5-8C76-F61100185425}" destId="{4C8A1278-9C3E-4F13-AF19-817D30F521A8}" srcOrd="0" destOrd="0" presId="urn:microsoft.com/office/officeart/2005/8/layout/vList2"/>
    <dgm:cxn modelId="{E7AE1FB2-C657-4D45-B258-8B8BA3052902}" type="presParOf" srcId="{49F11D84-8EFD-48C9-99E3-454784717A54}" destId="{2D3A26FB-1C25-48EE-BD2D-21225DBF3D54}" srcOrd="0" destOrd="0" presId="urn:microsoft.com/office/officeart/2005/8/layout/vList2"/>
    <dgm:cxn modelId="{E7304A20-904F-4CE8-A88D-2A25842D1878}" type="presParOf" srcId="{49F11D84-8EFD-48C9-99E3-454784717A54}" destId="{E8BB0569-6320-401D-A109-BB9BE3F00DB6}" srcOrd="1" destOrd="0" presId="urn:microsoft.com/office/officeart/2005/8/layout/vList2"/>
    <dgm:cxn modelId="{6F47CF7A-311C-4AC2-8C59-F5363A772065}" type="presParOf" srcId="{49F11D84-8EFD-48C9-99E3-454784717A54}" destId="{D607DA4D-4195-4BBD-A586-066CB7BA8C26}" srcOrd="2" destOrd="0" presId="urn:microsoft.com/office/officeart/2005/8/layout/vList2"/>
    <dgm:cxn modelId="{F58982B5-5F17-4746-802B-0F7EBC6296DE}" type="presParOf" srcId="{49F11D84-8EFD-48C9-99E3-454784717A54}" destId="{66AA5155-C181-4589-A489-68DBB9F9F43E}" srcOrd="3" destOrd="0" presId="urn:microsoft.com/office/officeart/2005/8/layout/vList2"/>
    <dgm:cxn modelId="{040EFD6C-2AF6-4DA3-9CB4-D25B4849012F}" type="presParOf" srcId="{49F11D84-8EFD-48C9-99E3-454784717A54}" destId="{4C8A1278-9C3E-4F13-AF19-817D30F521A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70AC380-4580-43DF-A133-1FEFF5B55CE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2DB8AC37-FCE1-48E9-B9AD-51790FAC15F2}">
      <dgm:prSet/>
      <dgm:spPr/>
      <dgm:t>
        <a:bodyPr/>
        <a:lstStyle/>
        <a:p>
          <a:r>
            <a:rPr lang="en-US"/>
            <a:t>• Scales throughput to meet demand</a:t>
          </a:r>
        </a:p>
      </dgm:t>
    </dgm:pt>
    <dgm:pt modelId="{2916E776-14CC-4C29-8A6B-DBD282630ECF}" type="parTrans" cxnId="{597D9B72-A84B-4E42-8462-B5FE6FA50FD7}">
      <dgm:prSet/>
      <dgm:spPr/>
      <dgm:t>
        <a:bodyPr/>
        <a:lstStyle/>
        <a:p>
          <a:endParaRPr lang="en-US"/>
        </a:p>
      </dgm:t>
    </dgm:pt>
    <dgm:pt modelId="{2A50556E-30C4-409D-8448-EF438399C4E7}" type="sibTrans" cxnId="{597D9B72-A84B-4E42-8462-B5FE6FA50FD7}">
      <dgm:prSet/>
      <dgm:spPr/>
      <dgm:t>
        <a:bodyPr/>
        <a:lstStyle/>
        <a:p>
          <a:endParaRPr lang="en-US"/>
        </a:p>
      </dgm:t>
    </dgm:pt>
    <dgm:pt modelId="{21081278-119A-4885-B6E9-B5B002AE9085}">
      <dgm:prSet/>
      <dgm:spPr/>
      <dgm:t>
        <a:bodyPr/>
        <a:lstStyle/>
        <a:p>
          <a:r>
            <a:rPr lang="en-US"/>
            <a:t>• Partitions/repartitions as data grows</a:t>
          </a:r>
        </a:p>
      </dgm:t>
    </dgm:pt>
    <dgm:pt modelId="{3A819096-24FB-42A5-893F-7FAA7460C21C}" type="parTrans" cxnId="{1AD31173-0F5A-420B-BFBD-90C4710D9B1F}">
      <dgm:prSet/>
      <dgm:spPr/>
      <dgm:t>
        <a:bodyPr/>
        <a:lstStyle/>
        <a:p>
          <a:endParaRPr lang="en-US"/>
        </a:p>
      </dgm:t>
    </dgm:pt>
    <dgm:pt modelId="{83AADA5D-8878-4B31-9C9B-A833F9DAE571}" type="sibTrans" cxnId="{1AD31173-0F5A-420B-BFBD-90C4710D9B1F}">
      <dgm:prSet/>
      <dgm:spPr/>
      <dgm:t>
        <a:bodyPr/>
        <a:lstStyle/>
        <a:p>
          <a:endParaRPr lang="en-US"/>
        </a:p>
      </dgm:t>
    </dgm:pt>
    <dgm:pt modelId="{1915699C-1A73-4CDE-A2C0-B901EA96BB63}">
      <dgm:prSet/>
      <dgm:spPr/>
      <dgm:t>
        <a:bodyPr/>
        <a:lstStyle/>
        <a:p>
          <a:r>
            <a:rPr lang="en-US"/>
            <a:t>• Synchronous replication across 3 AZs per Region</a:t>
          </a:r>
        </a:p>
      </dgm:t>
    </dgm:pt>
    <dgm:pt modelId="{1558AB0D-C5EE-4AE4-9D28-F92D3E6866D3}" type="parTrans" cxnId="{82C3C85B-B3CB-4CFF-A18E-A3F82C8E79E4}">
      <dgm:prSet/>
      <dgm:spPr/>
      <dgm:t>
        <a:bodyPr/>
        <a:lstStyle/>
        <a:p>
          <a:endParaRPr lang="en-US"/>
        </a:p>
      </dgm:t>
    </dgm:pt>
    <dgm:pt modelId="{AC2A258C-F162-4341-BC2C-476B4D0D3CAF}" type="sibTrans" cxnId="{82C3C85B-B3CB-4CFF-A18E-A3F82C8E79E4}">
      <dgm:prSet/>
      <dgm:spPr/>
      <dgm:t>
        <a:bodyPr/>
        <a:lstStyle/>
        <a:p>
          <a:endParaRPr lang="en-US"/>
        </a:p>
      </dgm:t>
    </dgm:pt>
    <dgm:pt modelId="{84737ED9-F7B4-453D-A3DB-1350B3E9B95C}" type="pres">
      <dgm:prSet presAssocID="{F70AC380-4580-43DF-A133-1FEFF5B55CE6}" presName="root" presStyleCnt="0">
        <dgm:presLayoutVars>
          <dgm:dir/>
          <dgm:resizeHandles val="exact"/>
        </dgm:presLayoutVars>
      </dgm:prSet>
      <dgm:spPr/>
    </dgm:pt>
    <dgm:pt modelId="{8A780B44-B6DB-433B-8FE5-4F224B7EBB7A}" type="pres">
      <dgm:prSet presAssocID="{2DB8AC37-FCE1-48E9-B9AD-51790FAC15F2}" presName="compNode" presStyleCnt="0"/>
      <dgm:spPr/>
    </dgm:pt>
    <dgm:pt modelId="{7A781BFE-12FD-469E-A091-EA8A53F91003}" type="pres">
      <dgm:prSet presAssocID="{2DB8AC37-FCE1-48E9-B9AD-51790FAC15F2}" presName="bgRect" presStyleLbl="bgShp" presStyleIdx="0" presStyleCnt="3"/>
      <dgm:spPr/>
    </dgm:pt>
    <dgm:pt modelId="{34F3703F-715B-4B62-A354-0C3EC84CD80D}" type="pres">
      <dgm:prSet presAssocID="{2DB8AC37-FCE1-48E9-B9AD-51790FAC15F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93B7AAC4-767E-4733-9082-E892036F40C2}" type="pres">
      <dgm:prSet presAssocID="{2DB8AC37-FCE1-48E9-B9AD-51790FAC15F2}" presName="spaceRect" presStyleCnt="0"/>
      <dgm:spPr/>
    </dgm:pt>
    <dgm:pt modelId="{C61342FA-0675-4F6C-B7C3-4ADA2EC49241}" type="pres">
      <dgm:prSet presAssocID="{2DB8AC37-FCE1-48E9-B9AD-51790FAC15F2}" presName="parTx" presStyleLbl="revTx" presStyleIdx="0" presStyleCnt="3">
        <dgm:presLayoutVars>
          <dgm:chMax val="0"/>
          <dgm:chPref val="0"/>
        </dgm:presLayoutVars>
      </dgm:prSet>
      <dgm:spPr/>
    </dgm:pt>
    <dgm:pt modelId="{04F4E6B7-90AD-4633-8E8B-4925A79DFD14}" type="pres">
      <dgm:prSet presAssocID="{2A50556E-30C4-409D-8448-EF438399C4E7}" presName="sibTrans" presStyleCnt="0"/>
      <dgm:spPr/>
    </dgm:pt>
    <dgm:pt modelId="{060EC24D-AFCB-49A8-8BE6-88B432BB35F3}" type="pres">
      <dgm:prSet presAssocID="{21081278-119A-4885-B6E9-B5B002AE9085}" presName="compNode" presStyleCnt="0"/>
      <dgm:spPr/>
    </dgm:pt>
    <dgm:pt modelId="{507787E3-A65E-488E-B38B-3E51EEEA7BCB}" type="pres">
      <dgm:prSet presAssocID="{21081278-119A-4885-B6E9-B5B002AE9085}" presName="bgRect" presStyleLbl="bgShp" presStyleIdx="1" presStyleCnt="3"/>
      <dgm:spPr/>
    </dgm:pt>
    <dgm:pt modelId="{DEA1A04D-DFEC-4C14-8D61-561814E6F6DC}" type="pres">
      <dgm:prSet presAssocID="{21081278-119A-4885-B6E9-B5B002AE908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3B69F7C3-40A7-4B11-8C8C-2F243CFD6DAC}" type="pres">
      <dgm:prSet presAssocID="{21081278-119A-4885-B6E9-B5B002AE9085}" presName="spaceRect" presStyleCnt="0"/>
      <dgm:spPr/>
    </dgm:pt>
    <dgm:pt modelId="{1A8205D5-B7FF-40ED-B7EF-667DCFB4400C}" type="pres">
      <dgm:prSet presAssocID="{21081278-119A-4885-B6E9-B5B002AE9085}" presName="parTx" presStyleLbl="revTx" presStyleIdx="1" presStyleCnt="3">
        <dgm:presLayoutVars>
          <dgm:chMax val="0"/>
          <dgm:chPref val="0"/>
        </dgm:presLayoutVars>
      </dgm:prSet>
      <dgm:spPr/>
    </dgm:pt>
    <dgm:pt modelId="{74E749B0-E975-4E74-AE4C-52A141F336F8}" type="pres">
      <dgm:prSet presAssocID="{83AADA5D-8878-4B31-9C9B-A833F9DAE571}" presName="sibTrans" presStyleCnt="0"/>
      <dgm:spPr/>
    </dgm:pt>
    <dgm:pt modelId="{22A1701E-7E5F-4DF9-81B1-3261162E74B7}" type="pres">
      <dgm:prSet presAssocID="{1915699C-1A73-4CDE-A2C0-B901EA96BB63}" presName="compNode" presStyleCnt="0"/>
      <dgm:spPr/>
    </dgm:pt>
    <dgm:pt modelId="{B42239DC-4EDE-4376-A799-E1B9DE2E2200}" type="pres">
      <dgm:prSet presAssocID="{1915699C-1A73-4CDE-A2C0-B901EA96BB63}" presName="bgRect" presStyleLbl="bgShp" presStyleIdx="2" presStyleCnt="3"/>
      <dgm:spPr/>
    </dgm:pt>
    <dgm:pt modelId="{91EA860A-6968-4EAF-9F44-28A3900831DF}" type="pres">
      <dgm:prSet presAssocID="{1915699C-1A73-4CDE-A2C0-B901EA96BB6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4AF41A8-B53A-4F8E-B696-4E57AA4974CB}" type="pres">
      <dgm:prSet presAssocID="{1915699C-1A73-4CDE-A2C0-B901EA96BB63}" presName="spaceRect" presStyleCnt="0"/>
      <dgm:spPr/>
    </dgm:pt>
    <dgm:pt modelId="{3FE83231-270A-4191-B4B1-986F455A60FF}" type="pres">
      <dgm:prSet presAssocID="{1915699C-1A73-4CDE-A2C0-B901EA96BB6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2C3C85B-B3CB-4CFF-A18E-A3F82C8E79E4}" srcId="{F70AC380-4580-43DF-A133-1FEFF5B55CE6}" destId="{1915699C-1A73-4CDE-A2C0-B901EA96BB63}" srcOrd="2" destOrd="0" parTransId="{1558AB0D-C5EE-4AE4-9D28-F92D3E6866D3}" sibTransId="{AC2A258C-F162-4341-BC2C-476B4D0D3CAF}"/>
    <dgm:cxn modelId="{597D9B72-A84B-4E42-8462-B5FE6FA50FD7}" srcId="{F70AC380-4580-43DF-A133-1FEFF5B55CE6}" destId="{2DB8AC37-FCE1-48E9-B9AD-51790FAC15F2}" srcOrd="0" destOrd="0" parTransId="{2916E776-14CC-4C29-8A6B-DBD282630ECF}" sibTransId="{2A50556E-30C4-409D-8448-EF438399C4E7}"/>
    <dgm:cxn modelId="{1AD31173-0F5A-420B-BFBD-90C4710D9B1F}" srcId="{F70AC380-4580-43DF-A133-1FEFF5B55CE6}" destId="{21081278-119A-4885-B6E9-B5B002AE9085}" srcOrd="1" destOrd="0" parTransId="{3A819096-24FB-42A5-893F-7FAA7460C21C}" sibTransId="{83AADA5D-8878-4B31-9C9B-A833F9DAE571}"/>
    <dgm:cxn modelId="{3004B085-096C-4E45-9DF0-CCD0EDC8A2AB}" type="presOf" srcId="{F70AC380-4580-43DF-A133-1FEFF5B55CE6}" destId="{84737ED9-F7B4-453D-A3DB-1350B3E9B95C}" srcOrd="0" destOrd="0" presId="urn:microsoft.com/office/officeart/2018/2/layout/IconVerticalSolidList"/>
    <dgm:cxn modelId="{13C5AF90-D179-4D57-8EB6-30549FFE20CE}" type="presOf" srcId="{2DB8AC37-FCE1-48E9-B9AD-51790FAC15F2}" destId="{C61342FA-0675-4F6C-B7C3-4ADA2EC49241}" srcOrd="0" destOrd="0" presId="urn:microsoft.com/office/officeart/2018/2/layout/IconVerticalSolidList"/>
    <dgm:cxn modelId="{1EB5E2C8-9CB1-42CF-9600-C35C164C0CB4}" type="presOf" srcId="{21081278-119A-4885-B6E9-B5B002AE9085}" destId="{1A8205D5-B7FF-40ED-B7EF-667DCFB4400C}" srcOrd="0" destOrd="0" presId="urn:microsoft.com/office/officeart/2018/2/layout/IconVerticalSolidList"/>
    <dgm:cxn modelId="{6C25D5EB-E281-4AE6-AF0A-B6C27C307E24}" type="presOf" srcId="{1915699C-1A73-4CDE-A2C0-B901EA96BB63}" destId="{3FE83231-270A-4191-B4B1-986F455A60FF}" srcOrd="0" destOrd="0" presId="urn:microsoft.com/office/officeart/2018/2/layout/IconVerticalSolidList"/>
    <dgm:cxn modelId="{6FCC7E16-25F3-4F01-8C4E-EA519393B5A5}" type="presParOf" srcId="{84737ED9-F7B4-453D-A3DB-1350B3E9B95C}" destId="{8A780B44-B6DB-433B-8FE5-4F224B7EBB7A}" srcOrd="0" destOrd="0" presId="urn:microsoft.com/office/officeart/2018/2/layout/IconVerticalSolidList"/>
    <dgm:cxn modelId="{092DBCBA-3224-495D-B0C8-6C1002CE7CD4}" type="presParOf" srcId="{8A780B44-B6DB-433B-8FE5-4F224B7EBB7A}" destId="{7A781BFE-12FD-469E-A091-EA8A53F91003}" srcOrd="0" destOrd="0" presId="urn:microsoft.com/office/officeart/2018/2/layout/IconVerticalSolidList"/>
    <dgm:cxn modelId="{72D0E993-9161-4972-AEF9-BCA6AEF976D0}" type="presParOf" srcId="{8A780B44-B6DB-433B-8FE5-4F224B7EBB7A}" destId="{34F3703F-715B-4B62-A354-0C3EC84CD80D}" srcOrd="1" destOrd="0" presId="urn:microsoft.com/office/officeart/2018/2/layout/IconVerticalSolidList"/>
    <dgm:cxn modelId="{FFE95DB3-3E90-4B4C-B0D4-A7E354A2E401}" type="presParOf" srcId="{8A780B44-B6DB-433B-8FE5-4F224B7EBB7A}" destId="{93B7AAC4-767E-4733-9082-E892036F40C2}" srcOrd="2" destOrd="0" presId="urn:microsoft.com/office/officeart/2018/2/layout/IconVerticalSolidList"/>
    <dgm:cxn modelId="{451C9B7A-B850-4629-9760-A44BD9C604F9}" type="presParOf" srcId="{8A780B44-B6DB-433B-8FE5-4F224B7EBB7A}" destId="{C61342FA-0675-4F6C-B7C3-4ADA2EC49241}" srcOrd="3" destOrd="0" presId="urn:microsoft.com/office/officeart/2018/2/layout/IconVerticalSolidList"/>
    <dgm:cxn modelId="{A52EF536-6BAB-40A5-8EDD-60E976773CFB}" type="presParOf" srcId="{84737ED9-F7B4-453D-A3DB-1350B3E9B95C}" destId="{04F4E6B7-90AD-4633-8E8B-4925A79DFD14}" srcOrd="1" destOrd="0" presId="urn:microsoft.com/office/officeart/2018/2/layout/IconVerticalSolidList"/>
    <dgm:cxn modelId="{2A40895F-5D4F-4892-8791-3764321A6A87}" type="presParOf" srcId="{84737ED9-F7B4-453D-A3DB-1350B3E9B95C}" destId="{060EC24D-AFCB-49A8-8BE6-88B432BB35F3}" srcOrd="2" destOrd="0" presId="urn:microsoft.com/office/officeart/2018/2/layout/IconVerticalSolidList"/>
    <dgm:cxn modelId="{778531BE-C24E-4A62-BF9B-28EF2375B57C}" type="presParOf" srcId="{060EC24D-AFCB-49A8-8BE6-88B432BB35F3}" destId="{507787E3-A65E-488E-B38B-3E51EEEA7BCB}" srcOrd="0" destOrd="0" presId="urn:microsoft.com/office/officeart/2018/2/layout/IconVerticalSolidList"/>
    <dgm:cxn modelId="{D99B3979-54F1-440F-B384-D04B9DF9FD45}" type="presParOf" srcId="{060EC24D-AFCB-49A8-8BE6-88B432BB35F3}" destId="{DEA1A04D-DFEC-4C14-8D61-561814E6F6DC}" srcOrd="1" destOrd="0" presId="urn:microsoft.com/office/officeart/2018/2/layout/IconVerticalSolidList"/>
    <dgm:cxn modelId="{85A1D77B-076E-4B34-8011-8B1394A41CA0}" type="presParOf" srcId="{060EC24D-AFCB-49A8-8BE6-88B432BB35F3}" destId="{3B69F7C3-40A7-4B11-8C8C-2F243CFD6DAC}" srcOrd="2" destOrd="0" presId="urn:microsoft.com/office/officeart/2018/2/layout/IconVerticalSolidList"/>
    <dgm:cxn modelId="{93A8405C-0F0E-49B1-824C-A76F1426409D}" type="presParOf" srcId="{060EC24D-AFCB-49A8-8BE6-88B432BB35F3}" destId="{1A8205D5-B7FF-40ED-B7EF-667DCFB4400C}" srcOrd="3" destOrd="0" presId="urn:microsoft.com/office/officeart/2018/2/layout/IconVerticalSolidList"/>
    <dgm:cxn modelId="{A127B7AD-ECEB-4BC0-8AD3-A54B358C7C9D}" type="presParOf" srcId="{84737ED9-F7B4-453D-A3DB-1350B3E9B95C}" destId="{74E749B0-E975-4E74-AE4C-52A141F336F8}" srcOrd="3" destOrd="0" presId="urn:microsoft.com/office/officeart/2018/2/layout/IconVerticalSolidList"/>
    <dgm:cxn modelId="{C9850EC0-9C8E-4591-B2C2-B0614077EA8D}" type="presParOf" srcId="{84737ED9-F7B4-453D-A3DB-1350B3E9B95C}" destId="{22A1701E-7E5F-4DF9-81B1-3261162E74B7}" srcOrd="4" destOrd="0" presId="urn:microsoft.com/office/officeart/2018/2/layout/IconVerticalSolidList"/>
    <dgm:cxn modelId="{D5CBA0AB-9F1D-4E38-8812-84472C7063FD}" type="presParOf" srcId="{22A1701E-7E5F-4DF9-81B1-3261162E74B7}" destId="{B42239DC-4EDE-4376-A799-E1B9DE2E2200}" srcOrd="0" destOrd="0" presId="urn:microsoft.com/office/officeart/2018/2/layout/IconVerticalSolidList"/>
    <dgm:cxn modelId="{55BF3233-1AA7-45BD-82B4-1A969FD6374B}" type="presParOf" srcId="{22A1701E-7E5F-4DF9-81B1-3261162E74B7}" destId="{91EA860A-6968-4EAF-9F44-28A3900831DF}" srcOrd="1" destOrd="0" presId="urn:microsoft.com/office/officeart/2018/2/layout/IconVerticalSolidList"/>
    <dgm:cxn modelId="{E8FEAE31-BAB1-4388-8778-39D184CA007F}" type="presParOf" srcId="{22A1701E-7E5F-4DF9-81B1-3261162E74B7}" destId="{54AF41A8-B53A-4F8E-B696-4E57AA4974CB}" srcOrd="2" destOrd="0" presId="urn:microsoft.com/office/officeart/2018/2/layout/IconVerticalSolidList"/>
    <dgm:cxn modelId="{F839FFA8-2211-444F-BFF5-3CBBF9B3515D}" type="presParOf" srcId="{22A1701E-7E5F-4DF9-81B1-3261162E74B7}" destId="{3FE83231-270A-4191-B4B1-986F455A60F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DD1DF3E-A756-4D72-BFA1-6C5160C52B8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BA57AB7-BBEE-4736-94DA-2721A5612DFF}">
      <dgm:prSet/>
      <dgm:spPr/>
      <dgm:t>
        <a:bodyPr/>
        <a:lstStyle/>
        <a:p>
          <a:pPr>
            <a:defRPr cap="all"/>
          </a:pPr>
          <a:r>
            <a:rPr lang="en-US"/>
            <a:t>• Proven, fully managed, scale‑to‑zero serverless DB</a:t>
          </a:r>
        </a:p>
      </dgm:t>
    </dgm:pt>
    <dgm:pt modelId="{51EDAD1B-0FCF-41DC-B484-334A4AD119CC}" type="parTrans" cxnId="{D7E34007-A634-4E3B-93EF-64118E978FD1}">
      <dgm:prSet/>
      <dgm:spPr/>
      <dgm:t>
        <a:bodyPr/>
        <a:lstStyle/>
        <a:p>
          <a:endParaRPr lang="en-US"/>
        </a:p>
      </dgm:t>
    </dgm:pt>
    <dgm:pt modelId="{06300467-A42E-4C20-A970-D3451A141E1B}" type="sibTrans" cxnId="{D7E34007-A634-4E3B-93EF-64118E978FD1}">
      <dgm:prSet/>
      <dgm:spPr/>
      <dgm:t>
        <a:bodyPr/>
        <a:lstStyle/>
        <a:p>
          <a:endParaRPr lang="en-US"/>
        </a:p>
      </dgm:t>
    </dgm:pt>
    <dgm:pt modelId="{9008FC24-581E-4E73-B6C2-92793853F43A}">
      <dgm:prSet/>
      <dgm:spPr/>
      <dgm:t>
        <a:bodyPr/>
        <a:lstStyle/>
        <a:p>
          <a:pPr>
            <a:defRPr cap="all"/>
          </a:pPr>
          <a:r>
            <a:rPr lang="en-US"/>
            <a:t>• Consistent performance at any scale</a:t>
          </a:r>
        </a:p>
      </dgm:t>
    </dgm:pt>
    <dgm:pt modelId="{1D287D35-BAA1-49E1-A331-36A17D2D8518}" type="parTrans" cxnId="{1FBE9178-2D50-48BE-9D77-DC8C191311D1}">
      <dgm:prSet/>
      <dgm:spPr/>
      <dgm:t>
        <a:bodyPr/>
        <a:lstStyle/>
        <a:p>
          <a:endParaRPr lang="en-US"/>
        </a:p>
      </dgm:t>
    </dgm:pt>
    <dgm:pt modelId="{606FC364-E964-4C99-AA1E-63FEF665429E}" type="sibTrans" cxnId="{1FBE9178-2D50-48BE-9D77-DC8C191311D1}">
      <dgm:prSet/>
      <dgm:spPr/>
      <dgm:t>
        <a:bodyPr/>
        <a:lstStyle/>
        <a:p>
          <a:endParaRPr lang="en-US"/>
        </a:p>
      </dgm:t>
    </dgm:pt>
    <dgm:pt modelId="{5DDA8E8A-4F1C-4DF5-8849-00C3B3192CFA}">
      <dgm:prSet/>
      <dgm:spPr/>
      <dgm:t>
        <a:bodyPr/>
        <a:lstStyle/>
        <a:p>
          <a:pPr>
            <a:defRPr cap="all"/>
          </a:pPr>
          <a:r>
            <a:rPr lang="en-US"/>
            <a:t>• Reliability, durability, security built‑in</a:t>
          </a:r>
        </a:p>
      </dgm:t>
    </dgm:pt>
    <dgm:pt modelId="{E8A3CB46-B31F-4EAE-835F-4A1EAA892827}" type="parTrans" cxnId="{C0561232-C25C-42AB-884F-1C30205EA1E3}">
      <dgm:prSet/>
      <dgm:spPr/>
      <dgm:t>
        <a:bodyPr/>
        <a:lstStyle/>
        <a:p>
          <a:endParaRPr lang="en-US"/>
        </a:p>
      </dgm:t>
    </dgm:pt>
    <dgm:pt modelId="{CC1B724E-A36A-4A06-B050-83165FDF8D67}" type="sibTrans" cxnId="{C0561232-C25C-42AB-884F-1C30205EA1E3}">
      <dgm:prSet/>
      <dgm:spPr/>
      <dgm:t>
        <a:bodyPr/>
        <a:lstStyle/>
        <a:p>
          <a:endParaRPr lang="en-US"/>
        </a:p>
      </dgm:t>
    </dgm:pt>
    <dgm:pt modelId="{A493FCE6-3C7F-48BB-97F2-529D3A10D4BD}" type="pres">
      <dgm:prSet presAssocID="{DDD1DF3E-A756-4D72-BFA1-6C5160C52B8C}" presName="root" presStyleCnt="0">
        <dgm:presLayoutVars>
          <dgm:dir/>
          <dgm:resizeHandles val="exact"/>
        </dgm:presLayoutVars>
      </dgm:prSet>
      <dgm:spPr/>
    </dgm:pt>
    <dgm:pt modelId="{A7F96D3B-1CE7-472D-99B1-9AB1A6D3869E}" type="pres">
      <dgm:prSet presAssocID="{EBA57AB7-BBEE-4736-94DA-2721A5612DFF}" presName="compNode" presStyleCnt="0"/>
      <dgm:spPr/>
    </dgm:pt>
    <dgm:pt modelId="{BB576772-23D5-4037-9455-894C8F613EF8}" type="pres">
      <dgm:prSet presAssocID="{EBA57AB7-BBEE-4736-94DA-2721A5612DFF}" presName="iconBgRect" presStyleLbl="bgShp" presStyleIdx="0" presStyleCnt="3"/>
      <dgm:spPr/>
    </dgm:pt>
    <dgm:pt modelId="{84C2FB58-5773-4D87-83B7-3BBBBF1ABCD6}" type="pres">
      <dgm:prSet presAssocID="{EBA57AB7-BBEE-4736-94DA-2721A5612DF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C4F42408-0907-4E80-9A2C-47C9B1829113}" type="pres">
      <dgm:prSet presAssocID="{EBA57AB7-BBEE-4736-94DA-2721A5612DFF}" presName="spaceRect" presStyleCnt="0"/>
      <dgm:spPr/>
    </dgm:pt>
    <dgm:pt modelId="{39F142F5-6991-4964-B789-250C17B06FFA}" type="pres">
      <dgm:prSet presAssocID="{EBA57AB7-BBEE-4736-94DA-2721A5612DFF}" presName="textRect" presStyleLbl="revTx" presStyleIdx="0" presStyleCnt="3">
        <dgm:presLayoutVars>
          <dgm:chMax val="1"/>
          <dgm:chPref val="1"/>
        </dgm:presLayoutVars>
      </dgm:prSet>
      <dgm:spPr/>
    </dgm:pt>
    <dgm:pt modelId="{FD48939A-ADE1-491C-981E-DABA953EDB7C}" type="pres">
      <dgm:prSet presAssocID="{06300467-A42E-4C20-A970-D3451A141E1B}" presName="sibTrans" presStyleCnt="0"/>
      <dgm:spPr/>
    </dgm:pt>
    <dgm:pt modelId="{E5B35D0E-08B3-40A0-9149-FBF807C3F179}" type="pres">
      <dgm:prSet presAssocID="{9008FC24-581E-4E73-B6C2-92793853F43A}" presName="compNode" presStyleCnt="0"/>
      <dgm:spPr/>
    </dgm:pt>
    <dgm:pt modelId="{632E7158-C6B4-4D5D-B735-CB6F53B40746}" type="pres">
      <dgm:prSet presAssocID="{9008FC24-581E-4E73-B6C2-92793853F43A}" presName="iconBgRect" presStyleLbl="bgShp" presStyleIdx="1" presStyleCnt="3"/>
      <dgm:spPr/>
    </dgm:pt>
    <dgm:pt modelId="{8FDB0B68-C2D8-434C-9826-B6659791383D}" type="pres">
      <dgm:prSet presAssocID="{9008FC24-581E-4E73-B6C2-92793853F43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5ECE6058-1248-48C8-A093-B3FFCF903D2E}" type="pres">
      <dgm:prSet presAssocID="{9008FC24-581E-4E73-B6C2-92793853F43A}" presName="spaceRect" presStyleCnt="0"/>
      <dgm:spPr/>
    </dgm:pt>
    <dgm:pt modelId="{EBCC43C5-41B2-4BC7-BA8B-9724F4C85329}" type="pres">
      <dgm:prSet presAssocID="{9008FC24-581E-4E73-B6C2-92793853F43A}" presName="textRect" presStyleLbl="revTx" presStyleIdx="1" presStyleCnt="3">
        <dgm:presLayoutVars>
          <dgm:chMax val="1"/>
          <dgm:chPref val="1"/>
        </dgm:presLayoutVars>
      </dgm:prSet>
      <dgm:spPr/>
    </dgm:pt>
    <dgm:pt modelId="{07C4CE03-294D-47BF-A58F-56EF19AC941B}" type="pres">
      <dgm:prSet presAssocID="{606FC364-E964-4C99-AA1E-63FEF665429E}" presName="sibTrans" presStyleCnt="0"/>
      <dgm:spPr/>
    </dgm:pt>
    <dgm:pt modelId="{3C4E2034-C3DA-4D01-947F-12E7CEB8CE62}" type="pres">
      <dgm:prSet presAssocID="{5DDA8E8A-4F1C-4DF5-8849-00C3B3192CFA}" presName="compNode" presStyleCnt="0"/>
      <dgm:spPr/>
    </dgm:pt>
    <dgm:pt modelId="{85F84339-4607-4B30-ADB3-28F2BD83243F}" type="pres">
      <dgm:prSet presAssocID="{5DDA8E8A-4F1C-4DF5-8849-00C3B3192CFA}" presName="iconBgRect" presStyleLbl="bgShp" presStyleIdx="2" presStyleCnt="3"/>
      <dgm:spPr/>
    </dgm:pt>
    <dgm:pt modelId="{6444327D-B6DC-4ED3-B5E8-D43C8503258E}" type="pres">
      <dgm:prSet presAssocID="{5DDA8E8A-4F1C-4DF5-8849-00C3B3192CF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chor"/>
        </a:ext>
      </dgm:extLst>
    </dgm:pt>
    <dgm:pt modelId="{37D80EA7-D157-4713-B6FC-FCA2F7A1FBFB}" type="pres">
      <dgm:prSet presAssocID="{5DDA8E8A-4F1C-4DF5-8849-00C3B3192CFA}" presName="spaceRect" presStyleCnt="0"/>
      <dgm:spPr/>
    </dgm:pt>
    <dgm:pt modelId="{8D6F0D30-76AC-43A7-B725-72416E4E3243}" type="pres">
      <dgm:prSet presAssocID="{5DDA8E8A-4F1C-4DF5-8849-00C3B3192CF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7E34007-A634-4E3B-93EF-64118E978FD1}" srcId="{DDD1DF3E-A756-4D72-BFA1-6C5160C52B8C}" destId="{EBA57AB7-BBEE-4736-94DA-2721A5612DFF}" srcOrd="0" destOrd="0" parTransId="{51EDAD1B-0FCF-41DC-B484-334A4AD119CC}" sibTransId="{06300467-A42E-4C20-A970-D3451A141E1B}"/>
    <dgm:cxn modelId="{C0561232-C25C-42AB-884F-1C30205EA1E3}" srcId="{DDD1DF3E-A756-4D72-BFA1-6C5160C52B8C}" destId="{5DDA8E8A-4F1C-4DF5-8849-00C3B3192CFA}" srcOrd="2" destOrd="0" parTransId="{E8A3CB46-B31F-4EAE-835F-4A1EAA892827}" sibTransId="{CC1B724E-A36A-4A06-B050-83165FDF8D67}"/>
    <dgm:cxn modelId="{1FBE9178-2D50-48BE-9D77-DC8C191311D1}" srcId="{DDD1DF3E-A756-4D72-BFA1-6C5160C52B8C}" destId="{9008FC24-581E-4E73-B6C2-92793853F43A}" srcOrd="1" destOrd="0" parTransId="{1D287D35-BAA1-49E1-A331-36A17D2D8518}" sibTransId="{606FC364-E964-4C99-AA1E-63FEF665429E}"/>
    <dgm:cxn modelId="{C1353C8C-729A-442D-9003-B7398A6F6060}" type="presOf" srcId="{9008FC24-581E-4E73-B6C2-92793853F43A}" destId="{EBCC43C5-41B2-4BC7-BA8B-9724F4C85329}" srcOrd="0" destOrd="0" presId="urn:microsoft.com/office/officeart/2018/5/layout/IconCircleLabelList"/>
    <dgm:cxn modelId="{C5C7488C-51CF-456E-87BE-51701858D637}" type="presOf" srcId="{EBA57AB7-BBEE-4736-94DA-2721A5612DFF}" destId="{39F142F5-6991-4964-B789-250C17B06FFA}" srcOrd="0" destOrd="0" presId="urn:microsoft.com/office/officeart/2018/5/layout/IconCircleLabelList"/>
    <dgm:cxn modelId="{82C4FA9E-2443-467C-8495-2E69956FA5FF}" type="presOf" srcId="{DDD1DF3E-A756-4D72-BFA1-6C5160C52B8C}" destId="{A493FCE6-3C7F-48BB-97F2-529D3A10D4BD}" srcOrd="0" destOrd="0" presId="urn:microsoft.com/office/officeart/2018/5/layout/IconCircleLabelList"/>
    <dgm:cxn modelId="{028DBDA2-2CDD-4F6D-AA52-FC9637D2E333}" type="presOf" srcId="{5DDA8E8A-4F1C-4DF5-8849-00C3B3192CFA}" destId="{8D6F0D30-76AC-43A7-B725-72416E4E3243}" srcOrd="0" destOrd="0" presId="urn:microsoft.com/office/officeart/2018/5/layout/IconCircleLabelList"/>
    <dgm:cxn modelId="{7068AE7E-32F9-47CE-A3CD-3A6846F7DE2B}" type="presParOf" srcId="{A493FCE6-3C7F-48BB-97F2-529D3A10D4BD}" destId="{A7F96D3B-1CE7-472D-99B1-9AB1A6D3869E}" srcOrd="0" destOrd="0" presId="urn:microsoft.com/office/officeart/2018/5/layout/IconCircleLabelList"/>
    <dgm:cxn modelId="{0AD97FA5-7AC0-4159-B7CA-E54602A8042A}" type="presParOf" srcId="{A7F96D3B-1CE7-472D-99B1-9AB1A6D3869E}" destId="{BB576772-23D5-4037-9455-894C8F613EF8}" srcOrd="0" destOrd="0" presId="urn:microsoft.com/office/officeart/2018/5/layout/IconCircleLabelList"/>
    <dgm:cxn modelId="{39FACCA3-F188-4E14-83D4-AE3FD426360D}" type="presParOf" srcId="{A7F96D3B-1CE7-472D-99B1-9AB1A6D3869E}" destId="{84C2FB58-5773-4D87-83B7-3BBBBF1ABCD6}" srcOrd="1" destOrd="0" presId="urn:microsoft.com/office/officeart/2018/5/layout/IconCircleLabelList"/>
    <dgm:cxn modelId="{8758D785-9CA6-4BA7-AFE2-3DDCDEC825E6}" type="presParOf" srcId="{A7F96D3B-1CE7-472D-99B1-9AB1A6D3869E}" destId="{C4F42408-0907-4E80-9A2C-47C9B1829113}" srcOrd="2" destOrd="0" presId="urn:microsoft.com/office/officeart/2018/5/layout/IconCircleLabelList"/>
    <dgm:cxn modelId="{0130ABC2-8496-4A92-98CB-1A66E0BE1BA3}" type="presParOf" srcId="{A7F96D3B-1CE7-472D-99B1-9AB1A6D3869E}" destId="{39F142F5-6991-4964-B789-250C17B06FFA}" srcOrd="3" destOrd="0" presId="urn:microsoft.com/office/officeart/2018/5/layout/IconCircleLabelList"/>
    <dgm:cxn modelId="{E7D4EB23-B1CE-4F05-80B5-CAB60EA444D1}" type="presParOf" srcId="{A493FCE6-3C7F-48BB-97F2-529D3A10D4BD}" destId="{FD48939A-ADE1-491C-981E-DABA953EDB7C}" srcOrd="1" destOrd="0" presId="urn:microsoft.com/office/officeart/2018/5/layout/IconCircleLabelList"/>
    <dgm:cxn modelId="{5BE34D0F-7984-45D8-B1A6-7A9DA14AB35E}" type="presParOf" srcId="{A493FCE6-3C7F-48BB-97F2-529D3A10D4BD}" destId="{E5B35D0E-08B3-40A0-9149-FBF807C3F179}" srcOrd="2" destOrd="0" presId="urn:microsoft.com/office/officeart/2018/5/layout/IconCircleLabelList"/>
    <dgm:cxn modelId="{291A6883-F9FA-453A-B8B2-8A50D7F4B839}" type="presParOf" srcId="{E5B35D0E-08B3-40A0-9149-FBF807C3F179}" destId="{632E7158-C6B4-4D5D-B735-CB6F53B40746}" srcOrd="0" destOrd="0" presId="urn:microsoft.com/office/officeart/2018/5/layout/IconCircleLabelList"/>
    <dgm:cxn modelId="{0732854C-4C74-4F8E-B85B-0758E55C2D37}" type="presParOf" srcId="{E5B35D0E-08B3-40A0-9149-FBF807C3F179}" destId="{8FDB0B68-C2D8-434C-9826-B6659791383D}" srcOrd="1" destOrd="0" presId="urn:microsoft.com/office/officeart/2018/5/layout/IconCircleLabelList"/>
    <dgm:cxn modelId="{9AA2CCCC-7929-4931-871B-DDDEE3C118CE}" type="presParOf" srcId="{E5B35D0E-08B3-40A0-9149-FBF807C3F179}" destId="{5ECE6058-1248-48C8-A093-B3FFCF903D2E}" srcOrd="2" destOrd="0" presId="urn:microsoft.com/office/officeart/2018/5/layout/IconCircleLabelList"/>
    <dgm:cxn modelId="{01775E5B-ADFA-4D9A-BB36-D2869FAD7C39}" type="presParOf" srcId="{E5B35D0E-08B3-40A0-9149-FBF807C3F179}" destId="{EBCC43C5-41B2-4BC7-BA8B-9724F4C85329}" srcOrd="3" destOrd="0" presId="urn:microsoft.com/office/officeart/2018/5/layout/IconCircleLabelList"/>
    <dgm:cxn modelId="{B5016837-0822-4D7E-918B-69F238D5C531}" type="presParOf" srcId="{A493FCE6-3C7F-48BB-97F2-529D3A10D4BD}" destId="{07C4CE03-294D-47BF-A58F-56EF19AC941B}" srcOrd="3" destOrd="0" presId="urn:microsoft.com/office/officeart/2018/5/layout/IconCircleLabelList"/>
    <dgm:cxn modelId="{996DCB1E-2A52-4324-9DBA-5864D074F3EA}" type="presParOf" srcId="{A493FCE6-3C7F-48BB-97F2-529D3A10D4BD}" destId="{3C4E2034-C3DA-4D01-947F-12E7CEB8CE62}" srcOrd="4" destOrd="0" presId="urn:microsoft.com/office/officeart/2018/5/layout/IconCircleLabelList"/>
    <dgm:cxn modelId="{9B49A6CB-412B-4AB2-A9FF-6B4503E7E859}" type="presParOf" srcId="{3C4E2034-C3DA-4D01-947F-12E7CEB8CE62}" destId="{85F84339-4607-4B30-ADB3-28F2BD83243F}" srcOrd="0" destOrd="0" presId="urn:microsoft.com/office/officeart/2018/5/layout/IconCircleLabelList"/>
    <dgm:cxn modelId="{BEB8FC2B-F350-471E-941A-0063BAF5C636}" type="presParOf" srcId="{3C4E2034-C3DA-4D01-947F-12E7CEB8CE62}" destId="{6444327D-B6DC-4ED3-B5E8-D43C8503258E}" srcOrd="1" destOrd="0" presId="urn:microsoft.com/office/officeart/2018/5/layout/IconCircleLabelList"/>
    <dgm:cxn modelId="{7C1C3669-7E5D-4C1E-9C69-3F23F6992E07}" type="presParOf" srcId="{3C4E2034-C3DA-4D01-947F-12E7CEB8CE62}" destId="{37D80EA7-D157-4713-B6FC-FCA2F7A1FBFB}" srcOrd="2" destOrd="0" presId="urn:microsoft.com/office/officeart/2018/5/layout/IconCircleLabelList"/>
    <dgm:cxn modelId="{D2FAE847-E15C-44E6-9422-9BDFD6A690D2}" type="presParOf" srcId="{3C4E2034-C3DA-4D01-947F-12E7CEB8CE62}" destId="{8D6F0D30-76AC-43A7-B725-72416E4E324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5FE3FE9-DD94-4042-9D32-5073F73DEEC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4D4FD2C-BD15-4695-9B9E-CAE5F6E4DC64}">
      <dgm:prSet/>
      <dgm:spPr/>
      <dgm:t>
        <a:bodyPr/>
        <a:lstStyle/>
        <a:p>
          <a:pPr>
            <a:defRPr cap="all"/>
          </a:pPr>
          <a:r>
            <a:rPr lang="en-US"/>
            <a:t>• Great for new data‑driven &amp; gen‑AI apps</a:t>
          </a:r>
        </a:p>
      </dgm:t>
    </dgm:pt>
    <dgm:pt modelId="{0D778F5A-B715-440E-B59A-EE1A05D56F6E}" type="parTrans" cxnId="{BB334065-93B5-43FD-A536-3677BA1C9D57}">
      <dgm:prSet/>
      <dgm:spPr/>
      <dgm:t>
        <a:bodyPr/>
        <a:lstStyle/>
        <a:p>
          <a:endParaRPr lang="en-US"/>
        </a:p>
      </dgm:t>
    </dgm:pt>
    <dgm:pt modelId="{165E8007-011F-4657-B915-0A933271B5B2}" type="sibTrans" cxnId="{BB334065-93B5-43FD-A536-3677BA1C9D57}">
      <dgm:prSet/>
      <dgm:spPr/>
      <dgm:t>
        <a:bodyPr/>
        <a:lstStyle/>
        <a:p>
          <a:endParaRPr lang="en-US"/>
        </a:p>
      </dgm:t>
    </dgm:pt>
    <dgm:pt modelId="{40FF4C90-C497-4FE5-9309-6FA70C875EC5}">
      <dgm:prSet/>
      <dgm:spPr/>
      <dgm:t>
        <a:bodyPr/>
        <a:lstStyle/>
        <a:p>
          <a:pPr>
            <a:defRPr cap="all"/>
          </a:pPr>
          <a:r>
            <a:rPr lang="en-US"/>
            <a:t>• Also ideal for established web‑scale workloads</a:t>
          </a:r>
        </a:p>
      </dgm:t>
    </dgm:pt>
    <dgm:pt modelId="{A18AB9E8-05D6-4894-9857-4AAE91069754}" type="parTrans" cxnId="{4A052F71-A5C5-4667-A84D-68023DE98911}">
      <dgm:prSet/>
      <dgm:spPr/>
      <dgm:t>
        <a:bodyPr/>
        <a:lstStyle/>
        <a:p>
          <a:endParaRPr lang="en-US"/>
        </a:p>
      </dgm:t>
    </dgm:pt>
    <dgm:pt modelId="{392876A5-2D7D-4EEE-8B97-C6881C379DF3}" type="sibTrans" cxnId="{4A052F71-A5C5-4667-A84D-68023DE98911}">
      <dgm:prSet/>
      <dgm:spPr/>
      <dgm:t>
        <a:bodyPr/>
        <a:lstStyle/>
        <a:p>
          <a:endParaRPr lang="en-US"/>
        </a:p>
      </dgm:t>
    </dgm:pt>
    <dgm:pt modelId="{51EA1345-E7BA-4D09-B518-D3876BE57284}" type="pres">
      <dgm:prSet presAssocID="{25FE3FE9-DD94-4042-9D32-5073F73DEEC3}" presName="root" presStyleCnt="0">
        <dgm:presLayoutVars>
          <dgm:dir/>
          <dgm:resizeHandles val="exact"/>
        </dgm:presLayoutVars>
      </dgm:prSet>
      <dgm:spPr/>
    </dgm:pt>
    <dgm:pt modelId="{279A4045-34E8-4AE5-A3B8-2C5A68DCB5A0}" type="pres">
      <dgm:prSet presAssocID="{34D4FD2C-BD15-4695-9B9E-CAE5F6E4DC64}" presName="compNode" presStyleCnt="0"/>
      <dgm:spPr/>
    </dgm:pt>
    <dgm:pt modelId="{3B2EAF3F-CA12-49AA-9A43-ABC130C3293D}" type="pres">
      <dgm:prSet presAssocID="{34D4FD2C-BD15-4695-9B9E-CAE5F6E4DC64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5DCAF914-A852-4727-967D-BD3D2A334ABD}" type="pres">
      <dgm:prSet presAssocID="{34D4FD2C-BD15-4695-9B9E-CAE5F6E4DC6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74352010-3AA2-4B31-A199-9693E9C502DD}" type="pres">
      <dgm:prSet presAssocID="{34D4FD2C-BD15-4695-9B9E-CAE5F6E4DC64}" presName="spaceRect" presStyleCnt="0"/>
      <dgm:spPr/>
    </dgm:pt>
    <dgm:pt modelId="{9111A131-9389-42E0-9894-21C24A739E46}" type="pres">
      <dgm:prSet presAssocID="{34D4FD2C-BD15-4695-9B9E-CAE5F6E4DC64}" presName="textRect" presStyleLbl="revTx" presStyleIdx="0" presStyleCnt="2">
        <dgm:presLayoutVars>
          <dgm:chMax val="1"/>
          <dgm:chPref val="1"/>
        </dgm:presLayoutVars>
      </dgm:prSet>
      <dgm:spPr/>
    </dgm:pt>
    <dgm:pt modelId="{941AF77A-065B-4B1A-8190-A62CC98F40A1}" type="pres">
      <dgm:prSet presAssocID="{165E8007-011F-4657-B915-0A933271B5B2}" presName="sibTrans" presStyleCnt="0"/>
      <dgm:spPr/>
    </dgm:pt>
    <dgm:pt modelId="{C948915C-2BE2-435B-B0F0-B8C9C6A42838}" type="pres">
      <dgm:prSet presAssocID="{40FF4C90-C497-4FE5-9309-6FA70C875EC5}" presName="compNode" presStyleCnt="0"/>
      <dgm:spPr/>
    </dgm:pt>
    <dgm:pt modelId="{A808E706-F0BF-45B8-BD6B-1224E62C3A8B}" type="pres">
      <dgm:prSet presAssocID="{40FF4C90-C497-4FE5-9309-6FA70C875EC5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E2E957E5-EF42-46C3-A503-6918F72F5827}" type="pres">
      <dgm:prSet presAssocID="{40FF4C90-C497-4FE5-9309-6FA70C875EC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E31AF51B-4F2D-46B4-A474-54A533505A1F}" type="pres">
      <dgm:prSet presAssocID="{40FF4C90-C497-4FE5-9309-6FA70C875EC5}" presName="spaceRect" presStyleCnt="0"/>
      <dgm:spPr/>
    </dgm:pt>
    <dgm:pt modelId="{52592607-CF67-4D08-8391-BC686B24DD3F}" type="pres">
      <dgm:prSet presAssocID="{40FF4C90-C497-4FE5-9309-6FA70C875EC5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114162E-3C48-4C16-AB69-9F7505703C9A}" type="presOf" srcId="{40FF4C90-C497-4FE5-9309-6FA70C875EC5}" destId="{52592607-CF67-4D08-8391-BC686B24DD3F}" srcOrd="0" destOrd="0" presId="urn:microsoft.com/office/officeart/2018/5/layout/IconLeafLabelList"/>
    <dgm:cxn modelId="{BB334065-93B5-43FD-A536-3677BA1C9D57}" srcId="{25FE3FE9-DD94-4042-9D32-5073F73DEEC3}" destId="{34D4FD2C-BD15-4695-9B9E-CAE5F6E4DC64}" srcOrd="0" destOrd="0" parTransId="{0D778F5A-B715-440E-B59A-EE1A05D56F6E}" sibTransId="{165E8007-011F-4657-B915-0A933271B5B2}"/>
    <dgm:cxn modelId="{4A052F71-A5C5-4667-A84D-68023DE98911}" srcId="{25FE3FE9-DD94-4042-9D32-5073F73DEEC3}" destId="{40FF4C90-C497-4FE5-9309-6FA70C875EC5}" srcOrd="1" destOrd="0" parTransId="{A18AB9E8-05D6-4894-9857-4AAE91069754}" sibTransId="{392876A5-2D7D-4EEE-8B97-C6881C379DF3}"/>
    <dgm:cxn modelId="{DF8AE0E3-AD53-49D3-8B9D-965A459145B6}" type="presOf" srcId="{25FE3FE9-DD94-4042-9D32-5073F73DEEC3}" destId="{51EA1345-E7BA-4D09-B518-D3876BE57284}" srcOrd="0" destOrd="0" presId="urn:microsoft.com/office/officeart/2018/5/layout/IconLeafLabelList"/>
    <dgm:cxn modelId="{D71B58E7-080C-4048-B2E1-B57152E80718}" type="presOf" srcId="{34D4FD2C-BD15-4695-9B9E-CAE5F6E4DC64}" destId="{9111A131-9389-42E0-9894-21C24A739E46}" srcOrd="0" destOrd="0" presId="urn:microsoft.com/office/officeart/2018/5/layout/IconLeafLabelList"/>
    <dgm:cxn modelId="{C1E7FD42-19CA-486E-84C7-7FD255FAD91A}" type="presParOf" srcId="{51EA1345-E7BA-4D09-B518-D3876BE57284}" destId="{279A4045-34E8-4AE5-A3B8-2C5A68DCB5A0}" srcOrd="0" destOrd="0" presId="urn:microsoft.com/office/officeart/2018/5/layout/IconLeafLabelList"/>
    <dgm:cxn modelId="{97914615-58FE-4F8C-9F25-24C5DADAF945}" type="presParOf" srcId="{279A4045-34E8-4AE5-A3B8-2C5A68DCB5A0}" destId="{3B2EAF3F-CA12-49AA-9A43-ABC130C3293D}" srcOrd="0" destOrd="0" presId="urn:microsoft.com/office/officeart/2018/5/layout/IconLeafLabelList"/>
    <dgm:cxn modelId="{403FCA6D-7205-4E2B-8F3A-3CB01E7A64C5}" type="presParOf" srcId="{279A4045-34E8-4AE5-A3B8-2C5A68DCB5A0}" destId="{5DCAF914-A852-4727-967D-BD3D2A334ABD}" srcOrd="1" destOrd="0" presId="urn:microsoft.com/office/officeart/2018/5/layout/IconLeafLabelList"/>
    <dgm:cxn modelId="{BDDC93A3-E179-4320-B502-5BF9940A307F}" type="presParOf" srcId="{279A4045-34E8-4AE5-A3B8-2C5A68DCB5A0}" destId="{74352010-3AA2-4B31-A199-9693E9C502DD}" srcOrd="2" destOrd="0" presId="urn:microsoft.com/office/officeart/2018/5/layout/IconLeafLabelList"/>
    <dgm:cxn modelId="{2FCB7BFD-FF7A-4B34-8382-B33779D71411}" type="presParOf" srcId="{279A4045-34E8-4AE5-A3B8-2C5A68DCB5A0}" destId="{9111A131-9389-42E0-9894-21C24A739E46}" srcOrd="3" destOrd="0" presId="urn:microsoft.com/office/officeart/2018/5/layout/IconLeafLabelList"/>
    <dgm:cxn modelId="{847779AD-965D-4E31-AE47-78DD4827B296}" type="presParOf" srcId="{51EA1345-E7BA-4D09-B518-D3876BE57284}" destId="{941AF77A-065B-4B1A-8190-A62CC98F40A1}" srcOrd="1" destOrd="0" presId="urn:microsoft.com/office/officeart/2018/5/layout/IconLeafLabelList"/>
    <dgm:cxn modelId="{FC9B00C6-ED01-4DB3-8BFA-B491E3839B46}" type="presParOf" srcId="{51EA1345-E7BA-4D09-B518-D3876BE57284}" destId="{C948915C-2BE2-435B-B0F0-B8C9C6A42838}" srcOrd="2" destOrd="0" presId="urn:microsoft.com/office/officeart/2018/5/layout/IconLeafLabelList"/>
    <dgm:cxn modelId="{B20B2D74-08EF-4A72-9B0A-A237CE1F4575}" type="presParOf" srcId="{C948915C-2BE2-435B-B0F0-B8C9C6A42838}" destId="{A808E706-F0BF-45B8-BD6B-1224E62C3A8B}" srcOrd="0" destOrd="0" presId="urn:microsoft.com/office/officeart/2018/5/layout/IconLeafLabelList"/>
    <dgm:cxn modelId="{6B9063CC-3BB4-4248-B7C2-8B366C485A93}" type="presParOf" srcId="{C948915C-2BE2-435B-B0F0-B8C9C6A42838}" destId="{E2E957E5-EF42-46C3-A503-6918F72F5827}" srcOrd="1" destOrd="0" presId="urn:microsoft.com/office/officeart/2018/5/layout/IconLeafLabelList"/>
    <dgm:cxn modelId="{087BEE0D-D1C1-410C-9867-83EBC343BE9E}" type="presParOf" srcId="{C948915C-2BE2-435B-B0F0-B8C9C6A42838}" destId="{E31AF51B-4F2D-46B4-A474-54A533505A1F}" srcOrd="2" destOrd="0" presId="urn:microsoft.com/office/officeart/2018/5/layout/IconLeafLabelList"/>
    <dgm:cxn modelId="{4B1C7772-F2C5-4929-86B9-E957105DA522}" type="presParOf" srcId="{C948915C-2BE2-435B-B0F0-B8C9C6A42838}" destId="{52592607-CF67-4D08-8391-BC686B24DD3F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226A017-7AB8-4B85-9BAD-E1DF396227A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4C49530-9470-4CEA-B104-AC532B7F2987}">
      <dgm:prSet/>
      <dgm:spPr/>
      <dgm:t>
        <a:bodyPr/>
        <a:lstStyle/>
        <a:p>
          <a:r>
            <a:rPr lang="en-US"/>
            <a:t>• Consider access patterns &amp; workload predictability</a:t>
          </a:r>
        </a:p>
      </dgm:t>
    </dgm:pt>
    <dgm:pt modelId="{E343AB16-5A8F-4AF5-A5BE-D5EFAB89C34E}" type="parTrans" cxnId="{70700310-C6FD-4E23-8340-53D87703BE80}">
      <dgm:prSet/>
      <dgm:spPr/>
      <dgm:t>
        <a:bodyPr/>
        <a:lstStyle/>
        <a:p>
          <a:endParaRPr lang="en-US"/>
        </a:p>
      </dgm:t>
    </dgm:pt>
    <dgm:pt modelId="{EE54CDD8-07AD-4337-A881-EE2B45D4CCA0}" type="sibTrans" cxnId="{70700310-C6FD-4E23-8340-53D87703BE80}">
      <dgm:prSet/>
      <dgm:spPr/>
      <dgm:t>
        <a:bodyPr/>
        <a:lstStyle/>
        <a:p>
          <a:endParaRPr lang="en-US"/>
        </a:p>
      </dgm:t>
    </dgm:pt>
    <dgm:pt modelId="{C599F723-F0F2-4D39-9862-80DC08423C7C}">
      <dgm:prSet/>
      <dgm:spPr/>
      <dgm:t>
        <a:bodyPr/>
        <a:lstStyle/>
        <a:p>
          <a:r>
            <a:rPr lang="en-US"/>
            <a:t>• Balance cost vs performance</a:t>
          </a:r>
        </a:p>
      </dgm:t>
    </dgm:pt>
    <dgm:pt modelId="{B57B95C4-03DD-4E7B-9895-3707F2DACCB2}" type="parTrans" cxnId="{C978E6E1-FBE7-4C5A-8314-D3CC78008D46}">
      <dgm:prSet/>
      <dgm:spPr/>
      <dgm:t>
        <a:bodyPr/>
        <a:lstStyle/>
        <a:p>
          <a:endParaRPr lang="en-US"/>
        </a:p>
      </dgm:t>
    </dgm:pt>
    <dgm:pt modelId="{5F651478-C4B7-48AA-BC94-4ADAD7506578}" type="sibTrans" cxnId="{C978E6E1-FBE7-4C5A-8314-D3CC78008D46}">
      <dgm:prSet/>
      <dgm:spPr/>
      <dgm:t>
        <a:bodyPr/>
        <a:lstStyle/>
        <a:p>
          <a:endParaRPr lang="en-US"/>
        </a:p>
      </dgm:t>
    </dgm:pt>
    <dgm:pt modelId="{F450400B-27B4-4160-93A8-6D10858496B2}">
      <dgm:prSet/>
      <dgm:spPr/>
      <dgm:t>
        <a:bodyPr/>
        <a:lstStyle/>
        <a:p>
          <a:r>
            <a:rPr lang="en-US"/>
            <a:t>• Switch without code or downtime</a:t>
          </a:r>
        </a:p>
      </dgm:t>
    </dgm:pt>
    <dgm:pt modelId="{6AD1567C-9C9C-40C5-B236-A935D53D32B4}" type="parTrans" cxnId="{D7E058DD-4A55-4D66-A185-DAB8D77F8A37}">
      <dgm:prSet/>
      <dgm:spPr/>
      <dgm:t>
        <a:bodyPr/>
        <a:lstStyle/>
        <a:p>
          <a:endParaRPr lang="en-US"/>
        </a:p>
      </dgm:t>
    </dgm:pt>
    <dgm:pt modelId="{E92091E1-7771-452C-9AA0-82590C4A96D9}" type="sibTrans" cxnId="{D7E058DD-4A55-4D66-A185-DAB8D77F8A37}">
      <dgm:prSet/>
      <dgm:spPr/>
      <dgm:t>
        <a:bodyPr/>
        <a:lstStyle/>
        <a:p>
          <a:endParaRPr lang="en-US"/>
        </a:p>
      </dgm:t>
    </dgm:pt>
    <dgm:pt modelId="{01FA2A50-AFDD-4481-A494-D970C07868CC}" type="pres">
      <dgm:prSet presAssocID="{E226A017-7AB8-4B85-9BAD-E1DF396227A3}" presName="root" presStyleCnt="0">
        <dgm:presLayoutVars>
          <dgm:dir/>
          <dgm:resizeHandles val="exact"/>
        </dgm:presLayoutVars>
      </dgm:prSet>
      <dgm:spPr/>
    </dgm:pt>
    <dgm:pt modelId="{98F80B70-C8BA-4A0D-9F6A-E45C64CD74E0}" type="pres">
      <dgm:prSet presAssocID="{A4C49530-9470-4CEA-B104-AC532B7F2987}" presName="compNode" presStyleCnt="0"/>
      <dgm:spPr/>
    </dgm:pt>
    <dgm:pt modelId="{6EBA7813-5498-456A-9EE2-445088696936}" type="pres">
      <dgm:prSet presAssocID="{A4C49530-9470-4CEA-B104-AC532B7F298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06CA8E7A-AC23-48D1-AFC4-EAE9820D17E8}" type="pres">
      <dgm:prSet presAssocID="{A4C49530-9470-4CEA-B104-AC532B7F2987}" presName="spaceRect" presStyleCnt="0"/>
      <dgm:spPr/>
    </dgm:pt>
    <dgm:pt modelId="{86E3D6C6-A891-4B07-B17A-056209CDD214}" type="pres">
      <dgm:prSet presAssocID="{A4C49530-9470-4CEA-B104-AC532B7F2987}" presName="textRect" presStyleLbl="revTx" presStyleIdx="0" presStyleCnt="3">
        <dgm:presLayoutVars>
          <dgm:chMax val="1"/>
          <dgm:chPref val="1"/>
        </dgm:presLayoutVars>
      </dgm:prSet>
      <dgm:spPr/>
    </dgm:pt>
    <dgm:pt modelId="{ABA73D01-4E6A-4411-BD98-73CDEE788E75}" type="pres">
      <dgm:prSet presAssocID="{EE54CDD8-07AD-4337-A881-EE2B45D4CCA0}" presName="sibTrans" presStyleCnt="0"/>
      <dgm:spPr/>
    </dgm:pt>
    <dgm:pt modelId="{FCC7EFE3-7F98-4559-BC45-FA94A90B09AC}" type="pres">
      <dgm:prSet presAssocID="{C599F723-F0F2-4D39-9862-80DC08423C7C}" presName="compNode" presStyleCnt="0"/>
      <dgm:spPr/>
    </dgm:pt>
    <dgm:pt modelId="{E4530A5A-2B42-4DD0-BB92-24A0627CC212}" type="pres">
      <dgm:prSet presAssocID="{C599F723-F0F2-4D39-9862-80DC08423C7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724652A6-DDA5-4691-90DA-F8251F7B4A71}" type="pres">
      <dgm:prSet presAssocID="{C599F723-F0F2-4D39-9862-80DC08423C7C}" presName="spaceRect" presStyleCnt="0"/>
      <dgm:spPr/>
    </dgm:pt>
    <dgm:pt modelId="{743A04B8-9318-4750-897D-E6A381CEA7C0}" type="pres">
      <dgm:prSet presAssocID="{C599F723-F0F2-4D39-9862-80DC08423C7C}" presName="textRect" presStyleLbl="revTx" presStyleIdx="1" presStyleCnt="3">
        <dgm:presLayoutVars>
          <dgm:chMax val="1"/>
          <dgm:chPref val="1"/>
        </dgm:presLayoutVars>
      </dgm:prSet>
      <dgm:spPr/>
    </dgm:pt>
    <dgm:pt modelId="{6F12BDCB-3163-4189-A3B7-206FFF3C4F5D}" type="pres">
      <dgm:prSet presAssocID="{5F651478-C4B7-48AA-BC94-4ADAD7506578}" presName="sibTrans" presStyleCnt="0"/>
      <dgm:spPr/>
    </dgm:pt>
    <dgm:pt modelId="{A25E9D2F-7234-45D9-9085-371913902CDF}" type="pres">
      <dgm:prSet presAssocID="{F450400B-27B4-4160-93A8-6D10858496B2}" presName="compNode" presStyleCnt="0"/>
      <dgm:spPr/>
    </dgm:pt>
    <dgm:pt modelId="{87CDADCE-3F30-4920-874E-6087E46808D2}" type="pres">
      <dgm:prSet presAssocID="{F450400B-27B4-4160-93A8-6D10858496B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B95141D1-A4F8-4E03-9ACF-A15BAA5F55C2}" type="pres">
      <dgm:prSet presAssocID="{F450400B-27B4-4160-93A8-6D10858496B2}" presName="spaceRect" presStyleCnt="0"/>
      <dgm:spPr/>
    </dgm:pt>
    <dgm:pt modelId="{D73D2229-9AC7-41A0-B67B-7663B7E75C19}" type="pres">
      <dgm:prSet presAssocID="{F450400B-27B4-4160-93A8-6D10858496B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0700310-C6FD-4E23-8340-53D87703BE80}" srcId="{E226A017-7AB8-4B85-9BAD-E1DF396227A3}" destId="{A4C49530-9470-4CEA-B104-AC532B7F2987}" srcOrd="0" destOrd="0" parTransId="{E343AB16-5A8F-4AF5-A5BE-D5EFAB89C34E}" sibTransId="{EE54CDD8-07AD-4337-A881-EE2B45D4CCA0}"/>
    <dgm:cxn modelId="{28AA9518-A787-4A59-AC6B-13F0CE4EB504}" type="presOf" srcId="{F450400B-27B4-4160-93A8-6D10858496B2}" destId="{D73D2229-9AC7-41A0-B67B-7663B7E75C19}" srcOrd="0" destOrd="0" presId="urn:microsoft.com/office/officeart/2018/2/layout/IconLabelList"/>
    <dgm:cxn modelId="{29CD019D-7EB2-4666-9958-289CC1C25C23}" type="presOf" srcId="{C599F723-F0F2-4D39-9862-80DC08423C7C}" destId="{743A04B8-9318-4750-897D-E6A381CEA7C0}" srcOrd="0" destOrd="0" presId="urn:microsoft.com/office/officeart/2018/2/layout/IconLabelList"/>
    <dgm:cxn modelId="{D7E058DD-4A55-4D66-A185-DAB8D77F8A37}" srcId="{E226A017-7AB8-4B85-9BAD-E1DF396227A3}" destId="{F450400B-27B4-4160-93A8-6D10858496B2}" srcOrd="2" destOrd="0" parTransId="{6AD1567C-9C9C-40C5-B236-A935D53D32B4}" sibTransId="{E92091E1-7771-452C-9AA0-82590C4A96D9}"/>
    <dgm:cxn modelId="{C978E6E1-FBE7-4C5A-8314-D3CC78008D46}" srcId="{E226A017-7AB8-4B85-9BAD-E1DF396227A3}" destId="{C599F723-F0F2-4D39-9862-80DC08423C7C}" srcOrd="1" destOrd="0" parTransId="{B57B95C4-03DD-4E7B-9895-3707F2DACCB2}" sibTransId="{5F651478-C4B7-48AA-BC94-4ADAD7506578}"/>
    <dgm:cxn modelId="{9E480CF5-0095-458B-9CEE-A53B61A48E0B}" type="presOf" srcId="{A4C49530-9470-4CEA-B104-AC532B7F2987}" destId="{86E3D6C6-A891-4B07-B17A-056209CDD214}" srcOrd="0" destOrd="0" presId="urn:microsoft.com/office/officeart/2018/2/layout/IconLabelList"/>
    <dgm:cxn modelId="{026218F7-F726-4CCE-84D7-E4393B5F4FEB}" type="presOf" srcId="{E226A017-7AB8-4B85-9BAD-E1DF396227A3}" destId="{01FA2A50-AFDD-4481-A494-D970C07868CC}" srcOrd="0" destOrd="0" presId="urn:microsoft.com/office/officeart/2018/2/layout/IconLabelList"/>
    <dgm:cxn modelId="{E8BAD8A4-294E-4CB7-A378-1E5A194366E3}" type="presParOf" srcId="{01FA2A50-AFDD-4481-A494-D970C07868CC}" destId="{98F80B70-C8BA-4A0D-9F6A-E45C64CD74E0}" srcOrd="0" destOrd="0" presId="urn:microsoft.com/office/officeart/2018/2/layout/IconLabelList"/>
    <dgm:cxn modelId="{B5D6F24B-533D-46D6-A803-9E8AAF4901A3}" type="presParOf" srcId="{98F80B70-C8BA-4A0D-9F6A-E45C64CD74E0}" destId="{6EBA7813-5498-456A-9EE2-445088696936}" srcOrd="0" destOrd="0" presId="urn:microsoft.com/office/officeart/2018/2/layout/IconLabelList"/>
    <dgm:cxn modelId="{6FE0F955-B246-4A19-A417-DF36D2731454}" type="presParOf" srcId="{98F80B70-C8BA-4A0D-9F6A-E45C64CD74E0}" destId="{06CA8E7A-AC23-48D1-AFC4-EAE9820D17E8}" srcOrd="1" destOrd="0" presId="urn:microsoft.com/office/officeart/2018/2/layout/IconLabelList"/>
    <dgm:cxn modelId="{36AB5C54-F8C4-4626-BE0D-EFF53FC0E95E}" type="presParOf" srcId="{98F80B70-C8BA-4A0D-9F6A-E45C64CD74E0}" destId="{86E3D6C6-A891-4B07-B17A-056209CDD214}" srcOrd="2" destOrd="0" presId="urn:microsoft.com/office/officeart/2018/2/layout/IconLabelList"/>
    <dgm:cxn modelId="{7A052202-7E4D-490E-BC99-DFD6DE075FD5}" type="presParOf" srcId="{01FA2A50-AFDD-4481-A494-D970C07868CC}" destId="{ABA73D01-4E6A-4411-BD98-73CDEE788E75}" srcOrd="1" destOrd="0" presId="urn:microsoft.com/office/officeart/2018/2/layout/IconLabelList"/>
    <dgm:cxn modelId="{B647D3E1-53CF-4C1A-8A4A-B923DAEDA5B4}" type="presParOf" srcId="{01FA2A50-AFDD-4481-A494-D970C07868CC}" destId="{FCC7EFE3-7F98-4559-BC45-FA94A90B09AC}" srcOrd="2" destOrd="0" presId="urn:microsoft.com/office/officeart/2018/2/layout/IconLabelList"/>
    <dgm:cxn modelId="{ECD0ED94-7FBD-45E7-80B2-901EAC930E5D}" type="presParOf" srcId="{FCC7EFE3-7F98-4559-BC45-FA94A90B09AC}" destId="{E4530A5A-2B42-4DD0-BB92-24A0627CC212}" srcOrd="0" destOrd="0" presId="urn:microsoft.com/office/officeart/2018/2/layout/IconLabelList"/>
    <dgm:cxn modelId="{6982C9D1-1F27-4FD1-AC5E-870C06BA4220}" type="presParOf" srcId="{FCC7EFE3-7F98-4559-BC45-FA94A90B09AC}" destId="{724652A6-DDA5-4691-90DA-F8251F7B4A71}" srcOrd="1" destOrd="0" presId="urn:microsoft.com/office/officeart/2018/2/layout/IconLabelList"/>
    <dgm:cxn modelId="{E4394D63-B0AB-44C4-AD54-F5DC3547A115}" type="presParOf" srcId="{FCC7EFE3-7F98-4559-BC45-FA94A90B09AC}" destId="{743A04B8-9318-4750-897D-E6A381CEA7C0}" srcOrd="2" destOrd="0" presId="urn:microsoft.com/office/officeart/2018/2/layout/IconLabelList"/>
    <dgm:cxn modelId="{BFD48E2F-FFF2-4FB3-B8A3-9866694A51B5}" type="presParOf" srcId="{01FA2A50-AFDD-4481-A494-D970C07868CC}" destId="{6F12BDCB-3163-4189-A3B7-206FFF3C4F5D}" srcOrd="3" destOrd="0" presId="urn:microsoft.com/office/officeart/2018/2/layout/IconLabelList"/>
    <dgm:cxn modelId="{63399AB4-2B57-4C7D-8DA2-5C2D5A3908F8}" type="presParOf" srcId="{01FA2A50-AFDD-4481-A494-D970C07868CC}" destId="{A25E9D2F-7234-45D9-9085-371913902CDF}" srcOrd="4" destOrd="0" presId="urn:microsoft.com/office/officeart/2018/2/layout/IconLabelList"/>
    <dgm:cxn modelId="{D3903BEB-4DB8-4089-BC44-AF87CB7A495E}" type="presParOf" srcId="{A25E9D2F-7234-45D9-9085-371913902CDF}" destId="{87CDADCE-3F30-4920-874E-6087E46808D2}" srcOrd="0" destOrd="0" presId="urn:microsoft.com/office/officeart/2018/2/layout/IconLabelList"/>
    <dgm:cxn modelId="{A27B322B-470F-431F-8227-C4CE4117C69F}" type="presParOf" srcId="{A25E9D2F-7234-45D9-9085-371913902CDF}" destId="{B95141D1-A4F8-4E03-9ACF-A15BAA5F55C2}" srcOrd="1" destOrd="0" presId="urn:microsoft.com/office/officeart/2018/2/layout/IconLabelList"/>
    <dgm:cxn modelId="{1934F4F0-3E8A-4CB5-8055-7D9C8EA642D1}" type="presParOf" srcId="{A25E9D2F-7234-45D9-9085-371913902CDF}" destId="{D73D2229-9AC7-41A0-B67B-7663B7E75C1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0668A2E-0A6B-45E4-8B08-6A7284ED7CE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864C113-A2F7-4F17-8AB2-F6AB5433B14C}">
      <dgm:prSet/>
      <dgm:spPr/>
      <dgm:t>
        <a:bodyPr/>
        <a:lstStyle/>
        <a:p>
          <a:pPr>
            <a:defRPr cap="all"/>
          </a:pPr>
          <a:r>
            <a:rPr lang="en-US"/>
            <a:t>• Data lives in partitions on SSDs</a:t>
          </a:r>
        </a:p>
      </dgm:t>
    </dgm:pt>
    <dgm:pt modelId="{D53BD737-EC79-4F92-BE01-6394C1898F98}" type="parTrans" cxnId="{A2CF8F0E-B714-45FA-87B6-FCEA77091149}">
      <dgm:prSet/>
      <dgm:spPr/>
      <dgm:t>
        <a:bodyPr/>
        <a:lstStyle/>
        <a:p>
          <a:endParaRPr lang="en-US"/>
        </a:p>
      </dgm:t>
    </dgm:pt>
    <dgm:pt modelId="{8F6B70B1-9ACA-4F88-9DA9-705B75CD369C}" type="sibTrans" cxnId="{A2CF8F0E-B714-45FA-87B6-FCEA77091149}">
      <dgm:prSet/>
      <dgm:spPr/>
      <dgm:t>
        <a:bodyPr/>
        <a:lstStyle/>
        <a:p>
          <a:endParaRPr lang="en-US"/>
        </a:p>
      </dgm:t>
    </dgm:pt>
    <dgm:pt modelId="{6716B8BE-F11C-464E-A938-0FE6C46E2264}">
      <dgm:prSet/>
      <dgm:spPr/>
      <dgm:t>
        <a:bodyPr/>
        <a:lstStyle/>
        <a:p>
          <a:pPr>
            <a:defRPr cap="all"/>
          </a:pPr>
          <a:r>
            <a:rPr lang="en-US"/>
            <a:t>• Partitions auto‑managed and replicated across AZs</a:t>
          </a:r>
        </a:p>
      </dgm:t>
    </dgm:pt>
    <dgm:pt modelId="{0E2C9735-311E-475E-B462-1737173B1F1B}" type="parTrans" cxnId="{071C9126-0E48-41B4-8140-2B6FB6E9115B}">
      <dgm:prSet/>
      <dgm:spPr/>
      <dgm:t>
        <a:bodyPr/>
        <a:lstStyle/>
        <a:p>
          <a:endParaRPr lang="en-US"/>
        </a:p>
      </dgm:t>
    </dgm:pt>
    <dgm:pt modelId="{6566834B-10AD-4743-8099-B693CAEB6E2D}" type="sibTrans" cxnId="{071C9126-0E48-41B4-8140-2B6FB6E9115B}">
      <dgm:prSet/>
      <dgm:spPr/>
      <dgm:t>
        <a:bodyPr/>
        <a:lstStyle/>
        <a:p>
          <a:endParaRPr lang="en-US"/>
        </a:p>
      </dgm:t>
    </dgm:pt>
    <dgm:pt modelId="{BC214976-D3D3-49A6-AD86-0EBEEB13F444}" type="pres">
      <dgm:prSet presAssocID="{E0668A2E-0A6B-45E4-8B08-6A7284ED7CE7}" presName="root" presStyleCnt="0">
        <dgm:presLayoutVars>
          <dgm:dir/>
          <dgm:resizeHandles val="exact"/>
        </dgm:presLayoutVars>
      </dgm:prSet>
      <dgm:spPr/>
    </dgm:pt>
    <dgm:pt modelId="{4D05C7CA-34DE-47B1-886B-4E74442D3B2A}" type="pres">
      <dgm:prSet presAssocID="{E864C113-A2F7-4F17-8AB2-F6AB5433B14C}" presName="compNode" presStyleCnt="0"/>
      <dgm:spPr/>
    </dgm:pt>
    <dgm:pt modelId="{994D623F-CB1E-4C6B-88E0-15E928233A17}" type="pres">
      <dgm:prSet presAssocID="{E864C113-A2F7-4F17-8AB2-F6AB5433B14C}" presName="iconBgRect" presStyleLbl="bgShp" presStyleIdx="0" presStyleCnt="2"/>
      <dgm:spPr/>
    </dgm:pt>
    <dgm:pt modelId="{81C8FF02-8312-492E-96A6-0883B2190386}" type="pres">
      <dgm:prSet presAssocID="{E864C113-A2F7-4F17-8AB2-F6AB5433B14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FE8215A9-E5B2-4597-8856-8654511F4B90}" type="pres">
      <dgm:prSet presAssocID="{E864C113-A2F7-4F17-8AB2-F6AB5433B14C}" presName="spaceRect" presStyleCnt="0"/>
      <dgm:spPr/>
    </dgm:pt>
    <dgm:pt modelId="{036939BE-5D1F-4B20-B772-BEE2AA8F8769}" type="pres">
      <dgm:prSet presAssocID="{E864C113-A2F7-4F17-8AB2-F6AB5433B14C}" presName="textRect" presStyleLbl="revTx" presStyleIdx="0" presStyleCnt="2">
        <dgm:presLayoutVars>
          <dgm:chMax val="1"/>
          <dgm:chPref val="1"/>
        </dgm:presLayoutVars>
      </dgm:prSet>
      <dgm:spPr/>
    </dgm:pt>
    <dgm:pt modelId="{B3156C00-F3EE-4898-9368-5BF2EC5DCAAE}" type="pres">
      <dgm:prSet presAssocID="{8F6B70B1-9ACA-4F88-9DA9-705B75CD369C}" presName="sibTrans" presStyleCnt="0"/>
      <dgm:spPr/>
    </dgm:pt>
    <dgm:pt modelId="{D643B17D-650E-4A3E-9799-873FD9202A5E}" type="pres">
      <dgm:prSet presAssocID="{6716B8BE-F11C-464E-A938-0FE6C46E2264}" presName="compNode" presStyleCnt="0"/>
      <dgm:spPr/>
    </dgm:pt>
    <dgm:pt modelId="{46A744E3-D997-44EE-A6A6-913A6F39C64A}" type="pres">
      <dgm:prSet presAssocID="{6716B8BE-F11C-464E-A938-0FE6C46E2264}" presName="iconBgRect" presStyleLbl="bgShp" presStyleIdx="1" presStyleCnt="2"/>
      <dgm:spPr/>
    </dgm:pt>
    <dgm:pt modelId="{B168D131-CE33-44D7-8C3C-0A934F82997E}" type="pres">
      <dgm:prSet presAssocID="{6716B8BE-F11C-464E-A938-0FE6C46E226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31C05C78-3544-4462-B165-7E94F6079CDC}" type="pres">
      <dgm:prSet presAssocID="{6716B8BE-F11C-464E-A938-0FE6C46E2264}" presName="spaceRect" presStyleCnt="0"/>
      <dgm:spPr/>
    </dgm:pt>
    <dgm:pt modelId="{D9FC640D-C72B-42C7-8148-4C570F607F67}" type="pres">
      <dgm:prSet presAssocID="{6716B8BE-F11C-464E-A938-0FE6C46E226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2CF8F0E-B714-45FA-87B6-FCEA77091149}" srcId="{E0668A2E-0A6B-45E4-8B08-6A7284ED7CE7}" destId="{E864C113-A2F7-4F17-8AB2-F6AB5433B14C}" srcOrd="0" destOrd="0" parTransId="{D53BD737-EC79-4F92-BE01-6394C1898F98}" sibTransId="{8F6B70B1-9ACA-4F88-9DA9-705B75CD369C}"/>
    <dgm:cxn modelId="{071C9126-0E48-41B4-8140-2B6FB6E9115B}" srcId="{E0668A2E-0A6B-45E4-8B08-6A7284ED7CE7}" destId="{6716B8BE-F11C-464E-A938-0FE6C46E2264}" srcOrd="1" destOrd="0" parTransId="{0E2C9735-311E-475E-B462-1737173B1F1B}" sibTransId="{6566834B-10AD-4743-8099-B693CAEB6E2D}"/>
    <dgm:cxn modelId="{6DDF572A-CCBD-4C77-B8CA-357CEB309A27}" type="presOf" srcId="{E0668A2E-0A6B-45E4-8B08-6A7284ED7CE7}" destId="{BC214976-D3D3-49A6-AD86-0EBEEB13F444}" srcOrd="0" destOrd="0" presId="urn:microsoft.com/office/officeart/2018/5/layout/IconCircleLabelList"/>
    <dgm:cxn modelId="{C9768D70-DB1B-4BAD-A364-9D949F36D5EF}" type="presOf" srcId="{E864C113-A2F7-4F17-8AB2-F6AB5433B14C}" destId="{036939BE-5D1F-4B20-B772-BEE2AA8F8769}" srcOrd="0" destOrd="0" presId="urn:microsoft.com/office/officeart/2018/5/layout/IconCircleLabelList"/>
    <dgm:cxn modelId="{37C4E0AC-CD48-43C1-91B0-01430E654AB6}" type="presOf" srcId="{6716B8BE-F11C-464E-A938-0FE6C46E2264}" destId="{D9FC640D-C72B-42C7-8148-4C570F607F67}" srcOrd="0" destOrd="0" presId="urn:microsoft.com/office/officeart/2018/5/layout/IconCircleLabelList"/>
    <dgm:cxn modelId="{50A61E02-A11D-4810-B7DB-693EA6997594}" type="presParOf" srcId="{BC214976-D3D3-49A6-AD86-0EBEEB13F444}" destId="{4D05C7CA-34DE-47B1-886B-4E74442D3B2A}" srcOrd="0" destOrd="0" presId="urn:microsoft.com/office/officeart/2018/5/layout/IconCircleLabelList"/>
    <dgm:cxn modelId="{6C86C3A7-679E-4DB2-8A78-0B002E454FF5}" type="presParOf" srcId="{4D05C7CA-34DE-47B1-886B-4E74442D3B2A}" destId="{994D623F-CB1E-4C6B-88E0-15E928233A17}" srcOrd="0" destOrd="0" presId="urn:microsoft.com/office/officeart/2018/5/layout/IconCircleLabelList"/>
    <dgm:cxn modelId="{697649D6-2142-4FD8-9004-5399A6FC3F64}" type="presParOf" srcId="{4D05C7CA-34DE-47B1-886B-4E74442D3B2A}" destId="{81C8FF02-8312-492E-96A6-0883B2190386}" srcOrd="1" destOrd="0" presId="urn:microsoft.com/office/officeart/2018/5/layout/IconCircleLabelList"/>
    <dgm:cxn modelId="{ADD37E85-1589-4851-8FF2-3D0B5B6BB38A}" type="presParOf" srcId="{4D05C7CA-34DE-47B1-886B-4E74442D3B2A}" destId="{FE8215A9-E5B2-4597-8856-8654511F4B90}" srcOrd="2" destOrd="0" presId="urn:microsoft.com/office/officeart/2018/5/layout/IconCircleLabelList"/>
    <dgm:cxn modelId="{F5EA2089-E884-4B90-AE7D-EB71F9E2681F}" type="presParOf" srcId="{4D05C7CA-34DE-47B1-886B-4E74442D3B2A}" destId="{036939BE-5D1F-4B20-B772-BEE2AA8F8769}" srcOrd="3" destOrd="0" presId="urn:microsoft.com/office/officeart/2018/5/layout/IconCircleLabelList"/>
    <dgm:cxn modelId="{B0553E26-5E05-4F28-BB1A-22C4F6C443C9}" type="presParOf" srcId="{BC214976-D3D3-49A6-AD86-0EBEEB13F444}" destId="{B3156C00-F3EE-4898-9368-5BF2EC5DCAAE}" srcOrd="1" destOrd="0" presId="urn:microsoft.com/office/officeart/2018/5/layout/IconCircleLabelList"/>
    <dgm:cxn modelId="{CB1D7190-2DBD-44B4-85C8-E002C986A8B2}" type="presParOf" srcId="{BC214976-D3D3-49A6-AD86-0EBEEB13F444}" destId="{D643B17D-650E-4A3E-9799-873FD9202A5E}" srcOrd="2" destOrd="0" presId="urn:microsoft.com/office/officeart/2018/5/layout/IconCircleLabelList"/>
    <dgm:cxn modelId="{C83354B4-C447-4857-B1A2-6F6F7E665732}" type="presParOf" srcId="{D643B17D-650E-4A3E-9799-873FD9202A5E}" destId="{46A744E3-D997-44EE-A6A6-913A6F39C64A}" srcOrd="0" destOrd="0" presId="urn:microsoft.com/office/officeart/2018/5/layout/IconCircleLabelList"/>
    <dgm:cxn modelId="{45678C9B-B5BA-4873-AFF1-7C8AF6ABDFE7}" type="presParOf" srcId="{D643B17D-650E-4A3E-9799-873FD9202A5E}" destId="{B168D131-CE33-44D7-8C3C-0A934F82997E}" srcOrd="1" destOrd="0" presId="urn:microsoft.com/office/officeart/2018/5/layout/IconCircleLabelList"/>
    <dgm:cxn modelId="{7DFB166C-5597-4E84-BAA6-FB55D093136C}" type="presParOf" srcId="{D643B17D-650E-4A3E-9799-873FD9202A5E}" destId="{31C05C78-3544-4462-B165-7E94F6079CDC}" srcOrd="2" destOrd="0" presId="urn:microsoft.com/office/officeart/2018/5/layout/IconCircleLabelList"/>
    <dgm:cxn modelId="{024B34BE-B243-4BBE-8E05-133F90514EA3}" type="presParOf" srcId="{D643B17D-650E-4A3E-9799-873FD9202A5E}" destId="{D9FC640D-C72B-42C7-8148-4C570F607F6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D1DF8E6-ED6D-4545-AC24-8D0F3465D1A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4FAC1FB-1110-471F-9DEC-FFD1D0B1C706}">
      <dgm:prSet/>
      <dgm:spPr/>
      <dgm:t>
        <a:bodyPr/>
        <a:lstStyle/>
        <a:p>
          <a:r>
            <a:rPr lang="en-US"/>
            <a:t>• Max item size: 400 KB</a:t>
          </a:r>
        </a:p>
      </dgm:t>
    </dgm:pt>
    <dgm:pt modelId="{6D52B41A-1816-40B2-8DB1-F8A1F7AD8219}" type="parTrans" cxnId="{C480CDEE-9F80-4C79-B173-F811E42CBDB4}">
      <dgm:prSet/>
      <dgm:spPr/>
      <dgm:t>
        <a:bodyPr/>
        <a:lstStyle/>
        <a:p>
          <a:endParaRPr lang="en-US"/>
        </a:p>
      </dgm:t>
    </dgm:pt>
    <dgm:pt modelId="{02CF611E-4129-4316-8DE6-9EDBEA05D3D1}" type="sibTrans" cxnId="{C480CDEE-9F80-4C79-B173-F811E42CBDB4}">
      <dgm:prSet/>
      <dgm:spPr/>
      <dgm:t>
        <a:bodyPr/>
        <a:lstStyle/>
        <a:p>
          <a:endParaRPr lang="en-US"/>
        </a:p>
      </dgm:t>
    </dgm:pt>
    <dgm:pt modelId="{7422E0C1-F0A5-4DBC-B687-9C825E1DD9C8}">
      <dgm:prSet/>
      <dgm:spPr/>
      <dgm:t>
        <a:bodyPr/>
        <a:lstStyle/>
        <a:p>
          <a:r>
            <a:rPr lang="en-US"/>
            <a:t>• No predefined storage limits at table level</a:t>
          </a:r>
        </a:p>
      </dgm:t>
    </dgm:pt>
    <dgm:pt modelId="{13DEDC6F-3DF5-4376-9B32-59B71D6B8AB4}" type="parTrans" cxnId="{593D79B5-E4F5-4923-A114-D27EB5A057BE}">
      <dgm:prSet/>
      <dgm:spPr/>
      <dgm:t>
        <a:bodyPr/>
        <a:lstStyle/>
        <a:p>
          <a:endParaRPr lang="en-US"/>
        </a:p>
      </dgm:t>
    </dgm:pt>
    <dgm:pt modelId="{778F54C8-92E1-4287-A14A-40DDCA040F5F}" type="sibTrans" cxnId="{593D79B5-E4F5-4923-A114-D27EB5A057BE}">
      <dgm:prSet/>
      <dgm:spPr/>
      <dgm:t>
        <a:bodyPr/>
        <a:lstStyle/>
        <a:p>
          <a:endParaRPr lang="en-US"/>
        </a:p>
      </dgm:t>
    </dgm:pt>
    <dgm:pt modelId="{89914ECF-DE6A-4137-88A2-F5002FB20C7D}" type="pres">
      <dgm:prSet presAssocID="{1D1DF8E6-ED6D-4545-AC24-8D0F3465D1AA}" presName="root" presStyleCnt="0">
        <dgm:presLayoutVars>
          <dgm:dir/>
          <dgm:resizeHandles val="exact"/>
        </dgm:presLayoutVars>
      </dgm:prSet>
      <dgm:spPr/>
    </dgm:pt>
    <dgm:pt modelId="{C6855D34-1432-4D09-B857-F927EA417B14}" type="pres">
      <dgm:prSet presAssocID="{74FAC1FB-1110-471F-9DEC-FFD1D0B1C706}" presName="compNode" presStyleCnt="0"/>
      <dgm:spPr/>
    </dgm:pt>
    <dgm:pt modelId="{66286DC6-52BE-41C0-A872-98639B66FA8C}" type="pres">
      <dgm:prSet presAssocID="{74FAC1FB-1110-471F-9DEC-FFD1D0B1C706}" presName="bgRect" presStyleLbl="bgShp" presStyleIdx="0" presStyleCnt="2"/>
      <dgm:spPr/>
    </dgm:pt>
    <dgm:pt modelId="{E61A4A49-888D-43BA-9197-079A068FF576}" type="pres">
      <dgm:prSet presAssocID="{74FAC1FB-1110-471F-9DEC-FFD1D0B1C70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B74CAB84-A752-463C-A6B5-FBBA134153F9}" type="pres">
      <dgm:prSet presAssocID="{74FAC1FB-1110-471F-9DEC-FFD1D0B1C706}" presName="spaceRect" presStyleCnt="0"/>
      <dgm:spPr/>
    </dgm:pt>
    <dgm:pt modelId="{201874E6-9DE6-4ED8-9E44-E2D9C90AD6BC}" type="pres">
      <dgm:prSet presAssocID="{74FAC1FB-1110-471F-9DEC-FFD1D0B1C706}" presName="parTx" presStyleLbl="revTx" presStyleIdx="0" presStyleCnt="2">
        <dgm:presLayoutVars>
          <dgm:chMax val="0"/>
          <dgm:chPref val="0"/>
        </dgm:presLayoutVars>
      </dgm:prSet>
      <dgm:spPr/>
    </dgm:pt>
    <dgm:pt modelId="{4BE3EA09-619D-4C2C-8A24-865CC118FBA3}" type="pres">
      <dgm:prSet presAssocID="{02CF611E-4129-4316-8DE6-9EDBEA05D3D1}" presName="sibTrans" presStyleCnt="0"/>
      <dgm:spPr/>
    </dgm:pt>
    <dgm:pt modelId="{E9FA201F-09FB-4EF7-812B-900401806AC4}" type="pres">
      <dgm:prSet presAssocID="{7422E0C1-F0A5-4DBC-B687-9C825E1DD9C8}" presName="compNode" presStyleCnt="0"/>
      <dgm:spPr/>
    </dgm:pt>
    <dgm:pt modelId="{4ACDCFAF-BB07-4F7C-9783-5A3F0739E07E}" type="pres">
      <dgm:prSet presAssocID="{7422E0C1-F0A5-4DBC-B687-9C825E1DD9C8}" presName="bgRect" presStyleLbl="bgShp" presStyleIdx="1" presStyleCnt="2"/>
      <dgm:spPr/>
    </dgm:pt>
    <dgm:pt modelId="{CCC5B9AC-F4CC-40DE-8D32-C8C062FD4AF4}" type="pres">
      <dgm:prSet presAssocID="{7422E0C1-F0A5-4DBC-B687-9C825E1DD9C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DB6A2CDF-C30B-4118-AB4F-0D9FBAC653CC}" type="pres">
      <dgm:prSet presAssocID="{7422E0C1-F0A5-4DBC-B687-9C825E1DD9C8}" presName="spaceRect" presStyleCnt="0"/>
      <dgm:spPr/>
    </dgm:pt>
    <dgm:pt modelId="{92420875-750B-4130-8E9F-D73C25B705D8}" type="pres">
      <dgm:prSet presAssocID="{7422E0C1-F0A5-4DBC-B687-9C825E1DD9C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18E5008-78E0-4845-B9FC-5EBE0108A0E5}" type="presOf" srcId="{1D1DF8E6-ED6D-4545-AC24-8D0F3465D1AA}" destId="{89914ECF-DE6A-4137-88A2-F5002FB20C7D}" srcOrd="0" destOrd="0" presId="urn:microsoft.com/office/officeart/2018/2/layout/IconVerticalSolidList"/>
    <dgm:cxn modelId="{12CE00A3-374E-40E4-9058-B7C5830D6CA2}" type="presOf" srcId="{74FAC1FB-1110-471F-9DEC-FFD1D0B1C706}" destId="{201874E6-9DE6-4ED8-9E44-E2D9C90AD6BC}" srcOrd="0" destOrd="0" presId="urn:microsoft.com/office/officeart/2018/2/layout/IconVerticalSolidList"/>
    <dgm:cxn modelId="{593D79B5-E4F5-4923-A114-D27EB5A057BE}" srcId="{1D1DF8E6-ED6D-4545-AC24-8D0F3465D1AA}" destId="{7422E0C1-F0A5-4DBC-B687-9C825E1DD9C8}" srcOrd="1" destOrd="0" parTransId="{13DEDC6F-3DF5-4376-9B32-59B71D6B8AB4}" sibTransId="{778F54C8-92E1-4287-A14A-40DDCA040F5F}"/>
    <dgm:cxn modelId="{5DC015D9-1B0C-4462-BC11-2DE9B71D51AB}" type="presOf" srcId="{7422E0C1-F0A5-4DBC-B687-9C825E1DD9C8}" destId="{92420875-750B-4130-8E9F-D73C25B705D8}" srcOrd="0" destOrd="0" presId="urn:microsoft.com/office/officeart/2018/2/layout/IconVerticalSolidList"/>
    <dgm:cxn modelId="{C480CDEE-9F80-4C79-B173-F811E42CBDB4}" srcId="{1D1DF8E6-ED6D-4545-AC24-8D0F3465D1AA}" destId="{74FAC1FB-1110-471F-9DEC-FFD1D0B1C706}" srcOrd="0" destOrd="0" parTransId="{6D52B41A-1816-40B2-8DB1-F8A1F7AD8219}" sibTransId="{02CF611E-4129-4316-8DE6-9EDBEA05D3D1}"/>
    <dgm:cxn modelId="{A8C8FFCF-97F3-49CA-965A-DDF6DCD6E5A7}" type="presParOf" srcId="{89914ECF-DE6A-4137-88A2-F5002FB20C7D}" destId="{C6855D34-1432-4D09-B857-F927EA417B14}" srcOrd="0" destOrd="0" presId="urn:microsoft.com/office/officeart/2018/2/layout/IconVerticalSolidList"/>
    <dgm:cxn modelId="{2CA8F5BC-7C26-4A15-BE67-6A6F2AAE4574}" type="presParOf" srcId="{C6855D34-1432-4D09-B857-F927EA417B14}" destId="{66286DC6-52BE-41C0-A872-98639B66FA8C}" srcOrd="0" destOrd="0" presId="urn:microsoft.com/office/officeart/2018/2/layout/IconVerticalSolidList"/>
    <dgm:cxn modelId="{BD7BA347-93E7-4E70-8575-2853BA04A127}" type="presParOf" srcId="{C6855D34-1432-4D09-B857-F927EA417B14}" destId="{E61A4A49-888D-43BA-9197-079A068FF576}" srcOrd="1" destOrd="0" presId="urn:microsoft.com/office/officeart/2018/2/layout/IconVerticalSolidList"/>
    <dgm:cxn modelId="{8F71BC84-DFB9-4D0E-9A28-6032B5C1639A}" type="presParOf" srcId="{C6855D34-1432-4D09-B857-F927EA417B14}" destId="{B74CAB84-A752-463C-A6B5-FBBA134153F9}" srcOrd="2" destOrd="0" presId="urn:microsoft.com/office/officeart/2018/2/layout/IconVerticalSolidList"/>
    <dgm:cxn modelId="{E27754BF-85A8-44CF-A805-CA5F6961C5E5}" type="presParOf" srcId="{C6855D34-1432-4D09-B857-F927EA417B14}" destId="{201874E6-9DE6-4ED8-9E44-E2D9C90AD6BC}" srcOrd="3" destOrd="0" presId="urn:microsoft.com/office/officeart/2018/2/layout/IconVerticalSolidList"/>
    <dgm:cxn modelId="{2C353536-3ECE-493E-8A00-9805E80066FE}" type="presParOf" srcId="{89914ECF-DE6A-4137-88A2-F5002FB20C7D}" destId="{4BE3EA09-619D-4C2C-8A24-865CC118FBA3}" srcOrd="1" destOrd="0" presId="urn:microsoft.com/office/officeart/2018/2/layout/IconVerticalSolidList"/>
    <dgm:cxn modelId="{37A0FE7C-D3C6-48C0-B2A6-4404FFC45301}" type="presParOf" srcId="{89914ECF-DE6A-4137-88A2-F5002FB20C7D}" destId="{E9FA201F-09FB-4EF7-812B-900401806AC4}" srcOrd="2" destOrd="0" presId="urn:microsoft.com/office/officeart/2018/2/layout/IconVerticalSolidList"/>
    <dgm:cxn modelId="{4EE6C53F-767D-44A7-9CF4-F10449368185}" type="presParOf" srcId="{E9FA201F-09FB-4EF7-812B-900401806AC4}" destId="{4ACDCFAF-BB07-4F7C-9783-5A3F0739E07E}" srcOrd="0" destOrd="0" presId="urn:microsoft.com/office/officeart/2018/2/layout/IconVerticalSolidList"/>
    <dgm:cxn modelId="{130AECA0-DCA4-4864-97CA-851E9005641F}" type="presParOf" srcId="{E9FA201F-09FB-4EF7-812B-900401806AC4}" destId="{CCC5B9AC-F4CC-40DE-8D32-C8C062FD4AF4}" srcOrd="1" destOrd="0" presId="urn:microsoft.com/office/officeart/2018/2/layout/IconVerticalSolidList"/>
    <dgm:cxn modelId="{751389D1-9CF8-4316-8B8F-A7AF8621370A}" type="presParOf" srcId="{E9FA201F-09FB-4EF7-812B-900401806AC4}" destId="{DB6A2CDF-C30B-4118-AB4F-0D9FBAC653CC}" srcOrd="2" destOrd="0" presId="urn:microsoft.com/office/officeart/2018/2/layout/IconVerticalSolidList"/>
    <dgm:cxn modelId="{39A04AA3-296C-41A9-B73D-51DA1D4BCFDE}" type="presParOf" srcId="{E9FA201F-09FB-4EF7-812B-900401806AC4}" destId="{92420875-750B-4130-8E9F-D73C25B705D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B9CFB19-1EAF-4F96-B1A0-8AE69116BA9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D3342CB-006E-4AFE-9527-B38538FD7B94}">
      <dgm:prSet/>
      <dgm:spPr/>
      <dgm:t>
        <a:bodyPr/>
        <a:lstStyle/>
        <a:p>
          <a:r>
            <a:rPr lang="en-US"/>
            <a:t>• Technically possible, but not ideal</a:t>
          </a:r>
        </a:p>
      </dgm:t>
    </dgm:pt>
    <dgm:pt modelId="{DF37EDD7-3FF6-4E8C-A6C9-BCAD6B8421BB}" type="parTrans" cxnId="{00357939-A22B-47D2-806C-B6912662F841}">
      <dgm:prSet/>
      <dgm:spPr/>
      <dgm:t>
        <a:bodyPr/>
        <a:lstStyle/>
        <a:p>
          <a:endParaRPr lang="en-US"/>
        </a:p>
      </dgm:t>
    </dgm:pt>
    <dgm:pt modelId="{670AC88A-5CAC-47B3-A887-6ECA5286DD43}" type="sibTrans" cxnId="{00357939-A22B-47D2-806C-B6912662F841}">
      <dgm:prSet/>
      <dgm:spPr/>
      <dgm:t>
        <a:bodyPr/>
        <a:lstStyle/>
        <a:p>
          <a:endParaRPr lang="en-US"/>
        </a:p>
      </dgm:t>
    </dgm:pt>
    <dgm:pt modelId="{C7AA9B4B-5C65-4676-B9E4-A987D228DFE5}">
      <dgm:prSet/>
      <dgm:spPr/>
      <dgm:t>
        <a:bodyPr/>
        <a:lstStyle/>
        <a:p>
          <a:r>
            <a:rPr lang="en-US"/>
            <a:t>• Best practice: store objects in S3; keep pointers/keys in DynamoDB</a:t>
          </a:r>
        </a:p>
      </dgm:t>
    </dgm:pt>
    <dgm:pt modelId="{B590B9FF-6327-4971-B156-940D5D9D6CBD}" type="parTrans" cxnId="{496A37CD-6E17-49D6-B31E-341871A883B6}">
      <dgm:prSet/>
      <dgm:spPr/>
      <dgm:t>
        <a:bodyPr/>
        <a:lstStyle/>
        <a:p>
          <a:endParaRPr lang="en-US"/>
        </a:p>
      </dgm:t>
    </dgm:pt>
    <dgm:pt modelId="{E90516CE-6E99-42E1-B3D6-0D90312D5374}" type="sibTrans" cxnId="{496A37CD-6E17-49D6-B31E-341871A883B6}">
      <dgm:prSet/>
      <dgm:spPr/>
      <dgm:t>
        <a:bodyPr/>
        <a:lstStyle/>
        <a:p>
          <a:endParaRPr lang="en-US"/>
        </a:p>
      </dgm:t>
    </dgm:pt>
    <dgm:pt modelId="{E13B4A11-4897-4256-B93D-45546E8EEF0A}" type="pres">
      <dgm:prSet presAssocID="{AB9CFB19-1EAF-4F96-B1A0-8AE69116BA95}" presName="root" presStyleCnt="0">
        <dgm:presLayoutVars>
          <dgm:dir/>
          <dgm:resizeHandles val="exact"/>
        </dgm:presLayoutVars>
      </dgm:prSet>
      <dgm:spPr/>
    </dgm:pt>
    <dgm:pt modelId="{17F8336C-3F90-4A5E-ACFF-1C114FB19C70}" type="pres">
      <dgm:prSet presAssocID="{AD3342CB-006E-4AFE-9527-B38538FD7B94}" presName="compNode" presStyleCnt="0"/>
      <dgm:spPr/>
    </dgm:pt>
    <dgm:pt modelId="{8FA57730-F013-439E-B037-F773A0BB3246}" type="pres">
      <dgm:prSet presAssocID="{AD3342CB-006E-4AFE-9527-B38538FD7B94}" presName="bgRect" presStyleLbl="bgShp" presStyleIdx="0" presStyleCnt="2"/>
      <dgm:spPr/>
    </dgm:pt>
    <dgm:pt modelId="{7E25674A-C044-4E04-9877-279A30299CE9}" type="pres">
      <dgm:prSet presAssocID="{AD3342CB-006E-4AFE-9527-B38538FD7B9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D2FB8C22-A119-49CE-B169-AFC7F9AA860F}" type="pres">
      <dgm:prSet presAssocID="{AD3342CB-006E-4AFE-9527-B38538FD7B94}" presName="spaceRect" presStyleCnt="0"/>
      <dgm:spPr/>
    </dgm:pt>
    <dgm:pt modelId="{06687B13-C694-4F95-A5A3-0C2B4DE63149}" type="pres">
      <dgm:prSet presAssocID="{AD3342CB-006E-4AFE-9527-B38538FD7B94}" presName="parTx" presStyleLbl="revTx" presStyleIdx="0" presStyleCnt="2">
        <dgm:presLayoutVars>
          <dgm:chMax val="0"/>
          <dgm:chPref val="0"/>
        </dgm:presLayoutVars>
      </dgm:prSet>
      <dgm:spPr/>
    </dgm:pt>
    <dgm:pt modelId="{396AD270-2B75-49E2-8CFA-572A7F98D545}" type="pres">
      <dgm:prSet presAssocID="{670AC88A-5CAC-47B3-A887-6ECA5286DD43}" presName="sibTrans" presStyleCnt="0"/>
      <dgm:spPr/>
    </dgm:pt>
    <dgm:pt modelId="{275D2BFB-1586-4B34-B9E1-916F78E8E06E}" type="pres">
      <dgm:prSet presAssocID="{C7AA9B4B-5C65-4676-B9E4-A987D228DFE5}" presName="compNode" presStyleCnt="0"/>
      <dgm:spPr/>
    </dgm:pt>
    <dgm:pt modelId="{0CE190C2-81F0-49F8-9512-254470A12DD2}" type="pres">
      <dgm:prSet presAssocID="{C7AA9B4B-5C65-4676-B9E4-A987D228DFE5}" presName="bgRect" presStyleLbl="bgShp" presStyleIdx="1" presStyleCnt="2"/>
      <dgm:spPr/>
    </dgm:pt>
    <dgm:pt modelId="{A302D12F-9207-491B-8477-38B6F6D200E0}" type="pres">
      <dgm:prSet presAssocID="{C7AA9B4B-5C65-4676-B9E4-A987D228DFE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7A648C3D-43C6-49DD-AF73-A0CAFA444FF6}" type="pres">
      <dgm:prSet presAssocID="{C7AA9B4B-5C65-4676-B9E4-A987D228DFE5}" presName="spaceRect" presStyleCnt="0"/>
      <dgm:spPr/>
    </dgm:pt>
    <dgm:pt modelId="{E4455EE1-C8AC-4B07-9119-9B2CF6A67ECC}" type="pres">
      <dgm:prSet presAssocID="{C7AA9B4B-5C65-4676-B9E4-A987D228DFE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FF623111-DA6E-4F55-AE54-4866C06EA990}" type="presOf" srcId="{C7AA9B4B-5C65-4676-B9E4-A987D228DFE5}" destId="{E4455EE1-C8AC-4B07-9119-9B2CF6A67ECC}" srcOrd="0" destOrd="0" presId="urn:microsoft.com/office/officeart/2018/2/layout/IconVerticalSolidList"/>
    <dgm:cxn modelId="{00357939-A22B-47D2-806C-B6912662F841}" srcId="{AB9CFB19-1EAF-4F96-B1A0-8AE69116BA95}" destId="{AD3342CB-006E-4AFE-9527-B38538FD7B94}" srcOrd="0" destOrd="0" parTransId="{DF37EDD7-3FF6-4E8C-A6C9-BCAD6B8421BB}" sibTransId="{670AC88A-5CAC-47B3-A887-6ECA5286DD43}"/>
    <dgm:cxn modelId="{A4E9796E-4D53-4342-8A94-8BB90C30D102}" type="presOf" srcId="{AB9CFB19-1EAF-4F96-B1A0-8AE69116BA95}" destId="{E13B4A11-4897-4256-B93D-45546E8EEF0A}" srcOrd="0" destOrd="0" presId="urn:microsoft.com/office/officeart/2018/2/layout/IconVerticalSolidList"/>
    <dgm:cxn modelId="{F98510B0-6063-4221-B4C4-CDF8E46769D3}" type="presOf" srcId="{AD3342CB-006E-4AFE-9527-B38538FD7B94}" destId="{06687B13-C694-4F95-A5A3-0C2B4DE63149}" srcOrd="0" destOrd="0" presId="urn:microsoft.com/office/officeart/2018/2/layout/IconVerticalSolidList"/>
    <dgm:cxn modelId="{496A37CD-6E17-49D6-B31E-341871A883B6}" srcId="{AB9CFB19-1EAF-4F96-B1A0-8AE69116BA95}" destId="{C7AA9B4B-5C65-4676-B9E4-A987D228DFE5}" srcOrd="1" destOrd="0" parTransId="{B590B9FF-6327-4971-B156-940D5D9D6CBD}" sibTransId="{E90516CE-6E99-42E1-B3D6-0D90312D5374}"/>
    <dgm:cxn modelId="{1FE7ACA4-4513-404C-9AEF-354F8803776E}" type="presParOf" srcId="{E13B4A11-4897-4256-B93D-45546E8EEF0A}" destId="{17F8336C-3F90-4A5E-ACFF-1C114FB19C70}" srcOrd="0" destOrd="0" presId="urn:microsoft.com/office/officeart/2018/2/layout/IconVerticalSolidList"/>
    <dgm:cxn modelId="{E9FC9181-31A7-4CA1-8E53-0BF93FCCB391}" type="presParOf" srcId="{17F8336C-3F90-4A5E-ACFF-1C114FB19C70}" destId="{8FA57730-F013-439E-B037-F773A0BB3246}" srcOrd="0" destOrd="0" presId="urn:microsoft.com/office/officeart/2018/2/layout/IconVerticalSolidList"/>
    <dgm:cxn modelId="{8EB398C1-F92B-477B-BADD-2BAE5A04A5AF}" type="presParOf" srcId="{17F8336C-3F90-4A5E-ACFF-1C114FB19C70}" destId="{7E25674A-C044-4E04-9877-279A30299CE9}" srcOrd="1" destOrd="0" presId="urn:microsoft.com/office/officeart/2018/2/layout/IconVerticalSolidList"/>
    <dgm:cxn modelId="{AB701282-905D-4C7E-9B07-C6FF8F88296C}" type="presParOf" srcId="{17F8336C-3F90-4A5E-ACFF-1C114FB19C70}" destId="{D2FB8C22-A119-49CE-B169-AFC7F9AA860F}" srcOrd="2" destOrd="0" presId="urn:microsoft.com/office/officeart/2018/2/layout/IconVerticalSolidList"/>
    <dgm:cxn modelId="{9F800D79-B639-4972-A375-B287E8455A83}" type="presParOf" srcId="{17F8336C-3F90-4A5E-ACFF-1C114FB19C70}" destId="{06687B13-C694-4F95-A5A3-0C2B4DE63149}" srcOrd="3" destOrd="0" presId="urn:microsoft.com/office/officeart/2018/2/layout/IconVerticalSolidList"/>
    <dgm:cxn modelId="{E312E055-3037-4311-8AA7-47A0B2C34F34}" type="presParOf" srcId="{E13B4A11-4897-4256-B93D-45546E8EEF0A}" destId="{396AD270-2B75-49E2-8CFA-572A7F98D545}" srcOrd="1" destOrd="0" presId="urn:microsoft.com/office/officeart/2018/2/layout/IconVerticalSolidList"/>
    <dgm:cxn modelId="{CC5E805D-60BF-4433-AB87-3A78BCC18D60}" type="presParOf" srcId="{E13B4A11-4897-4256-B93D-45546E8EEF0A}" destId="{275D2BFB-1586-4B34-B9E1-916F78E8E06E}" srcOrd="2" destOrd="0" presId="urn:microsoft.com/office/officeart/2018/2/layout/IconVerticalSolidList"/>
    <dgm:cxn modelId="{35655B86-B625-4B21-A809-C6F841F10A15}" type="presParOf" srcId="{275D2BFB-1586-4B34-B9E1-916F78E8E06E}" destId="{0CE190C2-81F0-49F8-9512-254470A12DD2}" srcOrd="0" destOrd="0" presId="urn:microsoft.com/office/officeart/2018/2/layout/IconVerticalSolidList"/>
    <dgm:cxn modelId="{B1F4BA45-A2EE-4588-85D5-43252F2B92F9}" type="presParOf" srcId="{275D2BFB-1586-4B34-B9E1-916F78E8E06E}" destId="{A302D12F-9207-491B-8477-38B6F6D200E0}" srcOrd="1" destOrd="0" presId="urn:microsoft.com/office/officeart/2018/2/layout/IconVerticalSolidList"/>
    <dgm:cxn modelId="{F596D5B4-A8E1-4B2E-9601-EE222463080B}" type="presParOf" srcId="{275D2BFB-1586-4B34-B9E1-916F78E8E06E}" destId="{7A648C3D-43C6-49DD-AF73-A0CAFA444FF6}" srcOrd="2" destOrd="0" presId="urn:microsoft.com/office/officeart/2018/2/layout/IconVerticalSolidList"/>
    <dgm:cxn modelId="{1CE21BFC-7743-4B59-B6A2-27DE19474EDE}" type="presParOf" srcId="{275D2BFB-1586-4B34-B9E1-916F78E8E06E}" destId="{E4455EE1-C8AC-4B07-9119-9B2CF6A67EC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138C7CD-4D49-467D-B722-FC07C2FAFE7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AA46DFE-C511-45BB-A1B0-0D59E218CCAA}">
      <dgm:prSet/>
      <dgm:spPr/>
      <dgm:t>
        <a:bodyPr/>
        <a:lstStyle/>
        <a:p>
          <a:r>
            <a:rPr lang="en-US"/>
            <a:t>• No default expiration</a:t>
          </a:r>
        </a:p>
      </dgm:t>
    </dgm:pt>
    <dgm:pt modelId="{94C1DC4B-54AA-47AF-B0EC-69DE87A04EE6}" type="parTrans" cxnId="{2B5EABF3-34C0-42C2-AA2C-70C37631A395}">
      <dgm:prSet/>
      <dgm:spPr/>
      <dgm:t>
        <a:bodyPr/>
        <a:lstStyle/>
        <a:p>
          <a:endParaRPr lang="en-US"/>
        </a:p>
      </dgm:t>
    </dgm:pt>
    <dgm:pt modelId="{43A9C51E-B8EF-4DCB-8DBC-D63520047FAF}" type="sibTrans" cxnId="{2B5EABF3-34C0-42C2-AA2C-70C37631A395}">
      <dgm:prSet/>
      <dgm:spPr/>
      <dgm:t>
        <a:bodyPr/>
        <a:lstStyle/>
        <a:p>
          <a:endParaRPr lang="en-US"/>
        </a:p>
      </dgm:t>
    </dgm:pt>
    <dgm:pt modelId="{1627035D-1B26-4121-9AE6-6A7F7FCEE7A6}">
      <dgm:prSet/>
      <dgm:spPr/>
      <dgm:t>
        <a:bodyPr/>
        <a:lstStyle/>
        <a:p>
          <a:r>
            <a:rPr lang="en-US"/>
            <a:t>• Optional TTL to auto‑delete expired items without write cost</a:t>
          </a:r>
        </a:p>
      </dgm:t>
    </dgm:pt>
    <dgm:pt modelId="{EF99570E-A2B0-4050-AB49-34C02CF43475}" type="parTrans" cxnId="{5540B141-2330-41D8-8A44-FC6EC77B5DA2}">
      <dgm:prSet/>
      <dgm:spPr/>
      <dgm:t>
        <a:bodyPr/>
        <a:lstStyle/>
        <a:p>
          <a:endParaRPr lang="en-US"/>
        </a:p>
      </dgm:t>
    </dgm:pt>
    <dgm:pt modelId="{8F90ABCF-F515-47EE-B134-6FA07BD33825}" type="sibTrans" cxnId="{5540B141-2330-41D8-8A44-FC6EC77B5DA2}">
      <dgm:prSet/>
      <dgm:spPr/>
      <dgm:t>
        <a:bodyPr/>
        <a:lstStyle/>
        <a:p>
          <a:endParaRPr lang="en-US"/>
        </a:p>
      </dgm:t>
    </dgm:pt>
    <dgm:pt modelId="{3699B3A1-B429-4FA3-AFDC-9BACFCD40320}" type="pres">
      <dgm:prSet presAssocID="{D138C7CD-4D49-467D-B722-FC07C2FAFE73}" presName="root" presStyleCnt="0">
        <dgm:presLayoutVars>
          <dgm:dir/>
          <dgm:resizeHandles val="exact"/>
        </dgm:presLayoutVars>
      </dgm:prSet>
      <dgm:spPr/>
    </dgm:pt>
    <dgm:pt modelId="{4A382491-1F1B-42DF-A710-C9D953592D05}" type="pres">
      <dgm:prSet presAssocID="{FAA46DFE-C511-45BB-A1B0-0D59E218CCAA}" presName="compNode" presStyleCnt="0"/>
      <dgm:spPr/>
    </dgm:pt>
    <dgm:pt modelId="{22E5C426-E8DB-408C-A22A-21417345E9EF}" type="pres">
      <dgm:prSet presAssocID="{FAA46DFE-C511-45BB-A1B0-0D59E218CCAA}" presName="bgRect" presStyleLbl="bgShp" presStyleIdx="0" presStyleCnt="2"/>
      <dgm:spPr/>
    </dgm:pt>
    <dgm:pt modelId="{F4E5425A-1267-405C-8D89-068E7E189BA0}" type="pres">
      <dgm:prSet presAssocID="{FAA46DFE-C511-45BB-A1B0-0D59E218CCA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90054DD4-F908-425C-B349-301172974D75}" type="pres">
      <dgm:prSet presAssocID="{FAA46DFE-C511-45BB-A1B0-0D59E218CCAA}" presName="spaceRect" presStyleCnt="0"/>
      <dgm:spPr/>
    </dgm:pt>
    <dgm:pt modelId="{9A2A7A2A-5B99-4A64-B317-EE5BAAAF6BCB}" type="pres">
      <dgm:prSet presAssocID="{FAA46DFE-C511-45BB-A1B0-0D59E218CCAA}" presName="parTx" presStyleLbl="revTx" presStyleIdx="0" presStyleCnt="2">
        <dgm:presLayoutVars>
          <dgm:chMax val="0"/>
          <dgm:chPref val="0"/>
        </dgm:presLayoutVars>
      </dgm:prSet>
      <dgm:spPr/>
    </dgm:pt>
    <dgm:pt modelId="{E608030E-0172-4706-96C6-A4A9BC9842E2}" type="pres">
      <dgm:prSet presAssocID="{43A9C51E-B8EF-4DCB-8DBC-D63520047FAF}" presName="sibTrans" presStyleCnt="0"/>
      <dgm:spPr/>
    </dgm:pt>
    <dgm:pt modelId="{206FC4A0-B656-47BB-BD2E-EFA2AADDFFB3}" type="pres">
      <dgm:prSet presAssocID="{1627035D-1B26-4121-9AE6-6A7F7FCEE7A6}" presName="compNode" presStyleCnt="0"/>
      <dgm:spPr/>
    </dgm:pt>
    <dgm:pt modelId="{EEE70F53-C772-4B84-88BE-2BDA0ECD8277}" type="pres">
      <dgm:prSet presAssocID="{1627035D-1B26-4121-9AE6-6A7F7FCEE7A6}" presName="bgRect" presStyleLbl="bgShp" presStyleIdx="1" presStyleCnt="2"/>
      <dgm:spPr/>
    </dgm:pt>
    <dgm:pt modelId="{119AA1AB-C148-469F-B154-2744DA545D50}" type="pres">
      <dgm:prSet presAssocID="{1627035D-1B26-4121-9AE6-6A7F7FCEE7A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raser"/>
        </a:ext>
      </dgm:extLst>
    </dgm:pt>
    <dgm:pt modelId="{36141D6B-4B54-4047-878A-98FB1298718D}" type="pres">
      <dgm:prSet presAssocID="{1627035D-1B26-4121-9AE6-6A7F7FCEE7A6}" presName="spaceRect" presStyleCnt="0"/>
      <dgm:spPr/>
    </dgm:pt>
    <dgm:pt modelId="{DB1B3D4F-7CA4-4B43-A3D4-6982A4F1C789}" type="pres">
      <dgm:prSet presAssocID="{1627035D-1B26-4121-9AE6-6A7F7FCEE7A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FE90D501-D33E-4F8B-B0A6-A41D2DFF2320}" type="presOf" srcId="{1627035D-1B26-4121-9AE6-6A7F7FCEE7A6}" destId="{DB1B3D4F-7CA4-4B43-A3D4-6982A4F1C789}" srcOrd="0" destOrd="0" presId="urn:microsoft.com/office/officeart/2018/2/layout/IconVerticalSolidList"/>
    <dgm:cxn modelId="{5540B141-2330-41D8-8A44-FC6EC77B5DA2}" srcId="{D138C7CD-4D49-467D-B722-FC07C2FAFE73}" destId="{1627035D-1B26-4121-9AE6-6A7F7FCEE7A6}" srcOrd="1" destOrd="0" parTransId="{EF99570E-A2B0-4050-AB49-34C02CF43475}" sibTransId="{8F90ABCF-F515-47EE-B134-6FA07BD33825}"/>
    <dgm:cxn modelId="{86E9789B-47F8-4F13-9BDE-F1B6D2318954}" type="presOf" srcId="{D138C7CD-4D49-467D-B722-FC07C2FAFE73}" destId="{3699B3A1-B429-4FA3-AFDC-9BACFCD40320}" srcOrd="0" destOrd="0" presId="urn:microsoft.com/office/officeart/2018/2/layout/IconVerticalSolidList"/>
    <dgm:cxn modelId="{DA99A3B2-A0FF-4977-9CD8-EAFEAA82FE10}" type="presOf" srcId="{FAA46DFE-C511-45BB-A1B0-0D59E218CCAA}" destId="{9A2A7A2A-5B99-4A64-B317-EE5BAAAF6BCB}" srcOrd="0" destOrd="0" presId="urn:microsoft.com/office/officeart/2018/2/layout/IconVerticalSolidList"/>
    <dgm:cxn modelId="{2B5EABF3-34C0-42C2-AA2C-70C37631A395}" srcId="{D138C7CD-4D49-467D-B722-FC07C2FAFE73}" destId="{FAA46DFE-C511-45BB-A1B0-0D59E218CCAA}" srcOrd="0" destOrd="0" parTransId="{94C1DC4B-54AA-47AF-B0EC-69DE87A04EE6}" sibTransId="{43A9C51E-B8EF-4DCB-8DBC-D63520047FAF}"/>
    <dgm:cxn modelId="{9CDE6E51-C821-4DCC-9625-81AD4D5E3197}" type="presParOf" srcId="{3699B3A1-B429-4FA3-AFDC-9BACFCD40320}" destId="{4A382491-1F1B-42DF-A710-C9D953592D05}" srcOrd="0" destOrd="0" presId="urn:microsoft.com/office/officeart/2018/2/layout/IconVerticalSolidList"/>
    <dgm:cxn modelId="{68C02B7C-D3EC-4F01-AF7E-E66C0855591B}" type="presParOf" srcId="{4A382491-1F1B-42DF-A710-C9D953592D05}" destId="{22E5C426-E8DB-408C-A22A-21417345E9EF}" srcOrd="0" destOrd="0" presId="urn:microsoft.com/office/officeart/2018/2/layout/IconVerticalSolidList"/>
    <dgm:cxn modelId="{B68A22C9-6E8F-493C-92B7-D2A8084BAE1B}" type="presParOf" srcId="{4A382491-1F1B-42DF-A710-C9D953592D05}" destId="{F4E5425A-1267-405C-8D89-068E7E189BA0}" srcOrd="1" destOrd="0" presId="urn:microsoft.com/office/officeart/2018/2/layout/IconVerticalSolidList"/>
    <dgm:cxn modelId="{90E3755B-E030-4D81-8073-08B57C1F43CD}" type="presParOf" srcId="{4A382491-1F1B-42DF-A710-C9D953592D05}" destId="{90054DD4-F908-425C-B349-301172974D75}" srcOrd="2" destOrd="0" presId="urn:microsoft.com/office/officeart/2018/2/layout/IconVerticalSolidList"/>
    <dgm:cxn modelId="{447DC993-CB25-4DCC-82A9-4F88699692A1}" type="presParOf" srcId="{4A382491-1F1B-42DF-A710-C9D953592D05}" destId="{9A2A7A2A-5B99-4A64-B317-EE5BAAAF6BCB}" srcOrd="3" destOrd="0" presId="urn:microsoft.com/office/officeart/2018/2/layout/IconVerticalSolidList"/>
    <dgm:cxn modelId="{C293A4CA-ED9A-43D0-A02D-054A50B5FA57}" type="presParOf" srcId="{3699B3A1-B429-4FA3-AFDC-9BACFCD40320}" destId="{E608030E-0172-4706-96C6-A4A9BC9842E2}" srcOrd="1" destOrd="0" presId="urn:microsoft.com/office/officeart/2018/2/layout/IconVerticalSolidList"/>
    <dgm:cxn modelId="{1A4D97E8-9CDB-4F74-ABE7-B4C5024799DC}" type="presParOf" srcId="{3699B3A1-B429-4FA3-AFDC-9BACFCD40320}" destId="{206FC4A0-B656-47BB-BD2E-EFA2AADDFFB3}" srcOrd="2" destOrd="0" presId="urn:microsoft.com/office/officeart/2018/2/layout/IconVerticalSolidList"/>
    <dgm:cxn modelId="{9FBF9CDF-2663-40B5-991E-10C61CFA3FBD}" type="presParOf" srcId="{206FC4A0-B656-47BB-BD2E-EFA2AADDFFB3}" destId="{EEE70F53-C772-4B84-88BE-2BDA0ECD8277}" srcOrd="0" destOrd="0" presId="urn:microsoft.com/office/officeart/2018/2/layout/IconVerticalSolidList"/>
    <dgm:cxn modelId="{8BD15159-9884-4B4B-B8B2-3E0AEEB00936}" type="presParOf" srcId="{206FC4A0-B656-47BB-BD2E-EFA2AADDFFB3}" destId="{119AA1AB-C148-469F-B154-2744DA545D50}" srcOrd="1" destOrd="0" presId="urn:microsoft.com/office/officeart/2018/2/layout/IconVerticalSolidList"/>
    <dgm:cxn modelId="{8C0343EB-1496-4190-B12E-F3967468472F}" type="presParOf" srcId="{206FC4A0-B656-47BB-BD2E-EFA2AADDFFB3}" destId="{36141D6B-4B54-4047-878A-98FB1298718D}" srcOrd="2" destOrd="0" presId="urn:microsoft.com/office/officeart/2018/2/layout/IconVerticalSolidList"/>
    <dgm:cxn modelId="{071515E6-D06E-4FAD-9DC2-C1824D15A874}" type="presParOf" srcId="{206FC4A0-B656-47BB-BD2E-EFA2AADDFFB3}" destId="{DB1B3D4F-7CA4-4B43-A3D4-6982A4F1C78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B7EA467-8050-4808-A3B3-8D6E0293BB2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32863D2F-8F55-4A7A-8B23-66E65FED1BE4}">
      <dgm:prSet/>
      <dgm:spPr/>
      <dgm:t>
        <a:bodyPr/>
        <a:lstStyle/>
        <a:p>
          <a:r>
            <a:rPr lang="en-US"/>
            <a:t>• Identity‑based and other AWS policies control access</a:t>
          </a:r>
        </a:p>
      </dgm:t>
    </dgm:pt>
    <dgm:pt modelId="{39513F0D-9CC6-41A6-ADB7-BD0430815E20}" type="parTrans" cxnId="{F238D0CF-E665-455D-9E5F-E238F0097173}">
      <dgm:prSet/>
      <dgm:spPr/>
      <dgm:t>
        <a:bodyPr/>
        <a:lstStyle/>
        <a:p>
          <a:endParaRPr lang="en-US"/>
        </a:p>
      </dgm:t>
    </dgm:pt>
    <dgm:pt modelId="{7CCD47D1-4478-458B-A7DF-C6DB76250CC0}" type="sibTrans" cxnId="{F238D0CF-E665-455D-9E5F-E238F0097173}">
      <dgm:prSet/>
      <dgm:spPr/>
      <dgm:t>
        <a:bodyPr/>
        <a:lstStyle/>
        <a:p>
          <a:endParaRPr lang="en-US"/>
        </a:p>
      </dgm:t>
    </dgm:pt>
    <dgm:pt modelId="{342C5FE3-171A-4D7D-A8C8-EED6730DEF1D}">
      <dgm:prSet/>
      <dgm:spPr/>
      <dgm:t>
        <a:bodyPr/>
        <a:lstStyle/>
        <a:p>
          <a:r>
            <a:rPr lang="en-US"/>
            <a:t>• Attach to users, groups, roles; tables &amp; streams</a:t>
          </a:r>
        </a:p>
      </dgm:t>
    </dgm:pt>
    <dgm:pt modelId="{358088B3-7140-4973-B0A0-9F55ED6CE762}" type="parTrans" cxnId="{AEBFB18B-C2E5-4FFC-8906-730051E002D1}">
      <dgm:prSet/>
      <dgm:spPr/>
      <dgm:t>
        <a:bodyPr/>
        <a:lstStyle/>
        <a:p>
          <a:endParaRPr lang="en-US"/>
        </a:p>
      </dgm:t>
    </dgm:pt>
    <dgm:pt modelId="{BA99B489-9E92-4D6C-9239-14601F9E6E08}" type="sibTrans" cxnId="{AEBFB18B-C2E5-4FFC-8906-730051E002D1}">
      <dgm:prSet/>
      <dgm:spPr/>
      <dgm:t>
        <a:bodyPr/>
        <a:lstStyle/>
        <a:p>
          <a:endParaRPr lang="en-US"/>
        </a:p>
      </dgm:t>
    </dgm:pt>
    <dgm:pt modelId="{30A200D7-49F1-4534-8C39-D40CC7656C1E}" type="pres">
      <dgm:prSet presAssocID="{7B7EA467-8050-4808-A3B3-8D6E0293BB26}" presName="root" presStyleCnt="0">
        <dgm:presLayoutVars>
          <dgm:dir/>
          <dgm:resizeHandles val="exact"/>
        </dgm:presLayoutVars>
      </dgm:prSet>
      <dgm:spPr/>
    </dgm:pt>
    <dgm:pt modelId="{D15AF7AD-29B9-40C5-B380-6EE8B0A2C6E4}" type="pres">
      <dgm:prSet presAssocID="{32863D2F-8F55-4A7A-8B23-66E65FED1BE4}" presName="compNode" presStyleCnt="0"/>
      <dgm:spPr/>
    </dgm:pt>
    <dgm:pt modelId="{7D623EF9-A8C6-4789-B6EF-DA73B3C6C8C6}" type="pres">
      <dgm:prSet presAssocID="{32863D2F-8F55-4A7A-8B23-66E65FED1BE4}" presName="bgRect" presStyleLbl="bgShp" presStyleIdx="0" presStyleCnt="2"/>
      <dgm:spPr/>
    </dgm:pt>
    <dgm:pt modelId="{633048CB-6BDF-4998-9776-A1A9B5339D06}" type="pres">
      <dgm:prSet presAssocID="{32863D2F-8F55-4A7A-8B23-66E65FED1BE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432D65A1-AE77-4052-96BD-EFE505763484}" type="pres">
      <dgm:prSet presAssocID="{32863D2F-8F55-4A7A-8B23-66E65FED1BE4}" presName="spaceRect" presStyleCnt="0"/>
      <dgm:spPr/>
    </dgm:pt>
    <dgm:pt modelId="{A32C5293-5330-4F88-8556-1265AFD64C57}" type="pres">
      <dgm:prSet presAssocID="{32863D2F-8F55-4A7A-8B23-66E65FED1BE4}" presName="parTx" presStyleLbl="revTx" presStyleIdx="0" presStyleCnt="2">
        <dgm:presLayoutVars>
          <dgm:chMax val="0"/>
          <dgm:chPref val="0"/>
        </dgm:presLayoutVars>
      </dgm:prSet>
      <dgm:spPr/>
    </dgm:pt>
    <dgm:pt modelId="{08E45239-CBD6-4D76-BACA-681B8B617A57}" type="pres">
      <dgm:prSet presAssocID="{7CCD47D1-4478-458B-A7DF-C6DB76250CC0}" presName="sibTrans" presStyleCnt="0"/>
      <dgm:spPr/>
    </dgm:pt>
    <dgm:pt modelId="{B767C452-1E78-4393-BF55-FC7DFE78EA50}" type="pres">
      <dgm:prSet presAssocID="{342C5FE3-171A-4D7D-A8C8-EED6730DEF1D}" presName="compNode" presStyleCnt="0"/>
      <dgm:spPr/>
    </dgm:pt>
    <dgm:pt modelId="{A66C9FD0-B77F-45F0-97AF-D552066C2ECE}" type="pres">
      <dgm:prSet presAssocID="{342C5FE3-171A-4D7D-A8C8-EED6730DEF1D}" presName="bgRect" presStyleLbl="bgShp" presStyleIdx="1" presStyleCnt="2"/>
      <dgm:spPr/>
    </dgm:pt>
    <dgm:pt modelId="{C35BFB63-D250-435F-8A00-48499CFE113F}" type="pres">
      <dgm:prSet presAssocID="{342C5FE3-171A-4D7D-A8C8-EED6730DEF1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pler"/>
        </a:ext>
      </dgm:extLst>
    </dgm:pt>
    <dgm:pt modelId="{6BFC9A6E-EE07-4678-9A0F-35B8D88B8772}" type="pres">
      <dgm:prSet presAssocID="{342C5FE3-171A-4D7D-A8C8-EED6730DEF1D}" presName="spaceRect" presStyleCnt="0"/>
      <dgm:spPr/>
    </dgm:pt>
    <dgm:pt modelId="{6A1D6371-4B77-4E96-B753-EE250DCA22F6}" type="pres">
      <dgm:prSet presAssocID="{342C5FE3-171A-4D7D-A8C8-EED6730DEF1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53F207F-95EF-460F-9D99-F90F669AEAB7}" type="presOf" srcId="{342C5FE3-171A-4D7D-A8C8-EED6730DEF1D}" destId="{6A1D6371-4B77-4E96-B753-EE250DCA22F6}" srcOrd="0" destOrd="0" presId="urn:microsoft.com/office/officeart/2018/2/layout/IconVerticalSolidList"/>
    <dgm:cxn modelId="{BCEF4887-ACFD-4DC3-B53B-760AFBCC855B}" type="presOf" srcId="{7B7EA467-8050-4808-A3B3-8D6E0293BB26}" destId="{30A200D7-49F1-4534-8C39-D40CC7656C1E}" srcOrd="0" destOrd="0" presId="urn:microsoft.com/office/officeart/2018/2/layout/IconVerticalSolidList"/>
    <dgm:cxn modelId="{AEBFB18B-C2E5-4FFC-8906-730051E002D1}" srcId="{7B7EA467-8050-4808-A3B3-8D6E0293BB26}" destId="{342C5FE3-171A-4D7D-A8C8-EED6730DEF1D}" srcOrd="1" destOrd="0" parTransId="{358088B3-7140-4973-B0A0-9F55ED6CE762}" sibTransId="{BA99B489-9E92-4D6C-9239-14601F9E6E08}"/>
    <dgm:cxn modelId="{F238D0CF-E665-455D-9E5F-E238F0097173}" srcId="{7B7EA467-8050-4808-A3B3-8D6E0293BB26}" destId="{32863D2F-8F55-4A7A-8B23-66E65FED1BE4}" srcOrd="0" destOrd="0" parTransId="{39513F0D-9CC6-41A6-ADB7-BD0430815E20}" sibTransId="{7CCD47D1-4478-458B-A7DF-C6DB76250CC0}"/>
    <dgm:cxn modelId="{B63A84FD-2509-411A-AFD4-8097D2C5A0AF}" type="presOf" srcId="{32863D2F-8F55-4A7A-8B23-66E65FED1BE4}" destId="{A32C5293-5330-4F88-8556-1265AFD64C57}" srcOrd="0" destOrd="0" presId="urn:microsoft.com/office/officeart/2018/2/layout/IconVerticalSolidList"/>
    <dgm:cxn modelId="{BB8E023C-D1DA-4833-8998-5101243967DE}" type="presParOf" srcId="{30A200D7-49F1-4534-8C39-D40CC7656C1E}" destId="{D15AF7AD-29B9-40C5-B380-6EE8B0A2C6E4}" srcOrd="0" destOrd="0" presId="urn:microsoft.com/office/officeart/2018/2/layout/IconVerticalSolidList"/>
    <dgm:cxn modelId="{F5456935-6B31-47C0-A163-CFB77EB478F0}" type="presParOf" srcId="{D15AF7AD-29B9-40C5-B380-6EE8B0A2C6E4}" destId="{7D623EF9-A8C6-4789-B6EF-DA73B3C6C8C6}" srcOrd="0" destOrd="0" presId="urn:microsoft.com/office/officeart/2018/2/layout/IconVerticalSolidList"/>
    <dgm:cxn modelId="{FAEDAA07-4FAB-4E32-B232-D6750B732029}" type="presParOf" srcId="{D15AF7AD-29B9-40C5-B380-6EE8B0A2C6E4}" destId="{633048CB-6BDF-4998-9776-A1A9B5339D06}" srcOrd="1" destOrd="0" presId="urn:microsoft.com/office/officeart/2018/2/layout/IconVerticalSolidList"/>
    <dgm:cxn modelId="{6969BE12-143E-4023-AAF4-ABB1E4C3F43C}" type="presParOf" srcId="{D15AF7AD-29B9-40C5-B380-6EE8B0A2C6E4}" destId="{432D65A1-AE77-4052-96BD-EFE505763484}" srcOrd="2" destOrd="0" presId="urn:microsoft.com/office/officeart/2018/2/layout/IconVerticalSolidList"/>
    <dgm:cxn modelId="{B6570A58-8435-4A13-9400-4F97EC29BBD1}" type="presParOf" srcId="{D15AF7AD-29B9-40C5-B380-6EE8B0A2C6E4}" destId="{A32C5293-5330-4F88-8556-1265AFD64C57}" srcOrd="3" destOrd="0" presId="urn:microsoft.com/office/officeart/2018/2/layout/IconVerticalSolidList"/>
    <dgm:cxn modelId="{11D0A0CF-08FE-4950-AE39-5FBA36C236A3}" type="presParOf" srcId="{30A200D7-49F1-4534-8C39-D40CC7656C1E}" destId="{08E45239-CBD6-4D76-BACA-681B8B617A57}" srcOrd="1" destOrd="0" presId="urn:microsoft.com/office/officeart/2018/2/layout/IconVerticalSolidList"/>
    <dgm:cxn modelId="{BF02301B-53C5-47B6-88B4-3B4962620DF3}" type="presParOf" srcId="{30A200D7-49F1-4534-8C39-D40CC7656C1E}" destId="{B767C452-1E78-4393-BF55-FC7DFE78EA50}" srcOrd="2" destOrd="0" presId="urn:microsoft.com/office/officeart/2018/2/layout/IconVerticalSolidList"/>
    <dgm:cxn modelId="{9EFFA24F-4620-4503-97FE-DB4071FEA930}" type="presParOf" srcId="{B767C452-1E78-4393-BF55-FC7DFE78EA50}" destId="{A66C9FD0-B77F-45F0-97AF-D552066C2ECE}" srcOrd="0" destOrd="0" presId="urn:microsoft.com/office/officeart/2018/2/layout/IconVerticalSolidList"/>
    <dgm:cxn modelId="{0349D49B-F195-4539-A89E-0AE0D1AEA51E}" type="presParOf" srcId="{B767C452-1E78-4393-BF55-FC7DFE78EA50}" destId="{C35BFB63-D250-435F-8A00-48499CFE113F}" srcOrd="1" destOrd="0" presId="urn:microsoft.com/office/officeart/2018/2/layout/IconVerticalSolidList"/>
    <dgm:cxn modelId="{B8D1419F-E950-416C-AB3E-1B3127A26B74}" type="presParOf" srcId="{B767C452-1E78-4393-BF55-FC7DFE78EA50}" destId="{6BFC9A6E-EE07-4678-9A0F-35B8D88B8772}" srcOrd="2" destOrd="0" presId="urn:microsoft.com/office/officeart/2018/2/layout/IconVerticalSolidList"/>
    <dgm:cxn modelId="{F42E27F3-826E-4A65-B417-A9E7B6F5803F}" type="presParOf" srcId="{B767C452-1E78-4393-BF55-FC7DFE78EA50}" destId="{6A1D6371-4B77-4E96-B753-EE250DCA22F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4D4A91CE-9D3F-4CC9-AC05-9CFF21CCB79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DF0F3CC-8CFC-4DAE-A03D-71432D05C4DD}">
      <dgm:prSet/>
      <dgm:spPr/>
      <dgm:t>
        <a:bodyPr/>
        <a:lstStyle/>
        <a:p>
          <a:pPr>
            <a:defRPr cap="all"/>
          </a:pPr>
          <a:r>
            <a:rPr lang="en-US"/>
            <a:t>• Table/stream policies grant fine access</a:t>
          </a:r>
        </a:p>
      </dgm:t>
    </dgm:pt>
    <dgm:pt modelId="{83F6589A-380F-43FA-9F06-DA54D6606218}" type="parTrans" cxnId="{E95CEC5B-9FC6-4296-AED9-495F0307AA6B}">
      <dgm:prSet/>
      <dgm:spPr/>
      <dgm:t>
        <a:bodyPr/>
        <a:lstStyle/>
        <a:p>
          <a:endParaRPr lang="en-US"/>
        </a:p>
      </dgm:t>
    </dgm:pt>
    <dgm:pt modelId="{146B297E-2562-4E24-998B-D123E632106B}" type="sibTrans" cxnId="{E95CEC5B-9FC6-4296-AED9-495F0307AA6B}">
      <dgm:prSet/>
      <dgm:spPr/>
      <dgm:t>
        <a:bodyPr/>
        <a:lstStyle/>
        <a:p>
          <a:endParaRPr lang="en-US"/>
        </a:p>
      </dgm:t>
    </dgm:pt>
    <dgm:pt modelId="{1EEE02C8-2A5D-4CB3-8623-08AF9499A1A3}">
      <dgm:prSet/>
      <dgm:spPr/>
      <dgm:t>
        <a:bodyPr/>
        <a:lstStyle/>
        <a:p>
          <a:pPr>
            <a:defRPr cap="all"/>
          </a:pPr>
          <a:r>
            <a:rPr lang="en-US"/>
            <a:t>• Index access covered</a:t>
          </a:r>
        </a:p>
      </dgm:t>
    </dgm:pt>
    <dgm:pt modelId="{111A21F9-F8B9-4B9D-9E05-C7FBB1B654E4}" type="parTrans" cxnId="{29C22641-8F2B-4A55-BF2A-A2657A775757}">
      <dgm:prSet/>
      <dgm:spPr/>
      <dgm:t>
        <a:bodyPr/>
        <a:lstStyle/>
        <a:p>
          <a:endParaRPr lang="en-US"/>
        </a:p>
      </dgm:t>
    </dgm:pt>
    <dgm:pt modelId="{874B8944-F71F-4870-B1A2-28CCCBBFC963}" type="sibTrans" cxnId="{29C22641-8F2B-4A55-BF2A-A2657A775757}">
      <dgm:prSet/>
      <dgm:spPr/>
      <dgm:t>
        <a:bodyPr/>
        <a:lstStyle/>
        <a:p>
          <a:endParaRPr lang="en-US"/>
        </a:p>
      </dgm:t>
    </dgm:pt>
    <dgm:pt modelId="{39BCC6B9-C198-4887-9B82-E295BC0F596B}">
      <dgm:prSet/>
      <dgm:spPr/>
      <dgm:t>
        <a:bodyPr/>
        <a:lstStyle/>
        <a:p>
          <a:pPr>
            <a:defRPr cap="all"/>
          </a:pPr>
          <a:r>
            <a:rPr lang="en-US"/>
            <a:t>• Integrates IAM Access Analyzer &amp; Block Public Access</a:t>
          </a:r>
        </a:p>
      </dgm:t>
    </dgm:pt>
    <dgm:pt modelId="{86D0B3D5-1280-4ED7-8A94-9BB59849F3BE}" type="parTrans" cxnId="{8824E462-399A-42A8-A93B-839654C3359F}">
      <dgm:prSet/>
      <dgm:spPr/>
      <dgm:t>
        <a:bodyPr/>
        <a:lstStyle/>
        <a:p>
          <a:endParaRPr lang="en-US"/>
        </a:p>
      </dgm:t>
    </dgm:pt>
    <dgm:pt modelId="{D3EC116C-6EE4-4EFA-857C-51FDE5885CCF}" type="sibTrans" cxnId="{8824E462-399A-42A8-A93B-839654C3359F}">
      <dgm:prSet/>
      <dgm:spPr/>
      <dgm:t>
        <a:bodyPr/>
        <a:lstStyle/>
        <a:p>
          <a:endParaRPr lang="en-US"/>
        </a:p>
      </dgm:t>
    </dgm:pt>
    <dgm:pt modelId="{6E75ED57-F79E-4A81-A6FD-29A92388C66A}" type="pres">
      <dgm:prSet presAssocID="{4D4A91CE-9D3F-4CC9-AC05-9CFF21CCB79F}" presName="root" presStyleCnt="0">
        <dgm:presLayoutVars>
          <dgm:dir/>
          <dgm:resizeHandles val="exact"/>
        </dgm:presLayoutVars>
      </dgm:prSet>
      <dgm:spPr/>
    </dgm:pt>
    <dgm:pt modelId="{2B4255BF-8591-4D61-85EF-9D6DF9F6AA65}" type="pres">
      <dgm:prSet presAssocID="{1DF0F3CC-8CFC-4DAE-A03D-71432D05C4DD}" presName="compNode" presStyleCnt="0"/>
      <dgm:spPr/>
    </dgm:pt>
    <dgm:pt modelId="{8307A4B7-44AF-40C2-B186-8752EB2520E4}" type="pres">
      <dgm:prSet presAssocID="{1DF0F3CC-8CFC-4DAE-A03D-71432D05C4DD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CFE047F-7708-442A-8D5B-8B52F592A45D}" type="pres">
      <dgm:prSet presAssocID="{1DF0F3CC-8CFC-4DAE-A03D-71432D05C4D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F101380F-445B-4EF5-B7B5-8D8920965B69}" type="pres">
      <dgm:prSet presAssocID="{1DF0F3CC-8CFC-4DAE-A03D-71432D05C4DD}" presName="spaceRect" presStyleCnt="0"/>
      <dgm:spPr/>
    </dgm:pt>
    <dgm:pt modelId="{70A6A36A-B43F-4652-A55F-40759EEB0F04}" type="pres">
      <dgm:prSet presAssocID="{1DF0F3CC-8CFC-4DAE-A03D-71432D05C4DD}" presName="textRect" presStyleLbl="revTx" presStyleIdx="0" presStyleCnt="3">
        <dgm:presLayoutVars>
          <dgm:chMax val="1"/>
          <dgm:chPref val="1"/>
        </dgm:presLayoutVars>
      </dgm:prSet>
      <dgm:spPr/>
    </dgm:pt>
    <dgm:pt modelId="{8177DEB7-78CA-4872-8908-BEAA48736AD6}" type="pres">
      <dgm:prSet presAssocID="{146B297E-2562-4E24-998B-D123E632106B}" presName="sibTrans" presStyleCnt="0"/>
      <dgm:spPr/>
    </dgm:pt>
    <dgm:pt modelId="{D48E1E76-57FA-4E5C-AB7E-12EF89920502}" type="pres">
      <dgm:prSet presAssocID="{1EEE02C8-2A5D-4CB3-8623-08AF9499A1A3}" presName="compNode" presStyleCnt="0"/>
      <dgm:spPr/>
    </dgm:pt>
    <dgm:pt modelId="{8B5CC8A2-F449-4340-97E6-9946341D8DF5}" type="pres">
      <dgm:prSet presAssocID="{1EEE02C8-2A5D-4CB3-8623-08AF9499A1A3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1F7DAF3-21B5-48B8-B600-42D8FA7BE81C}" type="pres">
      <dgm:prSet presAssocID="{1EEE02C8-2A5D-4CB3-8623-08AF9499A1A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116822A-6DCE-42BB-80BE-28D0E5A14EEB}" type="pres">
      <dgm:prSet presAssocID="{1EEE02C8-2A5D-4CB3-8623-08AF9499A1A3}" presName="spaceRect" presStyleCnt="0"/>
      <dgm:spPr/>
    </dgm:pt>
    <dgm:pt modelId="{F887D013-8468-408A-878C-181B56BF6339}" type="pres">
      <dgm:prSet presAssocID="{1EEE02C8-2A5D-4CB3-8623-08AF9499A1A3}" presName="textRect" presStyleLbl="revTx" presStyleIdx="1" presStyleCnt="3">
        <dgm:presLayoutVars>
          <dgm:chMax val="1"/>
          <dgm:chPref val="1"/>
        </dgm:presLayoutVars>
      </dgm:prSet>
      <dgm:spPr/>
    </dgm:pt>
    <dgm:pt modelId="{6D7716C7-5DEB-4AB9-8F81-74E02B083517}" type="pres">
      <dgm:prSet presAssocID="{874B8944-F71F-4870-B1A2-28CCCBBFC963}" presName="sibTrans" presStyleCnt="0"/>
      <dgm:spPr/>
    </dgm:pt>
    <dgm:pt modelId="{A6F8AB62-ACCA-48A2-B718-98A9230DA76B}" type="pres">
      <dgm:prSet presAssocID="{39BCC6B9-C198-4887-9B82-E295BC0F596B}" presName="compNode" presStyleCnt="0"/>
      <dgm:spPr/>
    </dgm:pt>
    <dgm:pt modelId="{078B2104-1609-4615-B69E-B1B06E0BD2A3}" type="pres">
      <dgm:prSet presAssocID="{39BCC6B9-C198-4887-9B82-E295BC0F596B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B19B13C-B93B-4E0D-AD1F-034D489EF874}" type="pres">
      <dgm:prSet presAssocID="{39BCC6B9-C198-4887-9B82-E295BC0F596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FAD2462-A367-475D-A75F-0174EDB08839}" type="pres">
      <dgm:prSet presAssocID="{39BCC6B9-C198-4887-9B82-E295BC0F596B}" presName="spaceRect" presStyleCnt="0"/>
      <dgm:spPr/>
    </dgm:pt>
    <dgm:pt modelId="{75D5B2F0-93F8-46E2-8016-2254981EE062}" type="pres">
      <dgm:prSet presAssocID="{39BCC6B9-C198-4887-9B82-E295BC0F596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95CEC5B-9FC6-4296-AED9-495F0307AA6B}" srcId="{4D4A91CE-9D3F-4CC9-AC05-9CFF21CCB79F}" destId="{1DF0F3CC-8CFC-4DAE-A03D-71432D05C4DD}" srcOrd="0" destOrd="0" parTransId="{83F6589A-380F-43FA-9F06-DA54D6606218}" sibTransId="{146B297E-2562-4E24-998B-D123E632106B}"/>
    <dgm:cxn modelId="{29C22641-8F2B-4A55-BF2A-A2657A775757}" srcId="{4D4A91CE-9D3F-4CC9-AC05-9CFF21CCB79F}" destId="{1EEE02C8-2A5D-4CB3-8623-08AF9499A1A3}" srcOrd="1" destOrd="0" parTransId="{111A21F9-F8B9-4B9D-9E05-C7FBB1B654E4}" sibTransId="{874B8944-F71F-4870-B1A2-28CCCBBFC963}"/>
    <dgm:cxn modelId="{8824E462-399A-42A8-A93B-839654C3359F}" srcId="{4D4A91CE-9D3F-4CC9-AC05-9CFF21CCB79F}" destId="{39BCC6B9-C198-4887-9B82-E295BC0F596B}" srcOrd="2" destOrd="0" parTransId="{86D0B3D5-1280-4ED7-8A94-9BB59849F3BE}" sibTransId="{D3EC116C-6EE4-4EFA-857C-51FDE5885CCF}"/>
    <dgm:cxn modelId="{EC9EE16A-FF15-46A3-8B08-722C391EB8A2}" type="presOf" srcId="{1DF0F3CC-8CFC-4DAE-A03D-71432D05C4DD}" destId="{70A6A36A-B43F-4652-A55F-40759EEB0F04}" srcOrd="0" destOrd="0" presId="urn:microsoft.com/office/officeart/2018/5/layout/IconLeafLabelList"/>
    <dgm:cxn modelId="{05FAB3C2-AF15-4FC8-895A-C203D8E5A28A}" type="presOf" srcId="{39BCC6B9-C198-4887-9B82-E295BC0F596B}" destId="{75D5B2F0-93F8-46E2-8016-2254981EE062}" srcOrd="0" destOrd="0" presId="urn:microsoft.com/office/officeart/2018/5/layout/IconLeafLabelList"/>
    <dgm:cxn modelId="{C345B9CE-BD9F-44A8-9B3E-A5B28462E5AD}" type="presOf" srcId="{1EEE02C8-2A5D-4CB3-8623-08AF9499A1A3}" destId="{F887D013-8468-408A-878C-181B56BF6339}" srcOrd="0" destOrd="0" presId="urn:microsoft.com/office/officeart/2018/5/layout/IconLeafLabelList"/>
    <dgm:cxn modelId="{69B2F7DE-822C-41CE-A102-998AE6DE1602}" type="presOf" srcId="{4D4A91CE-9D3F-4CC9-AC05-9CFF21CCB79F}" destId="{6E75ED57-F79E-4A81-A6FD-29A92388C66A}" srcOrd="0" destOrd="0" presId="urn:microsoft.com/office/officeart/2018/5/layout/IconLeafLabelList"/>
    <dgm:cxn modelId="{18FDEA9B-C08E-4100-A618-6D19CE47B8C5}" type="presParOf" srcId="{6E75ED57-F79E-4A81-A6FD-29A92388C66A}" destId="{2B4255BF-8591-4D61-85EF-9D6DF9F6AA65}" srcOrd="0" destOrd="0" presId="urn:microsoft.com/office/officeart/2018/5/layout/IconLeafLabelList"/>
    <dgm:cxn modelId="{FFC8F2DA-C2B9-4D96-98C0-A69F8EC0B3BE}" type="presParOf" srcId="{2B4255BF-8591-4D61-85EF-9D6DF9F6AA65}" destId="{8307A4B7-44AF-40C2-B186-8752EB2520E4}" srcOrd="0" destOrd="0" presId="urn:microsoft.com/office/officeart/2018/5/layout/IconLeafLabelList"/>
    <dgm:cxn modelId="{6656E469-CB4B-4B7E-A540-7543A1705118}" type="presParOf" srcId="{2B4255BF-8591-4D61-85EF-9D6DF9F6AA65}" destId="{4CFE047F-7708-442A-8D5B-8B52F592A45D}" srcOrd="1" destOrd="0" presId="urn:microsoft.com/office/officeart/2018/5/layout/IconLeafLabelList"/>
    <dgm:cxn modelId="{F10F919C-DA92-4738-890C-3270B619F18B}" type="presParOf" srcId="{2B4255BF-8591-4D61-85EF-9D6DF9F6AA65}" destId="{F101380F-445B-4EF5-B7B5-8D8920965B69}" srcOrd="2" destOrd="0" presId="urn:microsoft.com/office/officeart/2018/5/layout/IconLeafLabelList"/>
    <dgm:cxn modelId="{F1E3543C-5CB3-407F-9254-536F29419E18}" type="presParOf" srcId="{2B4255BF-8591-4D61-85EF-9D6DF9F6AA65}" destId="{70A6A36A-B43F-4652-A55F-40759EEB0F04}" srcOrd="3" destOrd="0" presId="urn:microsoft.com/office/officeart/2018/5/layout/IconLeafLabelList"/>
    <dgm:cxn modelId="{0FBCE6A8-587C-4A06-8F2C-6605FB61EF18}" type="presParOf" srcId="{6E75ED57-F79E-4A81-A6FD-29A92388C66A}" destId="{8177DEB7-78CA-4872-8908-BEAA48736AD6}" srcOrd="1" destOrd="0" presId="urn:microsoft.com/office/officeart/2018/5/layout/IconLeafLabelList"/>
    <dgm:cxn modelId="{2E02101D-6DB3-4326-BD79-231250821216}" type="presParOf" srcId="{6E75ED57-F79E-4A81-A6FD-29A92388C66A}" destId="{D48E1E76-57FA-4E5C-AB7E-12EF89920502}" srcOrd="2" destOrd="0" presId="urn:microsoft.com/office/officeart/2018/5/layout/IconLeafLabelList"/>
    <dgm:cxn modelId="{5DCD086A-0A78-458B-8FA4-3964E84EA1D1}" type="presParOf" srcId="{D48E1E76-57FA-4E5C-AB7E-12EF89920502}" destId="{8B5CC8A2-F449-4340-97E6-9946341D8DF5}" srcOrd="0" destOrd="0" presId="urn:microsoft.com/office/officeart/2018/5/layout/IconLeafLabelList"/>
    <dgm:cxn modelId="{2BA58562-0E5B-453E-A450-DC21072587F6}" type="presParOf" srcId="{D48E1E76-57FA-4E5C-AB7E-12EF89920502}" destId="{B1F7DAF3-21B5-48B8-B600-42D8FA7BE81C}" srcOrd="1" destOrd="0" presId="urn:microsoft.com/office/officeart/2018/5/layout/IconLeafLabelList"/>
    <dgm:cxn modelId="{6C049810-C950-421C-8CB9-BB2EEC93B8FF}" type="presParOf" srcId="{D48E1E76-57FA-4E5C-AB7E-12EF89920502}" destId="{2116822A-6DCE-42BB-80BE-28D0E5A14EEB}" srcOrd="2" destOrd="0" presId="urn:microsoft.com/office/officeart/2018/5/layout/IconLeafLabelList"/>
    <dgm:cxn modelId="{2D1EBD6D-C55A-4C27-A253-AB9BCE74B58E}" type="presParOf" srcId="{D48E1E76-57FA-4E5C-AB7E-12EF89920502}" destId="{F887D013-8468-408A-878C-181B56BF6339}" srcOrd="3" destOrd="0" presId="urn:microsoft.com/office/officeart/2018/5/layout/IconLeafLabelList"/>
    <dgm:cxn modelId="{C64F2AF5-ACE6-439B-B683-DE1217584134}" type="presParOf" srcId="{6E75ED57-F79E-4A81-A6FD-29A92388C66A}" destId="{6D7716C7-5DEB-4AB9-8F81-74E02B083517}" srcOrd="3" destOrd="0" presId="urn:microsoft.com/office/officeart/2018/5/layout/IconLeafLabelList"/>
    <dgm:cxn modelId="{93CB3949-BD69-43B8-8601-7F6608DD7A44}" type="presParOf" srcId="{6E75ED57-F79E-4A81-A6FD-29A92388C66A}" destId="{A6F8AB62-ACCA-48A2-B718-98A9230DA76B}" srcOrd="4" destOrd="0" presId="urn:microsoft.com/office/officeart/2018/5/layout/IconLeafLabelList"/>
    <dgm:cxn modelId="{64AF8F10-9EAA-4951-8A1D-080EE67A82DC}" type="presParOf" srcId="{A6F8AB62-ACCA-48A2-B718-98A9230DA76B}" destId="{078B2104-1609-4615-B69E-B1B06E0BD2A3}" srcOrd="0" destOrd="0" presId="urn:microsoft.com/office/officeart/2018/5/layout/IconLeafLabelList"/>
    <dgm:cxn modelId="{ACA59F14-9066-4A4D-8906-78FBF0AA33E8}" type="presParOf" srcId="{A6F8AB62-ACCA-48A2-B718-98A9230DA76B}" destId="{2B19B13C-B93B-4E0D-AD1F-034D489EF874}" srcOrd="1" destOrd="0" presId="urn:microsoft.com/office/officeart/2018/5/layout/IconLeafLabelList"/>
    <dgm:cxn modelId="{D076E27B-C81C-4BA2-B113-9823EEB26D9D}" type="presParOf" srcId="{A6F8AB62-ACCA-48A2-B718-98A9230DA76B}" destId="{7FAD2462-A367-475D-A75F-0174EDB08839}" srcOrd="2" destOrd="0" presId="urn:microsoft.com/office/officeart/2018/5/layout/IconLeafLabelList"/>
    <dgm:cxn modelId="{EA5C4D72-5C9F-4F0A-9F7A-FD7252C2A45C}" type="presParOf" srcId="{A6F8AB62-ACCA-48A2-B718-98A9230DA76B}" destId="{75D5B2F0-93F8-46E2-8016-2254981EE062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8827FC33-516A-461F-95BF-398D9E58D20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594F954-6BAD-498F-8F19-F91C0C4F49E8}">
      <dgm:prSet/>
      <dgm:spPr/>
      <dgm:t>
        <a:bodyPr/>
        <a:lstStyle/>
        <a:p>
          <a:r>
            <a:rPr lang="en-US"/>
            <a:t>• Item‑level creates/updates/deletes &amp; conditional failures</a:t>
          </a:r>
        </a:p>
      </dgm:t>
    </dgm:pt>
    <dgm:pt modelId="{0C3053AD-8EEF-45A5-8EE0-10F12270BE37}" type="parTrans" cxnId="{12AFA6CF-8F89-4B45-8476-F4E576A0C1AC}">
      <dgm:prSet/>
      <dgm:spPr/>
      <dgm:t>
        <a:bodyPr/>
        <a:lstStyle/>
        <a:p>
          <a:endParaRPr lang="en-US"/>
        </a:p>
      </dgm:t>
    </dgm:pt>
    <dgm:pt modelId="{66F714F4-BDE4-4C66-89B9-200FA6E3C851}" type="sibTrans" cxnId="{12AFA6CF-8F89-4B45-8476-F4E576A0C1AC}">
      <dgm:prSet/>
      <dgm:spPr/>
      <dgm:t>
        <a:bodyPr/>
        <a:lstStyle/>
        <a:p>
          <a:endParaRPr lang="en-US"/>
        </a:p>
      </dgm:t>
    </dgm:pt>
    <dgm:pt modelId="{8155583D-E3B4-492C-BD65-EEA6D405E2F3}">
      <dgm:prSet/>
      <dgm:spPr/>
      <dgm:t>
        <a:bodyPr/>
        <a:lstStyle/>
        <a:p>
          <a:r>
            <a:rPr lang="en-US"/>
            <a:t>• Logs to CloudWatch for analysis &amp; auditing</a:t>
          </a:r>
        </a:p>
      </dgm:t>
    </dgm:pt>
    <dgm:pt modelId="{5108A994-8634-4F41-A9F8-160F2456558F}" type="parTrans" cxnId="{8EF760F1-CCAC-4025-AAB1-61073DE5CBE1}">
      <dgm:prSet/>
      <dgm:spPr/>
      <dgm:t>
        <a:bodyPr/>
        <a:lstStyle/>
        <a:p>
          <a:endParaRPr lang="en-US"/>
        </a:p>
      </dgm:t>
    </dgm:pt>
    <dgm:pt modelId="{5A602BC8-2B35-4875-923E-16A50F369C8F}" type="sibTrans" cxnId="{8EF760F1-CCAC-4025-AAB1-61073DE5CBE1}">
      <dgm:prSet/>
      <dgm:spPr/>
      <dgm:t>
        <a:bodyPr/>
        <a:lstStyle/>
        <a:p>
          <a:endParaRPr lang="en-US"/>
        </a:p>
      </dgm:t>
    </dgm:pt>
    <dgm:pt modelId="{03D27443-2BE5-426D-9F2A-4E58F65B1F89}" type="pres">
      <dgm:prSet presAssocID="{8827FC33-516A-461F-95BF-398D9E58D204}" presName="linear" presStyleCnt="0">
        <dgm:presLayoutVars>
          <dgm:animLvl val="lvl"/>
          <dgm:resizeHandles val="exact"/>
        </dgm:presLayoutVars>
      </dgm:prSet>
      <dgm:spPr/>
    </dgm:pt>
    <dgm:pt modelId="{36D7CBD0-1EAF-4831-B6A1-3B3A191BCECC}" type="pres">
      <dgm:prSet presAssocID="{B594F954-6BAD-498F-8F19-F91C0C4F49E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C4091F5-B695-4A3C-9563-A33E20511A80}" type="pres">
      <dgm:prSet presAssocID="{66F714F4-BDE4-4C66-89B9-200FA6E3C851}" presName="spacer" presStyleCnt="0"/>
      <dgm:spPr/>
    </dgm:pt>
    <dgm:pt modelId="{0FE28CC8-8488-4973-94DC-C3816DA3E1C4}" type="pres">
      <dgm:prSet presAssocID="{8155583D-E3B4-492C-BD65-EEA6D405E2F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CD84E6A-9690-4A19-85F8-EFF39C808318}" type="presOf" srcId="{B594F954-6BAD-498F-8F19-F91C0C4F49E8}" destId="{36D7CBD0-1EAF-4831-B6A1-3B3A191BCECC}" srcOrd="0" destOrd="0" presId="urn:microsoft.com/office/officeart/2005/8/layout/vList2"/>
    <dgm:cxn modelId="{AF7D818B-F47D-4CDE-89D5-0EA9A0F9C7D5}" type="presOf" srcId="{8155583D-E3B4-492C-BD65-EEA6D405E2F3}" destId="{0FE28CC8-8488-4973-94DC-C3816DA3E1C4}" srcOrd="0" destOrd="0" presId="urn:microsoft.com/office/officeart/2005/8/layout/vList2"/>
    <dgm:cxn modelId="{976D3FBB-EF39-485A-8BF1-24236C5A82D7}" type="presOf" srcId="{8827FC33-516A-461F-95BF-398D9E58D204}" destId="{03D27443-2BE5-426D-9F2A-4E58F65B1F89}" srcOrd="0" destOrd="0" presId="urn:microsoft.com/office/officeart/2005/8/layout/vList2"/>
    <dgm:cxn modelId="{12AFA6CF-8F89-4B45-8476-F4E576A0C1AC}" srcId="{8827FC33-516A-461F-95BF-398D9E58D204}" destId="{B594F954-6BAD-498F-8F19-F91C0C4F49E8}" srcOrd="0" destOrd="0" parTransId="{0C3053AD-8EEF-45A5-8EE0-10F12270BE37}" sibTransId="{66F714F4-BDE4-4C66-89B9-200FA6E3C851}"/>
    <dgm:cxn modelId="{8EF760F1-CCAC-4025-AAB1-61073DE5CBE1}" srcId="{8827FC33-516A-461F-95BF-398D9E58D204}" destId="{8155583D-E3B4-492C-BD65-EEA6D405E2F3}" srcOrd="1" destOrd="0" parTransId="{5108A994-8634-4F41-A9F8-160F2456558F}" sibTransId="{5A602BC8-2B35-4875-923E-16A50F369C8F}"/>
    <dgm:cxn modelId="{5FF429E4-0BB1-47DE-BC93-5D63C5CD6B8B}" type="presParOf" srcId="{03D27443-2BE5-426D-9F2A-4E58F65B1F89}" destId="{36D7CBD0-1EAF-4831-B6A1-3B3A191BCECC}" srcOrd="0" destOrd="0" presId="urn:microsoft.com/office/officeart/2005/8/layout/vList2"/>
    <dgm:cxn modelId="{0334BE27-9941-4BFA-B62F-154D237A9953}" type="presParOf" srcId="{03D27443-2BE5-426D-9F2A-4E58F65B1F89}" destId="{FC4091F5-B695-4A3C-9563-A33E20511A80}" srcOrd="1" destOrd="0" presId="urn:microsoft.com/office/officeart/2005/8/layout/vList2"/>
    <dgm:cxn modelId="{5F55308C-5043-4B21-AC53-100EF5C1BD9C}" type="presParOf" srcId="{03D27443-2BE5-426D-9F2A-4E58F65B1F89}" destId="{0FE28CC8-8488-4973-94DC-C3816DA3E1C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30C30F6-FE38-49EF-AA5F-2A5D5A20049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5AB6992-D875-41B3-92BE-C92F72C8CAD6}">
      <dgm:prSet/>
      <dgm:spPr/>
      <dgm:t>
        <a:bodyPr/>
        <a:lstStyle/>
        <a:p>
          <a:r>
            <a:rPr lang="en-US"/>
            <a:t>• HIPAA eligible (with BAA)</a:t>
          </a:r>
        </a:p>
      </dgm:t>
    </dgm:pt>
    <dgm:pt modelId="{06D1F80C-C200-4345-A7DF-D991251E34CC}" type="parTrans" cxnId="{1A25251B-4162-4F39-AAEF-C152BA002F4C}">
      <dgm:prSet/>
      <dgm:spPr/>
      <dgm:t>
        <a:bodyPr/>
        <a:lstStyle/>
        <a:p>
          <a:endParaRPr lang="en-US"/>
        </a:p>
      </dgm:t>
    </dgm:pt>
    <dgm:pt modelId="{B8FC4435-4F8C-4D1E-9190-0DE415287103}" type="sibTrans" cxnId="{1A25251B-4162-4F39-AAEF-C152BA002F4C}">
      <dgm:prSet/>
      <dgm:spPr/>
      <dgm:t>
        <a:bodyPr/>
        <a:lstStyle/>
        <a:p>
          <a:endParaRPr lang="en-US"/>
        </a:p>
      </dgm:t>
    </dgm:pt>
    <dgm:pt modelId="{A72BC63D-3A3E-417E-BFD8-26FDCFA5F4DE}">
      <dgm:prSet/>
      <dgm:spPr/>
      <dgm:t>
        <a:bodyPr/>
        <a:lstStyle/>
        <a:p>
          <a:r>
            <a:rPr lang="en-US"/>
            <a:t>• FedRAMP, ISO 27001, SOC 1/2, and more</a:t>
          </a:r>
        </a:p>
      </dgm:t>
    </dgm:pt>
    <dgm:pt modelId="{4C42D01B-9909-4B14-8A56-C7120D264D07}" type="parTrans" cxnId="{3FCC9286-A166-4684-96C8-9C758C9E4CDC}">
      <dgm:prSet/>
      <dgm:spPr/>
      <dgm:t>
        <a:bodyPr/>
        <a:lstStyle/>
        <a:p>
          <a:endParaRPr lang="en-US"/>
        </a:p>
      </dgm:t>
    </dgm:pt>
    <dgm:pt modelId="{7310297C-6994-4408-88F1-4008A8B6DC83}" type="sibTrans" cxnId="{3FCC9286-A166-4684-96C8-9C758C9E4CDC}">
      <dgm:prSet/>
      <dgm:spPr/>
      <dgm:t>
        <a:bodyPr/>
        <a:lstStyle/>
        <a:p>
          <a:endParaRPr lang="en-US"/>
        </a:p>
      </dgm:t>
    </dgm:pt>
    <dgm:pt modelId="{976C06FC-341E-4ED9-9809-5F5744822A1A}" type="pres">
      <dgm:prSet presAssocID="{A30C30F6-FE38-49EF-AA5F-2A5D5A20049B}" presName="linear" presStyleCnt="0">
        <dgm:presLayoutVars>
          <dgm:animLvl val="lvl"/>
          <dgm:resizeHandles val="exact"/>
        </dgm:presLayoutVars>
      </dgm:prSet>
      <dgm:spPr/>
    </dgm:pt>
    <dgm:pt modelId="{8197E19C-B207-41F0-94AB-1976551C1A25}" type="pres">
      <dgm:prSet presAssocID="{A5AB6992-D875-41B3-92BE-C92F72C8CAD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994C0D4-AA0F-477D-AB55-40C24E0CE062}" type="pres">
      <dgm:prSet presAssocID="{B8FC4435-4F8C-4D1E-9190-0DE415287103}" presName="spacer" presStyleCnt="0"/>
      <dgm:spPr/>
    </dgm:pt>
    <dgm:pt modelId="{01C73B51-01EE-4745-9A7C-157A269008B4}" type="pres">
      <dgm:prSet presAssocID="{A72BC63D-3A3E-417E-BFD8-26FDCFA5F4D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A25251B-4162-4F39-AAEF-C152BA002F4C}" srcId="{A30C30F6-FE38-49EF-AA5F-2A5D5A20049B}" destId="{A5AB6992-D875-41B3-92BE-C92F72C8CAD6}" srcOrd="0" destOrd="0" parTransId="{06D1F80C-C200-4345-A7DF-D991251E34CC}" sibTransId="{B8FC4435-4F8C-4D1E-9190-0DE415287103}"/>
    <dgm:cxn modelId="{2E45F533-EB3D-403E-AB42-D5E63CFDA774}" type="presOf" srcId="{A72BC63D-3A3E-417E-BFD8-26FDCFA5F4DE}" destId="{01C73B51-01EE-4745-9A7C-157A269008B4}" srcOrd="0" destOrd="0" presId="urn:microsoft.com/office/officeart/2005/8/layout/vList2"/>
    <dgm:cxn modelId="{278E8A83-921E-4BAC-BCD0-709EAC7D514A}" type="presOf" srcId="{A5AB6992-D875-41B3-92BE-C92F72C8CAD6}" destId="{8197E19C-B207-41F0-94AB-1976551C1A25}" srcOrd="0" destOrd="0" presId="urn:microsoft.com/office/officeart/2005/8/layout/vList2"/>
    <dgm:cxn modelId="{3FCC9286-A166-4684-96C8-9C758C9E4CDC}" srcId="{A30C30F6-FE38-49EF-AA5F-2A5D5A20049B}" destId="{A72BC63D-3A3E-417E-BFD8-26FDCFA5F4DE}" srcOrd="1" destOrd="0" parTransId="{4C42D01B-9909-4B14-8A56-C7120D264D07}" sibTransId="{7310297C-6994-4408-88F1-4008A8B6DC83}"/>
    <dgm:cxn modelId="{7A3E9DC6-9DD8-4301-ABF6-1C56F7BA6CD2}" type="presOf" srcId="{A30C30F6-FE38-49EF-AA5F-2A5D5A20049B}" destId="{976C06FC-341E-4ED9-9809-5F5744822A1A}" srcOrd="0" destOrd="0" presId="urn:microsoft.com/office/officeart/2005/8/layout/vList2"/>
    <dgm:cxn modelId="{77A36A8D-2CCD-468A-97F3-F9A70CF422E8}" type="presParOf" srcId="{976C06FC-341E-4ED9-9809-5F5744822A1A}" destId="{8197E19C-B207-41F0-94AB-1976551C1A25}" srcOrd="0" destOrd="0" presId="urn:microsoft.com/office/officeart/2005/8/layout/vList2"/>
    <dgm:cxn modelId="{0B953E3C-96A3-4E55-9C8C-C56150779E12}" type="presParOf" srcId="{976C06FC-341E-4ED9-9809-5F5744822A1A}" destId="{3994C0D4-AA0F-477D-AB55-40C24E0CE062}" srcOrd="1" destOrd="0" presId="urn:microsoft.com/office/officeart/2005/8/layout/vList2"/>
    <dgm:cxn modelId="{ED4E1BBD-3CD0-4EF0-817D-F19513F6622B}" type="presParOf" srcId="{976C06FC-341E-4ED9-9809-5F5744822A1A}" destId="{01C73B51-01EE-4745-9A7C-157A269008B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D4D8EA6F-6DDE-4880-99AE-4FA952E3105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D87DCE6-5628-4805-86A2-AA74C5B099BC}">
      <dgm:prSet/>
      <dgm:spPr/>
      <dgm:t>
        <a:bodyPr/>
        <a:lstStyle/>
        <a:p>
          <a:r>
            <a:rPr lang="en-US"/>
            <a:t>• Fully managed, multi‑Region, multi‑active</a:t>
          </a:r>
        </a:p>
      </dgm:t>
    </dgm:pt>
    <dgm:pt modelId="{1C405834-E2BD-4F38-86FC-C1D22E7FF58C}" type="parTrans" cxnId="{16A23CEA-6363-43FA-81EA-45BA0A919C50}">
      <dgm:prSet/>
      <dgm:spPr/>
      <dgm:t>
        <a:bodyPr/>
        <a:lstStyle/>
        <a:p>
          <a:endParaRPr lang="en-US"/>
        </a:p>
      </dgm:t>
    </dgm:pt>
    <dgm:pt modelId="{28546456-9780-405E-874B-2921293A7359}" type="sibTrans" cxnId="{16A23CEA-6363-43FA-81EA-45BA0A919C50}">
      <dgm:prSet/>
      <dgm:spPr/>
      <dgm:t>
        <a:bodyPr/>
        <a:lstStyle/>
        <a:p>
          <a:endParaRPr lang="en-US"/>
        </a:p>
      </dgm:t>
    </dgm:pt>
    <dgm:pt modelId="{C8C43F19-3C33-4663-838F-A9633589E1E2}">
      <dgm:prSet/>
      <dgm:spPr/>
      <dgm:t>
        <a:bodyPr/>
        <a:lstStyle/>
        <a:p>
          <a:r>
            <a:rPr lang="en-US"/>
            <a:t>• 99.999% availability, low‑latency local reads/writes</a:t>
          </a:r>
        </a:p>
      </dgm:t>
    </dgm:pt>
    <dgm:pt modelId="{B501A516-3D1D-40D6-B323-F82B2A763031}" type="parTrans" cxnId="{D993783F-08B6-4B7B-A843-80B07774B192}">
      <dgm:prSet/>
      <dgm:spPr/>
      <dgm:t>
        <a:bodyPr/>
        <a:lstStyle/>
        <a:p>
          <a:endParaRPr lang="en-US"/>
        </a:p>
      </dgm:t>
    </dgm:pt>
    <dgm:pt modelId="{0895E3CD-95AD-4937-B59E-C5986DE20D70}" type="sibTrans" cxnId="{D993783F-08B6-4B7B-A843-80B07774B192}">
      <dgm:prSet/>
      <dgm:spPr/>
      <dgm:t>
        <a:bodyPr/>
        <a:lstStyle/>
        <a:p>
          <a:endParaRPr lang="en-US"/>
        </a:p>
      </dgm:t>
    </dgm:pt>
    <dgm:pt modelId="{405FCEB1-1AFA-4FDC-8869-A9A98CF18325}" type="pres">
      <dgm:prSet presAssocID="{D4D8EA6F-6DDE-4880-99AE-4FA952E31056}" presName="root" presStyleCnt="0">
        <dgm:presLayoutVars>
          <dgm:dir/>
          <dgm:resizeHandles val="exact"/>
        </dgm:presLayoutVars>
      </dgm:prSet>
      <dgm:spPr/>
    </dgm:pt>
    <dgm:pt modelId="{3FE4DEC7-872C-44D3-870C-F3EAC73CAD3C}" type="pres">
      <dgm:prSet presAssocID="{DD87DCE6-5628-4805-86A2-AA74C5B099BC}" presName="compNode" presStyleCnt="0"/>
      <dgm:spPr/>
    </dgm:pt>
    <dgm:pt modelId="{4822C33E-84F9-4C7A-A2FE-33027E148058}" type="pres">
      <dgm:prSet presAssocID="{DD87DCE6-5628-4805-86A2-AA74C5B099BC}" presName="bgRect" presStyleLbl="bgShp" presStyleIdx="0" presStyleCnt="2"/>
      <dgm:spPr/>
    </dgm:pt>
    <dgm:pt modelId="{346C887C-64CF-464E-9DCA-64F310B1A4FE}" type="pres">
      <dgm:prSet presAssocID="{DD87DCE6-5628-4805-86A2-AA74C5B099B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56C7AA93-1B2A-4945-82E4-6E0962E97FA9}" type="pres">
      <dgm:prSet presAssocID="{DD87DCE6-5628-4805-86A2-AA74C5B099BC}" presName="spaceRect" presStyleCnt="0"/>
      <dgm:spPr/>
    </dgm:pt>
    <dgm:pt modelId="{D46138B8-F377-4CB8-AD0D-3D0DDA6D88D3}" type="pres">
      <dgm:prSet presAssocID="{DD87DCE6-5628-4805-86A2-AA74C5B099BC}" presName="parTx" presStyleLbl="revTx" presStyleIdx="0" presStyleCnt="2">
        <dgm:presLayoutVars>
          <dgm:chMax val="0"/>
          <dgm:chPref val="0"/>
        </dgm:presLayoutVars>
      </dgm:prSet>
      <dgm:spPr/>
    </dgm:pt>
    <dgm:pt modelId="{DA45EF92-5E38-45CF-BCCA-16313C451673}" type="pres">
      <dgm:prSet presAssocID="{28546456-9780-405E-874B-2921293A7359}" presName="sibTrans" presStyleCnt="0"/>
      <dgm:spPr/>
    </dgm:pt>
    <dgm:pt modelId="{86272793-E949-4239-895D-5522DE5F6594}" type="pres">
      <dgm:prSet presAssocID="{C8C43F19-3C33-4663-838F-A9633589E1E2}" presName="compNode" presStyleCnt="0"/>
      <dgm:spPr/>
    </dgm:pt>
    <dgm:pt modelId="{47C4C29A-1917-4060-8C29-934301E1C9CD}" type="pres">
      <dgm:prSet presAssocID="{C8C43F19-3C33-4663-838F-A9633589E1E2}" presName="bgRect" presStyleLbl="bgShp" presStyleIdx="1" presStyleCnt="2"/>
      <dgm:spPr/>
    </dgm:pt>
    <dgm:pt modelId="{C287565F-06F0-4273-891B-AC6361C20A66}" type="pres">
      <dgm:prSet presAssocID="{C8C43F19-3C33-4663-838F-A9633589E1E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4A946854-C7C6-4BA8-ABE3-582549BBA801}" type="pres">
      <dgm:prSet presAssocID="{C8C43F19-3C33-4663-838F-A9633589E1E2}" presName="spaceRect" presStyleCnt="0"/>
      <dgm:spPr/>
    </dgm:pt>
    <dgm:pt modelId="{1532D148-4F16-4B49-9B26-9914AD17C1E7}" type="pres">
      <dgm:prSet presAssocID="{C8C43F19-3C33-4663-838F-A9633589E1E2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D993783F-08B6-4B7B-A843-80B07774B192}" srcId="{D4D8EA6F-6DDE-4880-99AE-4FA952E31056}" destId="{C8C43F19-3C33-4663-838F-A9633589E1E2}" srcOrd="1" destOrd="0" parTransId="{B501A516-3D1D-40D6-B323-F82B2A763031}" sibTransId="{0895E3CD-95AD-4937-B59E-C5986DE20D70}"/>
    <dgm:cxn modelId="{8FDB7671-6C13-4D00-A00C-946AE56824ED}" type="presOf" srcId="{D4D8EA6F-6DDE-4880-99AE-4FA952E31056}" destId="{405FCEB1-1AFA-4FDC-8869-A9A98CF18325}" srcOrd="0" destOrd="0" presId="urn:microsoft.com/office/officeart/2018/2/layout/IconVerticalSolidList"/>
    <dgm:cxn modelId="{9A97678E-7B99-4CAF-86CE-E7E51BBE395F}" type="presOf" srcId="{DD87DCE6-5628-4805-86A2-AA74C5B099BC}" destId="{D46138B8-F377-4CB8-AD0D-3D0DDA6D88D3}" srcOrd="0" destOrd="0" presId="urn:microsoft.com/office/officeart/2018/2/layout/IconVerticalSolidList"/>
    <dgm:cxn modelId="{16A23CEA-6363-43FA-81EA-45BA0A919C50}" srcId="{D4D8EA6F-6DDE-4880-99AE-4FA952E31056}" destId="{DD87DCE6-5628-4805-86A2-AA74C5B099BC}" srcOrd="0" destOrd="0" parTransId="{1C405834-E2BD-4F38-86FC-C1D22E7FF58C}" sibTransId="{28546456-9780-405E-874B-2921293A7359}"/>
    <dgm:cxn modelId="{B0200CF6-0EDB-4581-8E47-EDFF4E4E24AD}" type="presOf" srcId="{C8C43F19-3C33-4663-838F-A9633589E1E2}" destId="{1532D148-4F16-4B49-9B26-9914AD17C1E7}" srcOrd="0" destOrd="0" presId="urn:microsoft.com/office/officeart/2018/2/layout/IconVerticalSolidList"/>
    <dgm:cxn modelId="{087FB102-0D6F-48E8-BE78-9B4C04AC9779}" type="presParOf" srcId="{405FCEB1-1AFA-4FDC-8869-A9A98CF18325}" destId="{3FE4DEC7-872C-44D3-870C-F3EAC73CAD3C}" srcOrd="0" destOrd="0" presId="urn:microsoft.com/office/officeart/2018/2/layout/IconVerticalSolidList"/>
    <dgm:cxn modelId="{A5808B55-9A44-445A-AEB8-0D876ABC4AB9}" type="presParOf" srcId="{3FE4DEC7-872C-44D3-870C-F3EAC73CAD3C}" destId="{4822C33E-84F9-4C7A-A2FE-33027E148058}" srcOrd="0" destOrd="0" presId="urn:microsoft.com/office/officeart/2018/2/layout/IconVerticalSolidList"/>
    <dgm:cxn modelId="{0B6587A8-3950-4B44-9C59-8AE54786EAC0}" type="presParOf" srcId="{3FE4DEC7-872C-44D3-870C-F3EAC73CAD3C}" destId="{346C887C-64CF-464E-9DCA-64F310B1A4FE}" srcOrd="1" destOrd="0" presId="urn:microsoft.com/office/officeart/2018/2/layout/IconVerticalSolidList"/>
    <dgm:cxn modelId="{FAACD488-65A7-4A63-93FF-AD65317BC8BE}" type="presParOf" srcId="{3FE4DEC7-872C-44D3-870C-F3EAC73CAD3C}" destId="{56C7AA93-1B2A-4945-82E4-6E0962E97FA9}" srcOrd="2" destOrd="0" presId="urn:microsoft.com/office/officeart/2018/2/layout/IconVerticalSolidList"/>
    <dgm:cxn modelId="{2A4E10D0-E8CE-46E4-96D1-FE605C2C5C26}" type="presParOf" srcId="{3FE4DEC7-872C-44D3-870C-F3EAC73CAD3C}" destId="{D46138B8-F377-4CB8-AD0D-3D0DDA6D88D3}" srcOrd="3" destOrd="0" presId="urn:microsoft.com/office/officeart/2018/2/layout/IconVerticalSolidList"/>
    <dgm:cxn modelId="{30707636-F8FD-408D-9DE7-273D588A2FB7}" type="presParOf" srcId="{405FCEB1-1AFA-4FDC-8869-A9A98CF18325}" destId="{DA45EF92-5E38-45CF-BCCA-16313C451673}" srcOrd="1" destOrd="0" presId="urn:microsoft.com/office/officeart/2018/2/layout/IconVerticalSolidList"/>
    <dgm:cxn modelId="{2D88FF2A-D74D-4DF5-939B-DC29EB3CE13D}" type="presParOf" srcId="{405FCEB1-1AFA-4FDC-8869-A9A98CF18325}" destId="{86272793-E949-4239-895D-5522DE5F6594}" srcOrd="2" destOrd="0" presId="urn:microsoft.com/office/officeart/2018/2/layout/IconVerticalSolidList"/>
    <dgm:cxn modelId="{CE6C9CE2-DDD3-4DDC-9182-6CBA576B9BEE}" type="presParOf" srcId="{86272793-E949-4239-895D-5522DE5F6594}" destId="{47C4C29A-1917-4060-8C29-934301E1C9CD}" srcOrd="0" destOrd="0" presId="urn:microsoft.com/office/officeart/2018/2/layout/IconVerticalSolidList"/>
    <dgm:cxn modelId="{B8FBF7A7-A7F3-48D7-B765-B48B14828D5A}" type="presParOf" srcId="{86272793-E949-4239-895D-5522DE5F6594}" destId="{C287565F-06F0-4273-891B-AC6361C20A66}" srcOrd="1" destOrd="0" presId="urn:microsoft.com/office/officeart/2018/2/layout/IconVerticalSolidList"/>
    <dgm:cxn modelId="{31EBBFB4-D50A-459E-AD63-06C1A5695336}" type="presParOf" srcId="{86272793-E949-4239-895D-5522DE5F6594}" destId="{4A946854-C7C6-4BA8-ABE3-582549BBA801}" srcOrd="2" destOrd="0" presId="urn:microsoft.com/office/officeart/2018/2/layout/IconVerticalSolidList"/>
    <dgm:cxn modelId="{4B89EC60-96B4-4CDD-B2C5-26309A8609F8}" type="presParOf" srcId="{86272793-E949-4239-895D-5522DE5F6594}" destId="{1532D148-4F16-4B49-9B26-9914AD17C1E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D79D3593-F521-4070-8F57-B6EF34C8D61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F8252E2-0683-448F-8B19-26E483E130EE}">
      <dgm:prSet/>
      <dgm:spPr/>
      <dgm:t>
        <a:bodyPr/>
        <a:lstStyle/>
        <a:p>
          <a:pPr>
            <a:defRPr cap="all"/>
          </a:pPr>
          <a:r>
            <a:rPr lang="en-US"/>
            <a:t>• No primary Region; read/write anywhere—no failover</a:t>
          </a:r>
        </a:p>
      </dgm:t>
    </dgm:pt>
    <dgm:pt modelId="{530970F8-0407-4023-A1A6-281BB0C8911C}" type="parTrans" cxnId="{FA166CA8-E928-497D-819B-D01245A6C3B0}">
      <dgm:prSet/>
      <dgm:spPr/>
      <dgm:t>
        <a:bodyPr/>
        <a:lstStyle/>
        <a:p>
          <a:endParaRPr lang="en-US"/>
        </a:p>
      </dgm:t>
    </dgm:pt>
    <dgm:pt modelId="{1A6B6EAE-1A91-49A4-8A3A-FD019C0D613E}" type="sibTrans" cxnId="{FA166CA8-E928-497D-819B-D01245A6C3B0}">
      <dgm:prSet/>
      <dgm:spPr/>
      <dgm:t>
        <a:bodyPr/>
        <a:lstStyle/>
        <a:p>
          <a:endParaRPr lang="en-US"/>
        </a:p>
      </dgm:t>
    </dgm:pt>
    <dgm:pt modelId="{222F27EE-9216-448E-B874-033CC1A931EF}">
      <dgm:prSet/>
      <dgm:spPr/>
      <dgm:t>
        <a:bodyPr/>
        <a:lstStyle/>
        <a:p>
          <a:pPr>
            <a:defRPr cap="all"/>
          </a:pPr>
          <a:r>
            <a:rPr lang="en-US"/>
            <a:t>• Each Region hosts a replica table (same name/schema)</a:t>
          </a:r>
        </a:p>
      </dgm:t>
    </dgm:pt>
    <dgm:pt modelId="{CD107DE7-0967-4BD4-9BB2-DBA40D9C353F}" type="parTrans" cxnId="{E293F357-0F6D-4090-B1C2-0B4EF8329CE9}">
      <dgm:prSet/>
      <dgm:spPr/>
      <dgm:t>
        <a:bodyPr/>
        <a:lstStyle/>
        <a:p>
          <a:endParaRPr lang="en-US"/>
        </a:p>
      </dgm:t>
    </dgm:pt>
    <dgm:pt modelId="{0C10F6DB-796E-411C-8961-BFE218EB6D5D}" type="sibTrans" cxnId="{E293F357-0F6D-4090-B1C2-0B4EF8329CE9}">
      <dgm:prSet/>
      <dgm:spPr/>
      <dgm:t>
        <a:bodyPr/>
        <a:lstStyle/>
        <a:p>
          <a:endParaRPr lang="en-US"/>
        </a:p>
      </dgm:t>
    </dgm:pt>
    <dgm:pt modelId="{6D673F2B-61EB-42B3-9536-A9EDDB258BFC}">
      <dgm:prSet/>
      <dgm:spPr/>
      <dgm:t>
        <a:bodyPr/>
        <a:lstStyle/>
        <a:p>
          <a:pPr>
            <a:defRPr cap="all"/>
          </a:pPr>
          <a:r>
            <a:rPr lang="en-US"/>
            <a:t>• Streams enabled, matching keys/capacity; PITR supported</a:t>
          </a:r>
        </a:p>
      </dgm:t>
    </dgm:pt>
    <dgm:pt modelId="{F4D07222-7E2A-4CA4-83BE-540D93BF8461}" type="parTrans" cxnId="{424D87C6-F673-47A8-956F-51D5E95DB3A5}">
      <dgm:prSet/>
      <dgm:spPr/>
      <dgm:t>
        <a:bodyPr/>
        <a:lstStyle/>
        <a:p>
          <a:endParaRPr lang="en-US"/>
        </a:p>
      </dgm:t>
    </dgm:pt>
    <dgm:pt modelId="{5816ED5F-D6F0-4D07-9E9E-39E185474E3E}" type="sibTrans" cxnId="{424D87C6-F673-47A8-956F-51D5E95DB3A5}">
      <dgm:prSet/>
      <dgm:spPr/>
      <dgm:t>
        <a:bodyPr/>
        <a:lstStyle/>
        <a:p>
          <a:endParaRPr lang="en-US"/>
        </a:p>
      </dgm:t>
    </dgm:pt>
    <dgm:pt modelId="{C6EB84DF-7ECC-4768-965B-EB26E4208A31}" type="pres">
      <dgm:prSet presAssocID="{D79D3593-F521-4070-8F57-B6EF34C8D614}" presName="root" presStyleCnt="0">
        <dgm:presLayoutVars>
          <dgm:dir/>
          <dgm:resizeHandles val="exact"/>
        </dgm:presLayoutVars>
      </dgm:prSet>
      <dgm:spPr/>
    </dgm:pt>
    <dgm:pt modelId="{D1D84986-B5B0-4AD5-A6B8-C21C052BEAF9}" type="pres">
      <dgm:prSet presAssocID="{CF8252E2-0683-448F-8B19-26E483E130EE}" presName="compNode" presStyleCnt="0"/>
      <dgm:spPr/>
    </dgm:pt>
    <dgm:pt modelId="{989B22C6-EC62-4168-83DD-8057895F4B1B}" type="pres">
      <dgm:prSet presAssocID="{CF8252E2-0683-448F-8B19-26E483E130EE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238904F-BB0B-48C7-9FFB-00221F4E3077}" type="pres">
      <dgm:prSet presAssocID="{CF8252E2-0683-448F-8B19-26E483E130E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CBCA474-F1B6-45C3-89C0-33B23C1F8C5B}" type="pres">
      <dgm:prSet presAssocID="{CF8252E2-0683-448F-8B19-26E483E130EE}" presName="spaceRect" presStyleCnt="0"/>
      <dgm:spPr/>
    </dgm:pt>
    <dgm:pt modelId="{F4BB3C68-913D-46C1-8F11-28CCC4AC1474}" type="pres">
      <dgm:prSet presAssocID="{CF8252E2-0683-448F-8B19-26E483E130EE}" presName="textRect" presStyleLbl="revTx" presStyleIdx="0" presStyleCnt="3">
        <dgm:presLayoutVars>
          <dgm:chMax val="1"/>
          <dgm:chPref val="1"/>
        </dgm:presLayoutVars>
      </dgm:prSet>
      <dgm:spPr/>
    </dgm:pt>
    <dgm:pt modelId="{CA375778-AD75-46B4-B2CB-3312785158A1}" type="pres">
      <dgm:prSet presAssocID="{1A6B6EAE-1A91-49A4-8A3A-FD019C0D613E}" presName="sibTrans" presStyleCnt="0"/>
      <dgm:spPr/>
    </dgm:pt>
    <dgm:pt modelId="{CBA6DCDF-737B-46ED-8076-0CB584E0CE73}" type="pres">
      <dgm:prSet presAssocID="{222F27EE-9216-448E-B874-033CC1A931EF}" presName="compNode" presStyleCnt="0"/>
      <dgm:spPr/>
    </dgm:pt>
    <dgm:pt modelId="{74E039BF-342D-4277-A41F-A8160040F887}" type="pres">
      <dgm:prSet presAssocID="{222F27EE-9216-448E-B874-033CC1A931EF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A032472-7DF3-41E7-BC70-F5BA170D4A02}" type="pres">
      <dgm:prSet presAssocID="{222F27EE-9216-448E-B874-033CC1A931E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2D36CDE1-0C2F-4A51-B46E-2733705EA7EF}" type="pres">
      <dgm:prSet presAssocID="{222F27EE-9216-448E-B874-033CC1A931EF}" presName="spaceRect" presStyleCnt="0"/>
      <dgm:spPr/>
    </dgm:pt>
    <dgm:pt modelId="{3CBC9ECE-7427-4BA6-8C50-AD41AD3F7EA8}" type="pres">
      <dgm:prSet presAssocID="{222F27EE-9216-448E-B874-033CC1A931EF}" presName="textRect" presStyleLbl="revTx" presStyleIdx="1" presStyleCnt="3">
        <dgm:presLayoutVars>
          <dgm:chMax val="1"/>
          <dgm:chPref val="1"/>
        </dgm:presLayoutVars>
      </dgm:prSet>
      <dgm:spPr/>
    </dgm:pt>
    <dgm:pt modelId="{B8CB4282-62D4-4823-9784-81365F7050D1}" type="pres">
      <dgm:prSet presAssocID="{0C10F6DB-796E-411C-8961-BFE218EB6D5D}" presName="sibTrans" presStyleCnt="0"/>
      <dgm:spPr/>
    </dgm:pt>
    <dgm:pt modelId="{F8FED4DB-1EF9-4C0A-B6FE-7AEE27A67838}" type="pres">
      <dgm:prSet presAssocID="{6D673F2B-61EB-42B3-9536-A9EDDB258BFC}" presName="compNode" presStyleCnt="0"/>
      <dgm:spPr/>
    </dgm:pt>
    <dgm:pt modelId="{734503B7-578D-4E30-9906-BA4A58645A85}" type="pres">
      <dgm:prSet presAssocID="{6D673F2B-61EB-42B3-9536-A9EDDB258BFC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EAA6FD3-367F-4101-A2D0-CE85D44320DA}" type="pres">
      <dgm:prSet presAssocID="{6D673F2B-61EB-42B3-9536-A9EDDB258BF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B659D288-D126-4568-B761-321F84A8E5F3}" type="pres">
      <dgm:prSet presAssocID="{6D673F2B-61EB-42B3-9536-A9EDDB258BFC}" presName="spaceRect" presStyleCnt="0"/>
      <dgm:spPr/>
    </dgm:pt>
    <dgm:pt modelId="{6AD113A7-09F9-4678-8E1A-F9161EC0B1B7}" type="pres">
      <dgm:prSet presAssocID="{6D673F2B-61EB-42B3-9536-A9EDDB258BF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ED51617-F9DA-4D61-A44C-3324B38BE268}" type="presOf" srcId="{222F27EE-9216-448E-B874-033CC1A931EF}" destId="{3CBC9ECE-7427-4BA6-8C50-AD41AD3F7EA8}" srcOrd="0" destOrd="0" presId="urn:microsoft.com/office/officeart/2018/5/layout/IconLeafLabelList"/>
    <dgm:cxn modelId="{98CE0E21-00D4-44A5-9DE8-941A2B38AFA3}" type="presOf" srcId="{D79D3593-F521-4070-8F57-B6EF34C8D614}" destId="{C6EB84DF-7ECC-4768-965B-EB26E4208A31}" srcOrd="0" destOrd="0" presId="urn:microsoft.com/office/officeart/2018/5/layout/IconLeafLabelList"/>
    <dgm:cxn modelId="{E293F357-0F6D-4090-B1C2-0B4EF8329CE9}" srcId="{D79D3593-F521-4070-8F57-B6EF34C8D614}" destId="{222F27EE-9216-448E-B874-033CC1A931EF}" srcOrd="1" destOrd="0" parTransId="{CD107DE7-0967-4BD4-9BB2-DBA40D9C353F}" sibTransId="{0C10F6DB-796E-411C-8961-BFE218EB6D5D}"/>
    <dgm:cxn modelId="{3ED24F9E-498F-4D55-A2A0-8441BC9BC6E6}" type="presOf" srcId="{CF8252E2-0683-448F-8B19-26E483E130EE}" destId="{F4BB3C68-913D-46C1-8F11-28CCC4AC1474}" srcOrd="0" destOrd="0" presId="urn:microsoft.com/office/officeart/2018/5/layout/IconLeafLabelList"/>
    <dgm:cxn modelId="{FA166CA8-E928-497D-819B-D01245A6C3B0}" srcId="{D79D3593-F521-4070-8F57-B6EF34C8D614}" destId="{CF8252E2-0683-448F-8B19-26E483E130EE}" srcOrd="0" destOrd="0" parTransId="{530970F8-0407-4023-A1A6-281BB0C8911C}" sibTransId="{1A6B6EAE-1A91-49A4-8A3A-FD019C0D613E}"/>
    <dgm:cxn modelId="{E32069C4-CDE1-4527-B8BF-408DE81EC665}" type="presOf" srcId="{6D673F2B-61EB-42B3-9536-A9EDDB258BFC}" destId="{6AD113A7-09F9-4678-8E1A-F9161EC0B1B7}" srcOrd="0" destOrd="0" presId="urn:microsoft.com/office/officeart/2018/5/layout/IconLeafLabelList"/>
    <dgm:cxn modelId="{424D87C6-F673-47A8-956F-51D5E95DB3A5}" srcId="{D79D3593-F521-4070-8F57-B6EF34C8D614}" destId="{6D673F2B-61EB-42B3-9536-A9EDDB258BFC}" srcOrd="2" destOrd="0" parTransId="{F4D07222-7E2A-4CA4-83BE-540D93BF8461}" sibTransId="{5816ED5F-D6F0-4D07-9E9E-39E185474E3E}"/>
    <dgm:cxn modelId="{8D635400-0DFB-40E0-AACD-21B402D10D0F}" type="presParOf" srcId="{C6EB84DF-7ECC-4768-965B-EB26E4208A31}" destId="{D1D84986-B5B0-4AD5-A6B8-C21C052BEAF9}" srcOrd="0" destOrd="0" presId="urn:microsoft.com/office/officeart/2018/5/layout/IconLeafLabelList"/>
    <dgm:cxn modelId="{A71C6800-3495-46A3-BC4E-FDEB9676505B}" type="presParOf" srcId="{D1D84986-B5B0-4AD5-A6B8-C21C052BEAF9}" destId="{989B22C6-EC62-4168-83DD-8057895F4B1B}" srcOrd="0" destOrd="0" presId="urn:microsoft.com/office/officeart/2018/5/layout/IconLeafLabelList"/>
    <dgm:cxn modelId="{0EE8A48B-F6AC-43B6-B281-0B7F26693F0B}" type="presParOf" srcId="{D1D84986-B5B0-4AD5-A6B8-C21C052BEAF9}" destId="{D238904F-BB0B-48C7-9FFB-00221F4E3077}" srcOrd="1" destOrd="0" presId="urn:microsoft.com/office/officeart/2018/5/layout/IconLeafLabelList"/>
    <dgm:cxn modelId="{5ECAF40C-F836-4334-A0B8-3EF83F6FA04F}" type="presParOf" srcId="{D1D84986-B5B0-4AD5-A6B8-C21C052BEAF9}" destId="{9CBCA474-F1B6-45C3-89C0-33B23C1F8C5B}" srcOrd="2" destOrd="0" presId="urn:microsoft.com/office/officeart/2018/5/layout/IconLeafLabelList"/>
    <dgm:cxn modelId="{EBB82D60-BC02-4B47-94D9-CE220B08860C}" type="presParOf" srcId="{D1D84986-B5B0-4AD5-A6B8-C21C052BEAF9}" destId="{F4BB3C68-913D-46C1-8F11-28CCC4AC1474}" srcOrd="3" destOrd="0" presId="urn:microsoft.com/office/officeart/2018/5/layout/IconLeafLabelList"/>
    <dgm:cxn modelId="{F20F79A8-C5CD-4BFA-9709-E1893F707931}" type="presParOf" srcId="{C6EB84DF-7ECC-4768-965B-EB26E4208A31}" destId="{CA375778-AD75-46B4-B2CB-3312785158A1}" srcOrd="1" destOrd="0" presId="urn:microsoft.com/office/officeart/2018/5/layout/IconLeafLabelList"/>
    <dgm:cxn modelId="{C1FB6405-9A62-48D3-AD0F-55B2C154AA83}" type="presParOf" srcId="{C6EB84DF-7ECC-4768-965B-EB26E4208A31}" destId="{CBA6DCDF-737B-46ED-8076-0CB584E0CE73}" srcOrd="2" destOrd="0" presId="urn:microsoft.com/office/officeart/2018/5/layout/IconLeafLabelList"/>
    <dgm:cxn modelId="{EB207101-1437-4398-A711-0D4907DEF9AF}" type="presParOf" srcId="{CBA6DCDF-737B-46ED-8076-0CB584E0CE73}" destId="{74E039BF-342D-4277-A41F-A8160040F887}" srcOrd="0" destOrd="0" presId="urn:microsoft.com/office/officeart/2018/5/layout/IconLeafLabelList"/>
    <dgm:cxn modelId="{377C73D9-6C45-42B4-BA14-6947470BC882}" type="presParOf" srcId="{CBA6DCDF-737B-46ED-8076-0CB584E0CE73}" destId="{8A032472-7DF3-41E7-BC70-F5BA170D4A02}" srcOrd="1" destOrd="0" presId="urn:microsoft.com/office/officeart/2018/5/layout/IconLeafLabelList"/>
    <dgm:cxn modelId="{2A3C6481-ADC1-47CC-88C7-45116745A560}" type="presParOf" srcId="{CBA6DCDF-737B-46ED-8076-0CB584E0CE73}" destId="{2D36CDE1-0C2F-4A51-B46E-2733705EA7EF}" srcOrd="2" destOrd="0" presId="urn:microsoft.com/office/officeart/2018/5/layout/IconLeafLabelList"/>
    <dgm:cxn modelId="{FC984FF1-A296-40E8-ADC3-7B89614D92C3}" type="presParOf" srcId="{CBA6DCDF-737B-46ED-8076-0CB584E0CE73}" destId="{3CBC9ECE-7427-4BA6-8C50-AD41AD3F7EA8}" srcOrd="3" destOrd="0" presId="urn:microsoft.com/office/officeart/2018/5/layout/IconLeafLabelList"/>
    <dgm:cxn modelId="{276B2D8E-040D-4A7B-81D4-444C6BF415D7}" type="presParOf" srcId="{C6EB84DF-7ECC-4768-965B-EB26E4208A31}" destId="{B8CB4282-62D4-4823-9784-81365F7050D1}" srcOrd="3" destOrd="0" presId="urn:microsoft.com/office/officeart/2018/5/layout/IconLeafLabelList"/>
    <dgm:cxn modelId="{00ACCEE8-5F84-4DCA-8CD8-44A1F373CDDB}" type="presParOf" srcId="{C6EB84DF-7ECC-4768-965B-EB26E4208A31}" destId="{F8FED4DB-1EF9-4C0A-B6FE-7AEE27A67838}" srcOrd="4" destOrd="0" presId="urn:microsoft.com/office/officeart/2018/5/layout/IconLeafLabelList"/>
    <dgm:cxn modelId="{C8746D50-BFF2-4161-A0BF-B23A14D546C2}" type="presParOf" srcId="{F8FED4DB-1EF9-4C0A-B6FE-7AEE27A67838}" destId="{734503B7-578D-4E30-9906-BA4A58645A85}" srcOrd="0" destOrd="0" presId="urn:microsoft.com/office/officeart/2018/5/layout/IconLeafLabelList"/>
    <dgm:cxn modelId="{34BA4FEB-E9AD-4E91-9449-4F878A559C69}" type="presParOf" srcId="{F8FED4DB-1EF9-4C0A-B6FE-7AEE27A67838}" destId="{6EAA6FD3-367F-4101-A2D0-CE85D44320DA}" srcOrd="1" destOrd="0" presId="urn:microsoft.com/office/officeart/2018/5/layout/IconLeafLabelList"/>
    <dgm:cxn modelId="{3EBE2369-E1E0-44E7-9409-4F97A36B5BB3}" type="presParOf" srcId="{F8FED4DB-1EF9-4C0A-B6FE-7AEE27A67838}" destId="{B659D288-D126-4568-B761-321F84A8E5F3}" srcOrd="2" destOrd="0" presId="urn:microsoft.com/office/officeart/2018/5/layout/IconLeafLabelList"/>
    <dgm:cxn modelId="{DC38B568-8095-4D13-9F8D-F8961C65D0A5}" type="presParOf" srcId="{F8FED4DB-1EF9-4C0A-B6FE-7AEE27A67838}" destId="{6AD113A7-09F9-4678-8E1A-F9161EC0B1B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3D2A77-AAC0-42DE-BB32-E323CE357F82}">
      <dsp:nvSpPr>
        <dsp:cNvPr id="0" name=""/>
        <dsp:cNvSpPr/>
      </dsp:nvSpPr>
      <dsp:spPr>
        <a:xfrm>
          <a:off x="0" y="689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D2C7C6-7A6F-442F-A4FF-5A5ABC40163A}">
      <dsp:nvSpPr>
        <dsp:cNvPr id="0" name=""/>
        <dsp:cNvSpPr/>
      </dsp:nvSpPr>
      <dsp:spPr>
        <a:xfrm>
          <a:off x="488194" y="363809"/>
          <a:ext cx="887626" cy="887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FE56D7-A727-414F-9958-CD21475FA957}">
      <dsp:nvSpPr>
        <dsp:cNvPr id="0" name=""/>
        <dsp:cNvSpPr/>
      </dsp:nvSpPr>
      <dsp:spPr>
        <a:xfrm>
          <a:off x="1864015" y="689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Managed NoSQL (key‑value + document)</a:t>
          </a:r>
        </a:p>
      </dsp:txBody>
      <dsp:txXfrm>
        <a:off x="1864015" y="689"/>
        <a:ext cx="3234240" cy="1613866"/>
      </dsp:txXfrm>
    </dsp:sp>
    <dsp:sp modelId="{8C3E5FE0-7507-4DD8-9BFC-7E92B5AE3B20}">
      <dsp:nvSpPr>
        <dsp:cNvPr id="0" name=""/>
        <dsp:cNvSpPr/>
      </dsp:nvSpPr>
      <dsp:spPr>
        <a:xfrm>
          <a:off x="0" y="2018022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FE32EA-7C84-4134-A4BC-C27D84926F42}">
      <dsp:nvSpPr>
        <dsp:cNvPr id="0" name=""/>
        <dsp:cNvSpPr/>
      </dsp:nvSpPr>
      <dsp:spPr>
        <a:xfrm>
          <a:off x="488194" y="2381142"/>
          <a:ext cx="887626" cy="887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7C24FF-9838-4A3E-AC60-FEB80EA37977}">
      <dsp:nvSpPr>
        <dsp:cNvPr id="0" name=""/>
        <dsp:cNvSpPr/>
      </dsp:nvSpPr>
      <dsp:spPr>
        <a:xfrm>
          <a:off x="1864015" y="2018022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No servers, no maintenance windows or upgrades</a:t>
          </a:r>
        </a:p>
      </dsp:txBody>
      <dsp:txXfrm>
        <a:off x="1864015" y="2018022"/>
        <a:ext cx="3234240" cy="1613866"/>
      </dsp:txXfrm>
    </dsp:sp>
    <dsp:sp modelId="{9AF324E4-A1D7-4A6E-A94F-C2968A797A51}">
      <dsp:nvSpPr>
        <dsp:cNvPr id="0" name=""/>
        <dsp:cNvSpPr/>
      </dsp:nvSpPr>
      <dsp:spPr>
        <a:xfrm>
          <a:off x="0" y="4035355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856367-6A03-4251-A73D-B70360C3E958}">
      <dsp:nvSpPr>
        <dsp:cNvPr id="0" name=""/>
        <dsp:cNvSpPr/>
      </dsp:nvSpPr>
      <dsp:spPr>
        <a:xfrm>
          <a:off x="488194" y="4398475"/>
          <a:ext cx="887626" cy="887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1D0FDF-6A56-4258-8F29-43166DF0D5D7}">
      <dsp:nvSpPr>
        <dsp:cNvPr id="0" name=""/>
        <dsp:cNvSpPr/>
      </dsp:nvSpPr>
      <dsp:spPr>
        <a:xfrm>
          <a:off x="1864015" y="4035355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Pay‑per‑request with instant scale</a:t>
          </a:r>
        </a:p>
      </dsp:txBody>
      <dsp:txXfrm>
        <a:off x="1864015" y="4035355"/>
        <a:ext cx="3234240" cy="16138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4727A5-E5BA-4BFC-8310-1FEB9B55B383}">
      <dsp:nvSpPr>
        <dsp:cNvPr id="0" name=""/>
        <dsp:cNvSpPr/>
      </dsp:nvSpPr>
      <dsp:spPr>
        <a:xfrm>
          <a:off x="0" y="689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54A2D7-5A2F-482E-B060-657DEDD76423}">
      <dsp:nvSpPr>
        <dsp:cNvPr id="0" name=""/>
        <dsp:cNvSpPr/>
      </dsp:nvSpPr>
      <dsp:spPr>
        <a:xfrm>
          <a:off x="488194" y="363809"/>
          <a:ext cx="887626" cy="887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D0BB67-65FD-4CF0-B5CA-032F734D72B4}">
      <dsp:nvSpPr>
        <dsp:cNvPr id="0" name=""/>
        <dsp:cNvSpPr/>
      </dsp:nvSpPr>
      <dsp:spPr>
        <a:xfrm>
          <a:off x="1864015" y="689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No cold starts for data access</a:t>
          </a:r>
        </a:p>
      </dsp:txBody>
      <dsp:txXfrm>
        <a:off x="1864015" y="689"/>
        <a:ext cx="3234240" cy="1613866"/>
      </dsp:txXfrm>
    </dsp:sp>
    <dsp:sp modelId="{B38C2C0D-D6AB-484D-9D8C-1152ECBB3E8B}">
      <dsp:nvSpPr>
        <dsp:cNvPr id="0" name=""/>
        <dsp:cNvSpPr/>
      </dsp:nvSpPr>
      <dsp:spPr>
        <a:xfrm>
          <a:off x="0" y="2018022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539922-A827-40C9-ACBA-60FD9AD2293D}">
      <dsp:nvSpPr>
        <dsp:cNvPr id="0" name=""/>
        <dsp:cNvSpPr/>
      </dsp:nvSpPr>
      <dsp:spPr>
        <a:xfrm>
          <a:off x="488194" y="2381142"/>
          <a:ext cx="887626" cy="887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6162CB-C793-4D4E-A3F4-1A3E3CBB7E4D}">
      <dsp:nvSpPr>
        <dsp:cNvPr id="0" name=""/>
        <dsp:cNvSpPr/>
      </dsp:nvSpPr>
      <dsp:spPr>
        <a:xfrm>
          <a:off x="1864015" y="2018022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Automatic maintenance, patching, monitoring</a:t>
          </a:r>
        </a:p>
      </dsp:txBody>
      <dsp:txXfrm>
        <a:off x="1864015" y="2018022"/>
        <a:ext cx="3234240" cy="1613866"/>
      </dsp:txXfrm>
    </dsp:sp>
    <dsp:sp modelId="{132FE40D-4A4B-46C4-8EB4-302913AB99F1}">
      <dsp:nvSpPr>
        <dsp:cNvPr id="0" name=""/>
        <dsp:cNvSpPr/>
      </dsp:nvSpPr>
      <dsp:spPr>
        <a:xfrm>
          <a:off x="0" y="4035355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183E06-2396-4511-8AD4-15DFE037094A}">
      <dsp:nvSpPr>
        <dsp:cNvPr id="0" name=""/>
        <dsp:cNvSpPr/>
      </dsp:nvSpPr>
      <dsp:spPr>
        <a:xfrm>
          <a:off x="488194" y="4398475"/>
          <a:ext cx="887626" cy="887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A61AC9-AF47-419A-B747-4C3BFC2AA52E}">
      <dsp:nvSpPr>
        <dsp:cNvPr id="0" name=""/>
        <dsp:cNvSpPr/>
      </dsp:nvSpPr>
      <dsp:spPr>
        <a:xfrm>
          <a:off x="1864015" y="4035355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Backups, security, compliance handled by AWS</a:t>
          </a:r>
        </a:p>
      </dsp:txBody>
      <dsp:txXfrm>
        <a:off x="1864015" y="4035355"/>
        <a:ext cx="3234240" cy="16138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3A26FB-1C25-48EE-BD2D-21225DBF3D54}">
      <dsp:nvSpPr>
        <dsp:cNvPr id="0" name=""/>
        <dsp:cNvSpPr/>
      </dsp:nvSpPr>
      <dsp:spPr>
        <a:xfrm>
          <a:off x="0" y="70461"/>
          <a:ext cx="5098256" cy="17748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Multi‑Region, multi‑active</a:t>
          </a:r>
        </a:p>
      </dsp:txBody>
      <dsp:txXfrm>
        <a:off x="86643" y="157104"/>
        <a:ext cx="4924970" cy="1601604"/>
      </dsp:txXfrm>
    </dsp:sp>
    <dsp:sp modelId="{D607DA4D-4195-4BBD-A586-066CB7BA8C26}">
      <dsp:nvSpPr>
        <dsp:cNvPr id="0" name=""/>
        <dsp:cNvSpPr/>
      </dsp:nvSpPr>
      <dsp:spPr>
        <a:xfrm>
          <a:off x="0" y="1937511"/>
          <a:ext cx="5098256" cy="1774890"/>
        </a:xfrm>
        <a:prstGeom prst="roundRect">
          <a:avLst/>
        </a:prstGeom>
        <a:solidFill>
          <a:schemeClr val="accent2">
            <a:hueOff val="19519"/>
            <a:satOff val="-13438"/>
            <a:lumOff val="-343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Up to 99.999% availability</a:t>
          </a:r>
        </a:p>
      </dsp:txBody>
      <dsp:txXfrm>
        <a:off x="86643" y="2024154"/>
        <a:ext cx="4924970" cy="1601604"/>
      </dsp:txXfrm>
    </dsp:sp>
    <dsp:sp modelId="{4C8A1278-9C3E-4F13-AF19-817D30F521A8}">
      <dsp:nvSpPr>
        <dsp:cNvPr id="0" name=""/>
        <dsp:cNvSpPr/>
      </dsp:nvSpPr>
      <dsp:spPr>
        <a:xfrm>
          <a:off x="0" y="3804561"/>
          <a:ext cx="5098256" cy="1774890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Multi‑Region strong consistency for zero RPO apps</a:t>
          </a:r>
        </a:p>
      </dsp:txBody>
      <dsp:txXfrm>
        <a:off x="86643" y="3891204"/>
        <a:ext cx="4924970" cy="16016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781BFE-12FD-469E-A091-EA8A53F91003}">
      <dsp:nvSpPr>
        <dsp:cNvPr id="0" name=""/>
        <dsp:cNvSpPr/>
      </dsp:nvSpPr>
      <dsp:spPr>
        <a:xfrm>
          <a:off x="0" y="689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F3703F-715B-4B62-A354-0C3EC84CD80D}">
      <dsp:nvSpPr>
        <dsp:cNvPr id="0" name=""/>
        <dsp:cNvSpPr/>
      </dsp:nvSpPr>
      <dsp:spPr>
        <a:xfrm>
          <a:off x="488194" y="363809"/>
          <a:ext cx="887626" cy="887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1342FA-0675-4F6C-B7C3-4ADA2EC49241}">
      <dsp:nvSpPr>
        <dsp:cNvPr id="0" name=""/>
        <dsp:cNvSpPr/>
      </dsp:nvSpPr>
      <dsp:spPr>
        <a:xfrm>
          <a:off x="1864015" y="689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Scales throughput to meet demand</a:t>
          </a:r>
        </a:p>
      </dsp:txBody>
      <dsp:txXfrm>
        <a:off x="1864015" y="689"/>
        <a:ext cx="3234240" cy="1613866"/>
      </dsp:txXfrm>
    </dsp:sp>
    <dsp:sp modelId="{507787E3-A65E-488E-B38B-3E51EEEA7BCB}">
      <dsp:nvSpPr>
        <dsp:cNvPr id="0" name=""/>
        <dsp:cNvSpPr/>
      </dsp:nvSpPr>
      <dsp:spPr>
        <a:xfrm>
          <a:off x="0" y="2018022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A1A04D-DFEC-4C14-8D61-561814E6F6DC}">
      <dsp:nvSpPr>
        <dsp:cNvPr id="0" name=""/>
        <dsp:cNvSpPr/>
      </dsp:nvSpPr>
      <dsp:spPr>
        <a:xfrm>
          <a:off x="488194" y="2381142"/>
          <a:ext cx="887626" cy="887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8205D5-B7FF-40ED-B7EF-667DCFB4400C}">
      <dsp:nvSpPr>
        <dsp:cNvPr id="0" name=""/>
        <dsp:cNvSpPr/>
      </dsp:nvSpPr>
      <dsp:spPr>
        <a:xfrm>
          <a:off x="1864015" y="2018022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Partitions/repartitions as data grows</a:t>
          </a:r>
        </a:p>
      </dsp:txBody>
      <dsp:txXfrm>
        <a:off x="1864015" y="2018022"/>
        <a:ext cx="3234240" cy="1613866"/>
      </dsp:txXfrm>
    </dsp:sp>
    <dsp:sp modelId="{B42239DC-4EDE-4376-A799-E1B9DE2E2200}">
      <dsp:nvSpPr>
        <dsp:cNvPr id="0" name=""/>
        <dsp:cNvSpPr/>
      </dsp:nvSpPr>
      <dsp:spPr>
        <a:xfrm>
          <a:off x="0" y="4035355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EA860A-6968-4EAF-9F44-28A3900831DF}">
      <dsp:nvSpPr>
        <dsp:cNvPr id="0" name=""/>
        <dsp:cNvSpPr/>
      </dsp:nvSpPr>
      <dsp:spPr>
        <a:xfrm>
          <a:off x="488194" y="4398475"/>
          <a:ext cx="887626" cy="887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E83231-270A-4191-B4B1-986F455A60FF}">
      <dsp:nvSpPr>
        <dsp:cNvPr id="0" name=""/>
        <dsp:cNvSpPr/>
      </dsp:nvSpPr>
      <dsp:spPr>
        <a:xfrm>
          <a:off x="1864015" y="4035355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Synchronous replication across 3 AZs per Region</a:t>
          </a:r>
        </a:p>
      </dsp:txBody>
      <dsp:txXfrm>
        <a:off x="1864015" y="4035355"/>
        <a:ext cx="3234240" cy="16138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576772-23D5-4037-9455-894C8F613EF8}">
      <dsp:nvSpPr>
        <dsp:cNvPr id="0" name=""/>
        <dsp:cNvSpPr/>
      </dsp:nvSpPr>
      <dsp:spPr>
        <a:xfrm>
          <a:off x="441900" y="633040"/>
          <a:ext cx="1372500" cy="13725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C2FB58-5773-4D87-83B7-3BBBBF1ABCD6}">
      <dsp:nvSpPr>
        <dsp:cNvPr id="0" name=""/>
        <dsp:cNvSpPr/>
      </dsp:nvSpPr>
      <dsp:spPr>
        <a:xfrm>
          <a:off x="734400" y="925540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F142F5-6991-4964-B789-250C17B06FFA}">
      <dsp:nvSpPr>
        <dsp:cNvPr id="0" name=""/>
        <dsp:cNvSpPr/>
      </dsp:nvSpPr>
      <dsp:spPr>
        <a:xfrm>
          <a:off x="3150" y="243304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Proven, fully managed, scale‑to‑zero serverless DB</a:t>
          </a:r>
        </a:p>
      </dsp:txBody>
      <dsp:txXfrm>
        <a:off x="3150" y="2433040"/>
        <a:ext cx="2250000" cy="720000"/>
      </dsp:txXfrm>
    </dsp:sp>
    <dsp:sp modelId="{632E7158-C6B4-4D5D-B735-CB6F53B40746}">
      <dsp:nvSpPr>
        <dsp:cNvPr id="0" name=""/>
        <dsp:cNvSpPr/>
      </dsp:nvSpPr>
      <dsp:spPr>
        <a:xfrm>
          <a:off x="3085650" y="633040"/>
          <a:ext cx="1372500" cy="13725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DB0B68-C2D8-434C-9826-B6659791383D}">
      <dsp:nvSpPr>
        <dsp:cNvPr id="0" name=""/>
        <dsp:cNvSpPr/>
      </dsp:nvSpPr>
      <dsp:spPr>
        <a:xfrm>
          <a:off x="3378150" y="925540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CC43C5-41B2-4BC7-BA8B-9724F4C85329}">
      <dsp:nvSpPr>
        <dsp:cNvPr id="0" name=""/>
        <dsp:cNvSpPr/>
      </dsp:nvSpPr>
      <dsp:spPr>
        <a:xfrm>
          <a:off x="2646900" y="243304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Consistent performance at any scale</a:t>
          </a:r>
        </a:p>
      </dsp:txBody>
      <dsp:txXfrm>
        <a:off x="2646900" y="2433040"/>
        <a:ext cx="2250000" cy="720000"/>
      </dsp:txXfrm>
    </dsp:sp>
    <dsp:sp modelId="{85F84339-4607-4B30-ADB3-28F2BD83243F}">
      <dsp:nvSpPr>
        <dsp:cNvPr id="0" name=""/>
        <dsp:cNvSpPr/>
      </dsp:nvSpPr>
      <dsp:spPr>
        <a:xfrm>
          <a:off x="5729400" y="633040"/>
          <a:ext cx="1372500" cy="13725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44327D-B6DC-4ED3-B5E8-D43C8503258E}">
      <dsp:nvSpPr>
        <dsp:cNvPr id="0" name=""/>
        <dsp:cNvSpPr/>
      </dsp:nvSpPr>
      <dsp:spPr>
        <a:xfrm>
          <a:off x="6021900" y="925540"/>
          <a:ext cx="787500" cy="787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6F0D30-76AC-43A7-B725-72416E4E3243}">
      <dsp:nvSpPr>
        <dsp:cNvPr id="0" name=""/>
        <dsp:cNvSpPr/>
      </dsp:nvSpPr>
      <dsp:spPr>
        <a:xfrm>
          <a:off x="5290650" y="243304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Reliability, durability, security built‑in</a:t>
          </a:r>
        </a:p>
      </dsp:txBody>
      <dsp:txXfrm>
        <a:off x="5290650" y="2433040"/>
        <a:ext cx="225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2EAF3F-CA12-49AA-9A43-ABC130C3293D}">
      <dsp:nvSpPr>
        <dsp:cNvPr id="0" name=""/>
        <dsp:cNvSpPr/>
      </dsp:nvSpPr>
      <dsp:spPr>
        <a:xfrm>
          <a:off x="709509" y="160539"/>
          <a:ext cx="2093062" cy="20930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CAF914-A852-4727-967D-BD3D2A334ABD}">
      <dsp:nvSpPr>
        <dsp:cNvPr id="0" name=""/>
        <dsp:cNvSpPr/>
      </dsp:nvSpPr>
      <dsp:spPr>
        <a:xfrm>
          <a:off x="1155571" y="606602"/>
          <a:ext cx="1200937" cy="12009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1A131-9389-42E0-9894-21C24A739E46}">
      <dsp:nvSpPr>
        <dsp:cNvPr id="0" name=""/>
        <dsp:cNvSpPr/>
      </dsp:nvSpPr>
      <dsp:spPr>
        <a:xfrm>
          <a:off x="40415" y="2905540"/>
          <a:ext cx="343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• Great for new data‑driven &amp; gen‑AI apps</a:t>
          </a:r>
        </a:p>
      </dsp:txBody>
      <dsp:txXfrm>
        <a:off x="40415" y="2905540"/>
        <a:ext cx="3431250" cy="720000"/>
      </dsp:txXfrm>
    </dsp:sp>
    <dsp:sp modelId="{A808E706-F0BF-45B8-BD6B-1224E62C3A8B}">
      <dsp:nvSpPr>
        <dsp:cNvPr id="0" name=""/>
        <dsp:cNvSpPr/>
      </dsp:nvSpPr>
      <dsp:spPr>
        <a:xfrm>
          <a:off x="4741228" y="160539"/>
          <a:ext cx="2093062" cy="20930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E957E5-EF42-46C3-A503-6918F72F5827}">
      <dsp:nvSpPr>
        <dsp:cNvPr id="0" name=""/>
        <dsp:cNvSpPr/>
      </dsp:nvSpPr>
      <dsp:spPr>
        <a:xfrm>
          <a:off x="5187290" y="606602"/>
          <a:ext cx="1200937" cy="12009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592607-CF67-4D08-8391-BC686B24DD3F}">
      <dsp:nvSpPr>
        <dsp:cNvPr id="0" name=""/>
        <dsp:cNvSpPr/>
      </dsp:nvSpPr>
      <dsp:spPr>
        <a:xfrm>
          <a:off x="4072134" y="2905540"/>
          <a:ext cx="343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• Also ideal for established web‑scale workloads</a:t>
          </a:r>
        </a:p>
      </dsp:txBody>
      <dsp:txXfrm>
        <a:off x="4072134" y="2905540"/>
        <a:ext cx="34312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BA7813-5498-456A-9EE2-445088696936}">
      <dsp:nvSpPr>
        <dsp:cNvPr id="0" name=""/>
        <dsp:cNvSpPr/>
      </dsp:nvSpPr>
      <dsp:spPr>
        <a:xfrm>
          <a:off x="749317" y="897969"/>
          <a:ext cx="971544" cy="9715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E3D6C6-A891-4B07-B17A-056209CDD214}">
      <dsp:nvSpPr>
        <dsp:cNvPr id="0" name=""/>
        <dsp:cNvSpPr/>
      </dsp:nvSpPr>
      <dsp:spPr>
        <a:xfrm>
          <a:off x="155595" y="2168110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Consider access patterns &amp; workload predictability</a:t>
          </a:r>
        </a:p>
      </dsp:txBody>
      <dsp:txXfrm>
        <a:off x="155595" y="2168110"/>
        <a:ext cx="2158987" cy="720000"/>
      </dsp:txXfrm>
    </dsp:sp>
    <dsp:sp modelId="{E4530A5A-2B42-4DD0-BB92-24A0627CC212}">
      <dsp:nvSpPr>
        <dsp:cNvPr id="0" name=""/>
        <dsp:cNvSpPr/>
      </dsp:nvSpPr>
      <dsp:spPr>
        <a:xfrm>
          <a:off x="3286127" y="897969"/>
          <a:ext cx="971544" cy="9715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3A04B8-9318-4750-897D-E6A381CEA7C0}">
      <dsp:nvSpPr>
        <dsp:cNvPr id="0" name=""/>
        <dsp:cNvSpPr/>
      </dsp:nvSpPr>
      <dsp:spPr>
        <a:xfrm>
          <a:off x="2692406" y="2168110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Balance cost vs performance</a:t>
          </a:r>
        </a:p>
      </dsp:txBody>
      <dsp:txXfrm>
        <a:off x="2692406" y="2168110"/>
        <a:ext cx="2158987" cy="720000"/>
      </dsp:txXfrm>
    </dsp:sp>
    <dsp:sp modelId="{87CDADCE-3F30-4920-874E-6087E46808D2}">
      <dsp:nvSpPr>
        <dsp:cNvPr id="0" name=""/>
        <dsp:cNvSpPr/>
      </dsp:nvSpPr>
      <dsp:spPr>
        <a:xfrm>
          <a:off x="5822938" y="897969"/>
          <a:ext cx="971544" cy="9715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3D2229-9AC7-41A0-B67B-7663B7E75C19}">
      <dsp:nvSpPr>
        <dsp:cNvPr id="0" name=""/>
        <dsp:cNvSpPr/>
      </dsp:nvSpPr>
      <dsp:spPr>
        <a:xfrm>
          <a:off x="5229216" y="2168110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Switch without code or downtime</a:t>
          </a:r>
        </a:p>
      </dsp:txBody>
      <dsp:txXfrm>
        <a:off x="5229216" y="2168110"/>
        <a:ext cx="2158987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4D623F-CB1E-4C6B-88E0-15E928233A17}">
      <dsp:nvSpPr>
        <dsp:cNvPr id="0" name=""/>
        <dsp:cNvSpPr/>
      </dsp:nvSpPr>
      <dsp:spPr>
        <a:xfrm>
          <a:off x="709509" y="160539"/>
          <a:ext cx="2093062" cy="20930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C8FF02-8312-492E-96A6-0883B2190386}">
      <dsp:nvSpPr>
        <dsp:cNvPr id="0" name=""/>
        <dsp:cNvSpPr/>
      </dsp:nvSpPr>
      <dsp:spPr>
        <a:xfrm>
          <a:off x="1155571" y="606602"/>
          <a:ext cx="1200937" cy="12009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6939BE-5D1F-4B20-B772-BEE2AA8F8769}">
      <dsp:nvSpPr>
        <dsp:cNvPr id="0" name=""/>
        <dsp:cNvSpPr/>
      </dsp:nvSpPr>
      <dsp:spPr>
        <a:xfrm>
          <a:off x="40415" y="2905540"/>
          <a:ext cx="343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• Data lives in partitions on SSDs</a:t>
          </a:r>
        </a:p>
      </dsp:txBody>
      <dsp:txXfrm>
        <a:off x="40415" y="2905540"/>
        <a:ext cx="3431250" cy="720000"/>
      </dsp:txXfrm>
    </dsp:sp>
    <dsp:sp modelId="{46A744E3-D997-44EE-A6A6-913A6F39C64A}">
      <dsp:nvSpPr>
        <dsp:cNvPr id="0" name=""/>
        <dsp:cNvSpPr/>
      </dsp:nvSpPr>
      <dsp:spPr>
        <a:xfrm>
          <a:off x="4741228" y="160539"/>
          <a:ext cx="2093062" cy="20930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68D131-CE33-44D7-8C3C-0A934F82997E}">
      <dsp:nvSpPr>
        <dsp:cNvPr id="0" name=""/>
        <dsp:cNvSpPr/>
      </dsp:nvSpPr>
      <dsp:spPr>
        <a:xfrm>
          <a:off x="5187290" y="606602"/>
          <a:ext cx="1200937" cy="12009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FC640D-C72B-42C7-8148-4C570F607F67}">
      <dsp:nvSpPr>
        <dsp:cNvPr id="0" name=""/>
        <dsp:cNvSpPr/>
      </dsp:nvSpPr>
      <dsp:spPr>
        <a:xfrm>
          <a:off x="4072134" y="2905540"/>
          <a:ext cx="343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• Partitions auto‑managed and replicated across AZs</a:t>
          </a:r>
        </a:p>
      </dsp:txBody>
      <dsp:txXfrm>
        <a:off x="4072134" y="2905540"/>
        <a:ext cx="343125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286DC6-52BE-41C0-A872-98639B66FA8C}">
      <dsp:nvSpPr>
        <dsp:cNvPr id="0" name=""/>
        <dsp:cNvSpPr/>
      </dsp:nvSpPr>
      <dsp:spPr>
        <a:xfrm>
          <a:off x="0" y="918110"/>
          <a:ext cx="5098256" cy="16949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1A4A49-888D-43BA-9197-079A068FF576}">
      <dsp:nvSpPr>
        <dsp:cNvPr id="0" name=""/>
        <dsp:cNvSpPr/>
      </dsp:nvSpPr>
      <dsp:spPr>
        <a:xfrm>
          <a:off x="512729" y="1299479"/>
          <a:ext cx="932235" cy="9322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1874E6-9DE6-4ED8-9E44-E2D9C90AD6BC}">
      <dsp:nvSpPr>
        <dsp:cNvPr id="0" name=""/>
        <dsp:cNvSpPr/>
      </dsp:nvSpPr>
      <dsp:spPr>
        <a:xfrm>
          <a:off x="1957694" y="918110"/>
          <a:ext cx="3140561" cy="1694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385" tIns="179385" rIns="179385" bIns="17938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Max item size: 400 KB</a:t>
          </a:r>
        </a:p>
      </dsp:txBody>
      <dsp:txXfrm>
        <a:off x="1957694" y="918110"/>
        <a:ext cx="3140561" cy="1694973"/>
      </dsp:txXfrm>
    </dsp:sp>
    <dsp:sp modelId="{4ACDCFAF-BB07-4F7C-9783-5A3F0739E07E}">
      <dsp:nvSpPr>
        <dsp:cNvPr id="0" name=""/>
        <dsp:cNvSpPr/>
      </dsp:nvSpPr>
      <dsp:spPr>
        <a:xfrm>
          <a:off x="0" y="3036827"/>
          <a:ext cx="5098256" cy="16949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C5B9AC-F4CC-40DE-8D32-C8C062FD4AF4}">
      <dsp:nvSpPr>
        <dsp:cNvPr id="0" name=""/>
        <dsp:cNvSpPr/>
      </dsp:nvSpPr>
      <dsp:spPr>
        <a:xfrm>
          <a:off x="512729" y="3418196"/>
          <a:ext cx="932235" cy="9322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420875-750B-4130-8E9F-D73C25B705D8}">
      <dsp:nvSpPr>
        <dsp:cNvPr id="0" name=""/>
        <dsp:cNvSpPr/>
      </dsp:nvSpPr>
      <dsp:spPr>
        <a:xfrm>
          <a:off x="1957694" y="3036827"/>
          <a:ext cx="3140561" cy="1694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385" tIns="179385" rIns="179385" bIns="17938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No predefined storage limits at table level</a:t>
          </a:r>
        </a:p>
      </dsp:txBody>
      <dsp:txXfrm>
        <a:off x="1957694" y="3036827"/>
        <a:ext cx="3140561" cy="169497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A57730-F013-439E-B037-F773A0BB3246}">
      <dsp:nvSpPr>
        <dsp:cNvPr id="0" name=""/>
        <dsp:cNvSpPr/>
      </dsp:nvSpPr>
      <dsp:spPr>
        <a:xfrm>
          <a:off x="0" y="615237"/>
          <a:ext cx="7543800" cy="113582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25674A-C044-4E04-9877-279A30299CE9}">
      <dsp:nvSpPr>
        <dsp:cNvPr id="0" name=""/>
        <dsp:cNvSpPr/>
      </dsp:nvSpPr>
      <dsp:spPr>
        <a:xfrm>
          <a:off x="343586" y="870798"/>
          <a:ext cx="624703" cy="6247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87B13-C694-4F95-A5A3-0C2B4DE63149}">
      <dsp:nvSpPr>
        <dsp:cNvPr id="0" name=""/>
        <dsp:cNvSpPr/>
      </dsp:nvSpPr>
      <dsp:spPr>
        <a:xfrm>
          <a:off x="1311876" y="615237"/>
          <a:ext cx="6231923" cy="1135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208" tIns="120208" rIns="120208" bIns="1202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Technically possible, but not ideal</a:t>
          </a:r>
        </a:p>
      </dsp:txBody>
      <dsp:txXfrm>
        <a:off x="1311876" y="615237"/>
        <a:ext cx="6231923" cy="1135824"/>
      </dsp:txXfrm>
    </dsp:sp>
    <dsp:sp modelId="{0CE190C2-81F0-49F8-9512-254470A12DD2}">
      <dsp:nvSpPr>
        <dsp:cNvPr id="0" name=""/>
        <dsp:cNvSpPr/>
      </dsp:nvSpPr>
      <dsp:spPr>
        <a:xfrm>
          <a:off x="0" y="2035018"/>
          <a:ext cx="7543800" cy="113582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02D12F-9207-491B-8477-38B6F6D200E0}">
      <dsp:nvSpPr>
        <dsp:cNvPr id="0" name=""/>
        <dsp:cNvSpPr/>
      </dsp:nvSpPr>
      <dsp:spPr>
        <a:xfrm>
          <a:off x="343586" y="2290578"/>
          <a:ext cx="624703" cy="6247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455EE1-C8AC-4B07-9119-9B2CF6A67ECC}">
      <dsp:nvSpPr>
        <dsp:cNvPr id="0" name=""/>
        <dsp:cNvSpPr/>
      </dsp:nvSpPr>
      <dsp:spPr>
        <a:xfrm>
          <a:off x="1311876" y="2035018"/>
          <a:ext cx="6231923" cy="1135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208" tIns="120208" rIns="120208" bIns="1202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Best practice: store objects in S3; keep pointers/keys in DynamoDB</a:t>
          </a:r>
        </a:p>
      </dsp:txBody>
      <dsp:txXfrm>
        <a:off x="1311876" y="2035018"/>
        <a:ext cx="6231923" cy="113582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E5C426-E8DB-408C-A22A-21417345E9EF}">
      <dsp:nvSpPr>
        <dsp:cNvPr id="0" name=""/>
        <dsp:cNvSpPr/>
      </dsp:nvSpPr>
      <dsp:spPr>
        <a:xfrm>
          <a:off x="0" y="918110"/>
          <a:ext cx="5098256" cy="16949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E5425A-1267-405C-8D89-068E7E189BA0}">
      <dsp:nvSpPr>
        <dsp:cNvPr id="0" name=""/>
        <dsp:cNvSpPr/>
      </dsp:nvSpPr>
      <dsp:spPr>
        <a:xfrm>
          <a:off x="512729" y="1299479"/>
          <a:ext cx="932235" cy="9322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2A7A2A-5B99-4A64-B317-EE5BAAAF6BCB}">
      <dsp:nvSpPr>
        <dsp:cNvPr id="0" name=""/>
        <dsp:cNvSpPr/>
      </dsp:nvSpPr>
      <dsp:spPr>
        <a:xfrm>
          <a:off x="1957694" y="918110"/>
          <a:ext cx="3140561" cy="1694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385" tIns="179385" rIns="179385" bIns="179385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No default expiration</a:t>
          </a:r>
        </a:p>
      </dsp:txBody>
      <dsp:txXfrm>
        <a:off x="1957694" y="918110"/>
        <a:ext cx="3140561" cy="1694973"/>
      </dsp:txXfrm>
    </dsp:sp>
    <dsp:sp modelId="{EEE70F53-C772-4B84-88BE-2BDA0ECD8277}">
      <dsp:nvSpPr>
        <dsp:cNvPr id="0" name=""/>
        <dsp:cNvSpPr/>
      </dsp:nvSpPr>
      <dsp:spPr>
        <a:xfrm>
          <a:off x="0" y="3036827"/>
          <a:ext cx="5098256" cy="16949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9AA1AB-C148-469F-B154-2744DA545D50}">
      <dsp:nvSpPr>
        <dsp:cNvPr id="0" name=""/>
        <dsp:cNvSpPr/>
      </dsp:nvSpPr>
      <dsp:spPr>
        <a:xfrm>
          <a:off x="512729" y="3418196"/>
          <a:ext cx="932235" cy="9322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1B3D4F-7CA4-4B43-A3D4-6982A4F1C789}">
      <dsp:nvSpPr>
        <dsp:cNvPr id="0" name=""/>
        <dsp:cNvSpPr/>
      </dsp:nvSpPr>
      <dsp:spPr>
        <a:xfrm>
          <a:off x="1957694" y="3036827"/>
          <a:ext cx="3140561" cy="1694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385" tIns="179385" rIns="179385" bIns="179385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Optional TTL to auto‑delete expired items without write cost</a:t>
          </a:r>
        </a:p>
      </dsp:txBody>
      <dsp:txXfrm>
        <a:off x="1957694" y="3036827"/>
        <a:ext cx="3140561" cy="169497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623EF9-A8C6-4789-B6EF-DA73B3C6C8C6}">
      <dsp:nvSpPr>
        <dsp:cNvPr id="0" name=""/>
        <dsp:cNvSpPr/>
      </dsp:nvSpPr>
      <dsp:spPr>
        <a:xfrm>
          <a:off x="0" y="918110"/>
          <a:ext cx="5098256" cy="16949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3048CB-6BDF-4998-9776-A1A9B5339D06}">
      <dsp:nvSpPr>
        <dsp:cNvPr id="0" name=""/>
        <dsp:cNvSpPr/>
      </dsp:nvSpPr>
      <dsp:spPr>
        <a:xfrm>
          <a:off x="512729" y="1299479"/>
          <a:ext cx="932235" cy="9322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2C5293-5330-4F88-8556-1265AFD64C57}">
      <dsp:nvSpPr>
        <dsp:cNvPr id="0" name=""/>
        <dsp:cNvSpPr/>
      </dsp:nvSpPr>
      <dsp:spPr>
        <a:xfrm>
          <a:off x="1957694" y="918110"/>
          <a:ext cx="3140561" cy="1694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385" tIns="179385" rIns="179385" bIns="17938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Identity‑based and other AWS policies control access</a:t>
          </a:r>
        </a:p>
      </dsp:txBody>
      <dsp:txXfrm>
        <a:off x="1957694" y="918110"/>
        <a:ext cx="3140561" cy="1694973"/>
      </dsp:txXfrm>
    </dsp:sp>
    <dsp:sp modelId="{A66C9FD0-B77F-45F0-97AF-D552066C2ECE}">
      <dsp:nvSpPr>
        <dsp:cNvPr id="0" name=""/>
        <dsp:cNvSpPr/>
      </dsp:nvSpPr>
      <dsp:spPr>
        <a:xfrm>
          <a:off x="0" y="3036827"/>
          <a:ext cx="5098256" cy="16949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5BFB63-D250-435F-8A00-48499CFE113F}">
      <dsp:nvSpPr>
        <dsp:cNvPr id="0" name=""/>
        <dsp:cNvSpPr/>
      </dsp:nvSpPr>
      <dsp:spPr>
        <a:xfrm>
          <a:off x="512729" y="3418196"/>
          <a:ext cx="932235" cy="9322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1D6371-4B77-4E96-B753-EE250DCA22F6}">
      <dsp:nvSpPr>
        <dsp:cNvPr id="0" name=""/>
        <dsp:cNvSpPr/>
      </dsp:nvSpPr>
      <dsp:spPr>
        <a:xfrm>
          <a:off x="1957694" y="3036827"/>
          <a:ext cx="3140561" cy="1694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385" tIns="179385" rIns="179385" bIns="17938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Attach to users, groups, roles; tables &amp; streams</a:t>
          </a:r>
        </a:p>
      </dsp:txBody>
      <dsp:txXfrm>
        <a:off x="1957694" y="3036827"/>
        <a:ext cx="3140561" cy="169497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07A4B7-44AF-40C2-B186-8752EB2520E4}">
      <dsp:nvSpPr>
        <dsp:cNvPr id="0" name=""/>
        <dsp:cNvSpPr/>
      </dsp:nvSpPr>
      <dsp:spPr>
        <a:xfrm>
          <a:off x="541002" y="23706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FE047F-7708-442A-8D5B-8B52F592A45D}">
      <dsp:nvSpPr>
        <dsp:cNvPr id="0" name=""/>
        <dsp:cNvSpPr/>
      </dsp:nvSpPr>
      <dsp:spPr>
        <a:xfrm>
          <a:off x="833502" y="316206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A6A36A-B43F-4652-A55F-40759EEB0F04}">
      <dsp:nvSpPr>
        <dsp:cNvPr id="0" name=""/>
        <dsp:cNvSpPr/>
      </dsp:nvSpPr>
      <dsp:spPr>
        <a:xfrm>
          <a:off x="102252" y="1823706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Table/stream policies grant fine access</a:t>
          </a:r>
        </a:p>
      </dsp:txBody>
      <dsp:txXfrm>
        <a:off x="102252" y="1823706"/>
        <a:ext cx="2250000" cy="720000"/>
      </dsp:txXfrm>
    </dsp:sp>
    <dsp:sp modelId="{8B5CC8A2-F449-4340-97E6-9946341D8DF5}">
      <dsp:nvSpPr>
        <dsp:cNvPr id="0" name=""/>
        <dsp:cNvSpPr/>
      </dsp:nvSpPr>
      <dsp:spPr>
        <a:xfrm>
          <a:off x="3184753" y="23706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F7DAF3-21B5-48B8-B600-42D8FA7BE81C}">
      <dsp:nvSpPr>
        <dsp:cNvPr id="0" name=""/>
        <dsp:cNvSpPr/>
      </dsp:nvSpPr>
      <dsp:spPr>
        <a:xfrm>
          <a:off x="3477253" y="316206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87D013-8468-408A-878C-181B56BF6339}">
      <dsp:nvSpPr>
        <dsp:cNvPr id="0" name=""/>
        <dsp:cNvSpPr/>
      </dsp:nvSpPr>
      <dsp:spPr>
        <a:xfrm>
          <a:off x="2746003" y="1823706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Index access covered</a:t>
          </a:r>
        </a:p>
      </dsp:txBody>
      <dsp:txXfrm>
        <a:off x="2746003" y="1823706"/>
        <a:ext cx="2250000" cy="720000"/>
      </dsp:txXfrm>
    </dsp:sp>
    <dsp:sp modelId="{078B2104-1609-4615-B69E-B1B06E0BD2A3}">
      <dsp:nvSpPr>
        <dsp:cNvPr id="0" name=""/>
        <dsp:cNvSpPr/>
      </dsp:nvSpPr>
      <dsp:spPr>
        <a:xfrm>
          <a:off x="1862878" y="3106206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19B13C-B93B-4E0D-AD1F-034D489EF874}">
      <dsp:nvSpPr>
        <dsp:cNvPr id="0" name=""/>
        <dsp:cNvSpPr/>
      </dsp:nvSpPr>
      <dsp:spPr>
        <a:xfrm>
          <a:off x="2155378" y="3398706"/>
          <a:ext cx="787500" cy="787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D5B2F0-93F8-46E2-8016-2254981EE062}">
      <dsp:nvSpPr>
        <dsp:cNvPr id="0" name=""/>
        <dsp:cNvSpPr/>
      </dsp:nvSpPr>
      <dsp:spPr>
        <a:xfrm>
          <a:off x="1424127" y="4906206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Integrates IAM Access Analyzer &amp; Block Public Access</a:t>
          </a:r>
        </a:p>
      </dsp:txBody>
      <dsp:txXfrm>
        <a:off x="1424127" y="4906206"/>
        <a:ext cx="2250000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D7CBD0-1EAF-4831-B6A1-3B3A191BCECC}">
      <dsp:nvSpPr>
        <dsp:cNvPr id="0" name=""/>
        <dsp:cNvSpPr/>
      </dsp:nvSpPr>
      <dsp:spPr>
        <a:xfrm>
          <a:off x="0" y="793476"/>
          <a:ext cx="5098256" cy="19796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Item‑level creates/updates/deletes &amp; conditional failures</a:t>
          </a:r>
        </a:p>
      </dsp:txBody>
      <dsp:txXfrm>
        <a:off x="96638" y="890114"/>
        <a:ext cx="4904980" cy="1786364"/>
      </dsp:txXfrm>
    </dsp:sp>
    <dsp:sp modelId="{0FE28CC8-8488-4973-94DC-C3816DA3E1C4}">
      <dsp:nvSpPr>
        <dsp:cNvPr id="0" name=""/>
        <dsp:cNvSpPr/>
      </dsp:nvSpPr>
      <dsp:spPr>
        <a:xfrm>
          <a:off x="0" y="2876796"/>
          <a:ext cx="5098256" cy="1979640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Logs to CloudWatch for analysis &amp; auditing</a:t>
          </a:r>
        </a:p>
      </dsp:txBody>
      <dsp:txXfrm>
        <a:off x="96638" y="2973434"/>
        <a:ext cx="4904980" cy="178636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97E19C-B207-41F0-94AB-1976551C1A25}">
      <dsp:nvSpPr>
        <dsp:cNvPr id="0" name=""/>
        <dsp:cNvSpPr/>
      </dsp:nvSpPr>
      <dsp:spPr>
        <a:xfrm>
          <a:off x="0" y="13305"/>
          <a:ext cx="5098256" cy="27410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• HIPAA eligible (with BAA)</a:t>
          </a:r>
        </a:p>
      </dsp:txBody>
      <dsp:txXfrm>
        <a:off x="133809" y="147114"/>
        <a:ext cx="4830638" cy="2473472"/>
      </dsp:txXfrm>
    </dsp:sp>
    <dsp:sp modelId="{01C73B51-01EE-4745-9A7C-157A269008B4}">
      <dsp:nvSpPr>
        <dsp:cNvPr id="0" name=""/>
        <dsp:cNvSpPr/>
      </dsp:nvSpPr>
      <dsp:spPr>
        <a:xfrm>
          <a:off x="0" y="2895516"/>
          <a:ext cx="5098256" cy="2741090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• FedRAMP, ISO 27001, SOC 1/2, and more</a:t>
          </a:r>
        </a:p>
      </dsp:txBody>
      <dsp:txXfrm>
        <a:off x="133809" y="3029325"/>
        <a:ext cx="4830638" cy="247347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22C33E-84F9-4C7A-A2FE-33027E148058}">
      <dsp:nvSpPr>
        <dsp:cNvPr id="0" name=""/>
        <dsp:cNvSpPr/>
      </dsp:nvSpPr>
      <dsp:spPr>
        <a:xfrm>
          <a:off x="0" y="918110"/>
          <a:ext cx="5098256" cy="16949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6C887C-64CF-464E-9DCA-64F310B1A4FE}">
      <dsp:nvSpPr>
        <dsp:cNvPr id="0" name=""/>
        <dsp:cNvSpPr/>
      </dsp:nvSpPr>
      <dsp:spPr>
        <a:xfrm>
          <a:off x="512729" y="1299479"/>
          <a:ext cx="932235" cy="9322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6138B8-F377-4CB8-AD0D-3D0DDA6D88D3}">
      <dsp:nvSpPr>
        <dsp:cNvPr id="0" name=""/>
        <dsp:cNvSpPr/>
      </dsp:nvSpPr>
      <dsp:spPr>
        <a:xfrm>
          <a:off x="1957694" y="918110"/>
          <a:ext cx="3140561" cy="1694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385" tIns="179385" rIns="179385" bIns="179385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Fully managed, multi‑Region, multi‑active</a:t>
          </a:r>
        </a:p>
      </dsp:txBody>
      <dsp:txXfrm>
        <a:off x="1957694" y="918110"/>
        <a:ext cx="3140561" cy="1694973"/>
      </dsp:txXfrm>
    </dsp:sp>
    <dsp:sp modelId="{47C4C29A-1917-4060-8C29-934301E1C9CD}">
      <dsp:nvSpPr>
        <dsp:cNvPr id="0" name=""/>
        <dsp:cNvSpPr/>
      </dsp:nvSpPr>
      <dsp:spPr>
        <a:xfrm>
          <a:off x="0" y="3036827"/>
          <a:ext cx="5098256" cy="16949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87565F-06F0-4273-891B-AC6361C20A66}">
      <dsp:nvSpPr>
        <dsp:cNvPr id="0" name=""/>
        <dsp:cNvSpPr/>
      </dsp:nvSpPr>
      <dsp:spPr>
        <a:xfrm>
          <a:off x="512729" y="3418196"/>
          <a:ext cx="932235" cy="9322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32D148-4F16-4B49-9B26-9914AD17C1E7}">
      <dsp:nvSpPr>
        <dsp:cNvPr id="0" name=""/>
        <dsp:cNvSpPr/>
      </dsp:nvSpPr>
      <dsp:spPr>
        <a:xfrm>
          <a:off x="1957694" y="3036827"/>
          <a:ext cx="3140561" cy="1694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385" tIns="179385" rIns="179385" bIns="179385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99.999% availability, low‑latency local reads/writes</a:t>
          </a:r>
        </a:p>
      </dsp:txBody>
      <dsp:txXfrm>
        <a:off x="1957694" y="3036827"/>
        <a:ext cx="3140561" cy="1694973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9B22C6-EC62-4168-83DD-8057895F4B1B}">
      <dsp:nvSpPr>
        <dsp:cNvPr id="0" name=""/>
        <dsp:cNvSpPr/>
      </dsp:nvSpPr>
      <dsp:spPr>
        <a:xfrm>
          <a:off x="541002" y="23706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38904F-BB0B-48C7-9FFB-00221F4E3077}">
      <dsp:nvSpPr>
        <dsp:cNvPr id="0" name=""/>
        <dsp:cNvSpPr/>
      </dsp:nvSpPr>
      <dsp:spPr>
        <a:xfrm>
          <a:off x="833502" y="316206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BB3C68-913D-46C1-8F11-28CCC4AC1474}">
      <dsp:nvSpPr>
        <dsp:cNvPr id="0" name=""/>
        <dsp:cNvSpPr/>
      </dsp:nvSpPr>
      <dsp:spPr>
        <a:xfrm>
          <a:off x="102252" y="1823706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No primary Region; read/write anywhere—no failover</a:t>
          </a:r>
        </a:p>
      </dsp:txBody>
      <dsp:txXfrm>
        <a:off x="102252" y="1823706"/>
        <a:ext cx="2250000" cy="720000"/>
      </dsp:txXfrm>
    </dsp:sp>
    <dsp:sp modelId="{74E039BF-342D-4277-A41F-A8160040F887}">
      <dsp:nvSpPr>
        <dsp:cNvPr id="0" name=""/>
        <dsp:cNvSpPr/>
      </dsp:nvSpPr>
      <dsp:spPr>
        <a:xfrm>
          <a:off x="3184753" y="23706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032472-7DF3-41E7-BC70-F5BA170D4A02}">
      <dsp:nvSpPr>
        <dsp:cNvPr id="0" name=""/>
        <dsp:cNvSpPr/>
      </dsp:nvSpPr>
      <dsp:spPr>
        <a:xfrm>
          <a:off x="3477253" y="316206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BC9ECE-7427-4BA6-8C50-AD41AD3F7EA8}">
      <dsp:nvSpPr>
        <dsp:cNvPr id="0" name=""/>
        <dsp:cNvSpPr/>
      </dsp:nvSpPr>
      <dsp:spPr>
        <a:xfrm>
          <a:off x="2746003" y="1823706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Each Region hosts a replica table (same name/schema)</a:t>
          </a:r>
        </a:p>
      </dsp:txBody>
      <dsp:txXfrm>
        <a:off x="2746003" y="1823706"/>
        <a:ext cx="2250000" cy="720000"/>
      </dsp:txXfrm>
    </dsp:sp>
    <dsp:sp modelId="{734503B7-578D-4E30-9906-BA4A58645A85}">
      <dsp:nvSpPr>
        <dsp:cNvPr id="0" name=""/>
        <dsp:cNvSpPr/>
      </dsp:nvSpPr>
      <dsp:spPr>
        <a:xfrm>
          <a:off x="1862878" y="3106206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AA6FD3-367F-4101-A2D0-CE85D44320DA}">
      <dsp:nvSpPr>
        <dsp:cNvPr id="0" name=""/>
        <dsp:cNvSpPr/>
      </dsp:nvSpPr>
      <dsp:spPr>
        <a:xfrm>
          <a:off x="2155378" y="3398706"/>
          <a:ext cx="787500" cy="787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D113A7-09F9-4678-8E1A-F9161EC0B1B7}">
      <dsp:nvSpPr>
        <dsp:cNvPr id="0" name=""/>
        <dsp:cNvSpPr/>
      </dsp:nvSpPr>
      <dsp:spPr>
        <a:xfrm>
          <a:off x="1424127" y="4906206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Streams enabled, matching keys/capacity; PITR supported</a:t>
          </a:r>
        </a:p>
      </dsp:txBody>
      <dsp:txXfrm>
        <a:off x="1424127" y="4906206"/>
        <a:ext cx="225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702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618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020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660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479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125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244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46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419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9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375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4970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dynamodb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ws.amazon.com/kms/latest/developerguide/overview.html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cloudwatch/?nc2=type_a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8030" y="1263404"/>
            <a:ext cx="6185392" cy="3115075"/>
          </a:xfrm>
        </p:spPr>
        <p:txBody>
          <a:bodyPr vert="horz" lIns="228600" tIns="228600" rIns="228600" bIns="0" rtlCol="0" anchor="b">
            <a:normAutofit/>
          </a:bodyPr>
          <a:lstStyle/>
          <a:p>
            <a:pPr algn="l" defTabSz="914400">
              <a:lnSpc>
                <a:spcPct val="80000"/>
              </a:lnSpc>
            </a:pPr>
            <a:r>
              <a:rPr lang="en-US" sz="6300" spc="-150">
                <a:solidFill>
                  <a:schemeClr val="accent1"/>
                </a:solidFill>
              </a:rPr>
              <a:t>Amazon DynamoDB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8030" y="4560432"/>
            <a:ext cx="6225152" cy="1228171"/>
          </a:xfrm>
        </p:spPr>
        <p:txBody>
          <a:bodyPr vert="horz" lIns="91440" tIns="0" rIns="91440" bIns="45720" rtlCol="0">
            <a:normAutofit/>
          </a:bodyPr>
          <a:lstStyle/>
          <a:p>
            <a:pPr marL="0" indent="0" defTabSz="91440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100" dirty="0"/>
              <a:t>Lesson 2</a:t>
            </a:r>
          </a:p>
          <a:p>
            <a:pPr marL="0" indent="0" defTabSz="91440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100" dirty="0"/>
              <a:t>Based on: </a:t>
            </a:r>
            <a:r>
              <a:rPr lang="en-US" sz="2100" dirty="0">
                <a:hlinkClick r:id="rId2"/>
              </a:rPr>
              <a:t>https://aws.amazon.com/dynamodb</a:t>
            </a:r>
            <a:r>
              <a:rPr lang="en-US" sz="21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What is DynamoDB?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BD80EF-5D16-9AA1-439A-432E64374F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1592887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Zero Ops, Zero Downtime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F5CE90-783B-763F-9BAC-DC544E5FBE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183688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Global Tables &amp; Resilience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1808B5-4AED-0A96-60A8-A4753CD980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2958312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32D3FD4-6F71-43DF-93B9-87279519C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" y="0"/>
            <a:ext cx="566090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16835"/>
            <a:ext cx="4483452" cy="1666501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Security &amp; Compliance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2236304"/>
            <a:ext cx="4483453" cy="3652667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rgbClr val="FFFFFF"/>
                </a:solidFill>
              </a:rPr>
              <a:t>• Broad controls for high‑sensitivity orgs (gov, banks)</a:t>
            </a:r>
          </a:p>
          <a:p>
            <a:r>
              <a:rPr lang="en-US" sz="1600">
                <a:solidFill>
                  <a:srgbClr val="FFFFFF"/>
                </a:solidFill>
              </a:rPr>
              <a:t>• Encryption in transit &amp; at rest</a:t>
            </a:r>
          </a:p>
          <a:p>
            <a:r>
              <a:rPr lang="en-US" sz="1600">
                <a:solidFill>
                  <a:srgbClr val="FFFFFF"/>
                </a:solidFill>
              </a:rPr>
              <a:t>• Rich IAM and policy options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F207B4-66C3-4A76-8D54-C2871CF80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0920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7A1ACDA4-3E32-EA7E-D846-F3999F6472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17" r="36648" b="-1"/>
          <a:stretch>
            <a:fillRect/>
          </a:stretch>
        </p:blipFill>
        <p:spPr>
          <a:xfrm>
            <a:off x="5708926" y="10"/>
            <a:ext cx="3435073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DynamoDB Manages For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Hardware provisioning, setup, replication</a:t>
            </a:r>
          </a:p>
          <a:p>
            <a:r>
              <a:t>• Capacity planning and cluster scaling</a:t>
            </a:r>
          </a:p>
          <a:p>
            <a:r>
              <a:t>• Software patching and configuration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Automatic Scale &amp; Replication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714EEB-721C-710D-C702-CD34CCC528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0728579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t>Advantages: Why Teams Choose It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8CD098-4219-804A-8C59-EA5E0CB129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851632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t>Modern App Fit (AI + Internet Scale)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1D37BE-E5E4-159C-1CA1-700736F585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2632167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Classes – Cost/Perf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Standard (default) for max performance &amp; unpredictable traffic</a:t>
            </a:r>
          </a:p>
          <a:p>
            <a:r>
              <a:t>• Standard‑IA for infrequently accessed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t>Choosing a Table Class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EF5D56-730E-96A5-3121-EFF988B218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6751603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t>How Data is Stored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65F991-C0A0-90C5-C770-D84083FCE8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2426964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 dirty="0">
                <a:solidFill>
                  <a:srgbClr val="FFFFFF"/>
                </a:solidFill>
              </a:rPr>
              <a:t>Image Size &amp; Storage Limits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F67121-50C7-6DFA-7433-50AD20F8CB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7964863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t>BLOBs, Documents &amp; Images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FBCA52-F4A1-7B48-F80B-D20BCFC9EA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4743122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Data Retention &amp; TTL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F960DB-EA1B-2FF2-1D5C-AFCACC567A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4690055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Many Items Can I Store?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predefined limit on item count</a:t>
            </a:r>
          </a:p>
          <a:p>
            <a:r>
              <a:t>• Scales to hundreds of TB+ across any number of items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Lists and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List or Set types for arrays/collections</a:t>
            </a:r>
          </a:p>
          <a:p>
            <a:r>
              <a:t>• Supports strings, numbers, etc.; serialized transparently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Maps (Document Attributes)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 nested maps for flexible, JSON‑like structures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IAM Permissions Support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0B0BF7-A9DF-26E0-80A1-91C26D5BC9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8382479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Private Connectivity (VPC)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Gateway endpoints for private VPC access</a:t>
            </a:r>
          </a:p>
          <a:p>
            <a:r>
              <a:t>• AWS PrivateLink for private IPs and hybrid access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2600">
                <a:solidFill>
                  <a:srgbClr val="FFFFFF"/>
                </a:solidFill>
              </a:rPr>
              <a:t>Resource‑Based Policies &amp; Safety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DE6DCA-0BA5-1EA6-2AE5-ABF2C8025C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4736276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Encryption In Transit &amp; At Rest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512" y="605896"/>
            <a:ext cx="4810247" cy="5646208"/>
          </a:xfrm>
        </p:spPr>
        <p:txBody>
          <a:bodyPr anchor="ctr">
            <a:normAutofit/>
          </a:bodyPr>
          <a:lstStyle/>
          <a:p>
            <a:r>
              <a:t>• HTTPS/TLS for network traffic</a:t>
            </a:r>
          </a:p>
          <a:p>
            <a:r>
              <a:t>• Data at rest encrypted with AWS KMS (AES‑256)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A9A37-66F6-C4B4-C94D-CEE9B546D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KMS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642D-6E6C-D69E-961E-A8EBD2107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Quick Review:</a:t>
            </a:r>
          </a:p>
          <a:p>
            <a:r>
              <a:rPr lang="en-US" dirty="0"/>
              <a:t> </a:t>
            </a:r>
            <a:r>
              <a:rPr lang="en-US" dirty="0">
                <a:hlinkClick r:id="rId2"/>
              </a:rPr>
              <a:t>https://docs.aws.amazon.com/kms/latest/developerguide/overview.html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89991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KMS Key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AWS‑owned (default)</a:t>
            </a:r>
          </a:p>
          <a:p>
            <a:r>
              <a:rPr dirty="0"/>
              <a:t>• AWS‑managed (KMS CMKs)</a:t>
            </a:r>
          </a:p>
          <a:p>
            <a:r>
              <a:rPr dirty="0"/>
              <a:t>• Customer‑managed (full control, rotation, access policies)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Encryption at Rest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Protects data on disk from unauthorized access</a:t>
            </a:r>
          </a:p>
          <a:p>
            <a:r>
              <a:t>• Adds defense‑in‑depth beyond access controls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Audit Logging with CloudTrail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FBF3C3-0D29-670C-18A3-B72CB0A06B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6588829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2908B-766E-E7A9-B8B0-597CFC8C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Amazon CloudWatch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81EC6-D3B2-4FB5-8995-63E87DB29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</a:t>
            </a:r>
            <a:r>
              <a:rPr lang="en-US" dirty="0">
                <a:hlinkClick r:id="rId2"/>
              </a:rPr>
              <a:t>https://aws.amazon.com/cloudwatch/?nc2=type_a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26926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Compliance &amp; HIPAA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4016BE-4351-61EA-5FF8-2BA2AA6165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0115550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Global Tables Overview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57EAA9-34B0-C9AD-C261-A4A3314BD7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3253907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Multi‑Active Behavior &amp; Prereqs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2CE5DF-6B23-DD75-4FEB-B1CCF818A1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7972800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Integrations &amp; Querying (Quick Tour)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CDC via DynamoDB Streams or Kinesis Data Streams</a:t>
            </a:r>
          </a:p>
          <a:p>
            <a:r>
              <a:t>• TTL for lifecycle cleanup</a:t>
            </a:r>
          </a:p>
          <a:p>
            <a:r>
              <a:t>• Query/Scan + GSIs/LSIs</a:t>
            </a:r>
          </a:p>
          <a:p>
            <a:r>
              <a:t>• Zero‑ETL to OpenSearch: managed replication, monitoring, custom schema, costs via OCUs/S3, Regions per OpenSearch Ingestion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38</TotalTime>
  <Words>811</Words>
  <Application>Microsoft Office PowerPoint</Application>
  <PresentationFormat>On-screen Show (4:3)</PresentationFormat>
  <Paragraphs>104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Calibri</vt:lpstr>
      <vt:lpstr>Calibri Light</vt:lpstr>
      <vt:lpstr>Retrospect</vt:lpstr>
      <vt:lpstr>Amazon DynamoDB</vt:lpstr>
      <vt:lpstr>What is DynamoDB?</vt:lpstr>
      <vt:lpstr>Zero Ops, Zero Downtime</vt:lpstr>
      <vt:lpstr>Global Tables &amp; Resilience</vt:lpstr>
      <vt:lpstr>Security &amp; Compliance at a Glance</vt:lpstr>
      <vt:lpstr>What DynamoDB Manages For You</vt:lpstr>
      <vt:lpstr>Automatic Scale &amp; Replication</vt:lpstr>
      <vt:lpstr>Advantages: Why Teams Choose It</vt:lpstr>
      <vt:lpstr>Modern App Fit (AI + Internet Scale)</vt:lpstr>
      <vt:lpstr>Table Classes – Cost/Perf Options</vt:lpstr>
      <vt:lpstr>Choosing a Table Class</vt:lpstr>
      <vt:lpstr>How Data is Stored</vt:lpstr>
      <vt:lpstr>Image Size &amp; Storage Limits</vt:lpstr>
      <vt:lpstr>BLOBs, Documents &amp; Images</vt:lpstr>
      <vt:lpstr>Data Retention &amp; TTL</vt:lpstr>
      <vt:lpstr>How Many Items Can I Store?</vt:lpstr>
      <vt:lpstr>Lists and Sets</vt:lpstr>
      <vt:lpstr>Maps (Document Attributes)</vt:lpstr>
      <vt:lpstr>IAM Permissions Support</vt:lpstr>
      <vt:lpstr>Private Connectivity (VPC)</vt:lpstr>
      <vt:lpstr>Resource‑Based Policies &amp; Safety</vt:lpstr>
      <vt:lpstr>Encryption In Transit &amp; At Rest</vt:lpstr>
      <vt:lpstr>AWS KMS</vt:lpstr>
      <vt:lpstr>KMS Key Options</vt:lpstr>
      <vt:lpstr>Why Encryption at Rest Matters</vt:lpstr>
      <vt:lpstr>Audit Logging with CloudTrail</vt:lpstr>
      <vt:lpstr>Amazon CloudWatch</vt:lpstr>
      <vt:lpstr>Compliance &amp; HIPAA</vt:lpstr>
      <vt:lpstr>Global Tables Overview</vt:lpstr>
      <vt:lpstr>Multi‑Active Behavior &amp; Prereqs</vt:lpstr>
      <vt:lpstr>Integrations &amp; Querying (Quick Tour)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Arek Popa</cp:lastModifiedBy>
  <cp:revision>2</cp:revision>
  <dcterms:created xsi:type="dcterms:W3CDTF">2013-01-27T09:14:16Z</dcterms:created>
  <dcterms:modified xsi:type="dcterms:W3CDTF">2025-10-20T04:21:10Z</dcterms:modified>
  <cp:category/>
</cp:coreProperties>
</file>