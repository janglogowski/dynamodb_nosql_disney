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hyperlink" Target="https://raw.githubusercontent.com/aws/aws-cli/v2/CHANGELOG.rst" TargetMode="Externa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hyperlink" Target="https://raw.githubusercontent.com/aws/aws-cli/v2/CHANGELOG.rst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6ED4D1-DF59-492B-A843-0358357112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1F3DC4-FB8A-429D-AD9D-661BA6D27170}">
      <dgm:prSet/>
      <dgm:spPr/>
      <dgm:t>
        <a:bodyPr/>
        <a:lstStyle/>
        <a:p>
          <a:r>
            <a:rPr lang="en-US"/>
            <a:t>• Open-source tool to interact with AWS services via commands.</a:t>
          </a:r>
        </a:p>
      </dgm:t>
    </dgm:pt>
    <dgm:pt modelId="{28127BCC-870E-4878-96AC-D602537ACE36}" type="parTrans" cxnId="{8F8EA2C6-2429-46C8-96BE-A51A31914362}">
      <dgm:prSet/>
      <dgm:spPr/>
      <dgm:t>
        <a:bodyPr/>
        <a:lstStyle/>
        <a:p>
          <a:endParaRPr lang="en-US"/>
        </a:p>
      </dgm:t>
    </dgm:pt>
    <dgm:pt modelId="{18F46022-384A-4BCE-858B-FD25636A42FD}" type="sibTrans" cxnId="{8F8EA2C6-2429-46C8-96BE-A51A31914362}">
      <dgm:prSet/>
      <dgm:spPr/>
      <dgm:t>
        <a:bodyPr/>
        <a:lstStyle/>
        <a:p>
          <a:endParaRPr lang="en-US"/>
        </a:p>
      </dgm:t>
    </dgm:pt>
    <dgm:pt modelId="{FA6518D5-AFBC-43EA-B046-355749049BA4}">
      <dgm:prSet/>
      <dgm:spPr/>
      <dgm:t>
        <a:bodyPr/>
        <a:lstStyle/>
        <a:p>
          <a:r>
            <a:rPr lang="en-US"/>
            <a:t>• Mirrors functionality of AWS Management Console.</a:t>
          </a:r>
        </a:p>
      </dgm:t>
    </dgm:pt>
    <dgm:pt modelId="{B22AF2F0-CC28-47DD-BAD7-6341DC30C66A}" type="parTrans" cxnId="{BDC09462-1760-4D79-A071-40645CDB0CB1}">
      <dgm:prSet/>
      <dgm:spPr/>
      <dgm:t>
        <a:bodyPr/>
        <a:lstStyle/>
        <a:p>
          <a:endParaRPr lang="en-US"/>
        </a:p>
      </dgm:t>
    </dgm:pt>
    <dgm:pt modelId="{59C6F67B-4354-4C9B-8B69-C16A035FD50A}" type="sibTrans" cxnId="{BDC09462-1760-4D79-A071-40645CDB0CB1}">
      <dgm:prSet/>
      <dgm:spPr/>
      <dgm:t>
        <a:bodyPr/>
        <a:lstStyle/>
        <a:p>
          <a:endParaRPr lang="en-US"/>
        </a:p>
      </dgm:t>
    </dgm:pt>
    <dgm:pt modelId="{E8FF24F2-AC0D-4DC9-A760-2D12BE9C0492}">
      <dgm:prSet/>
      <dgm:spPr/>
      <dgm:t>
        <a:bodyPr/>
        <a:lstStyle/>
        <a:p>
          <a:r>
            <a:rPr lang="en-US"/>
            <a:t>• Works on Linux, macOS, Windows, and EC2.</a:t>
          </a:r>
        </a:p>
      </dgm:t>
    </dgm:pt>
    <dgm:pt modelId="{AFDD4EC1-C3A1-4C60-B706-BE2D0E2BF883}" type="parTrans" cxnId="{18AE2F30-9F14-4038-B19F-54475CA68565}">
      <dgm:prSet/>
      <dgm:spPr/>
      <dgm:t>
        <a:bodyPr/>
        <a:lstStyle/>
        <a:p>
          <a:endParaRPr lang="en-US"/>
        </a:p>
      </dgm:t>
    </dgm:pt>
    <dgm:pt modelId="{FBF92D9A-8C3B-4067-940D-3FC962FFA8FC}" type="sibTrans" cxnId="{18AE2F30-9F14-4038-B19F-54475CA68565}">
      <dgm:prSet/>
      <dgm:spPr/>
      <dgm:t>
        <a:bodyPr/>
        <a:lstStyle/>
        <a:p>
          <a:endParaRPr lang="en-US"/>
        </a:p>
      </dgm:t>
    </dgm:pt>
    <dgm:pt modelId="{2F09EC4D-32D7-4C2B-AC9C-FBEF3A8EAC09}" type="pres">
      <dgm:prSet presAssocID="{7E6ED4D1-DF59-492B-A843-03583571120F}" presName="linear" presStyleCnt="0">
        <dgm:presLayoutVars>
          <dgm:animLvl val="lvl"/>
          <dgm:resizeHandles val="exact"/>
        </dgm:presLayoutVars>
      </dgm:prSet>
      <dgm:spPr/>
    </dgm:pt>
    <dgm:pt modelId="{80394614-DB3E-4834-A730-B510F77B9559}" type="pres">
      <dgm:prSet presAssocID="{901F3DC4-FB8A-429D-AD9D-661BA6D271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48A046-768B-4346-88AA-2A956B5D598D}" type="pres">
      <dgm:prSet presAssocID="{18F46022-384A-4BCE-858B-FD25636A42FD}" presName="spacer" presStyleCnt="0"/>
      <dgm:spPr/>
    </dgm:pt>
    <dgm:pt modelId="{6F0C95B5-0C78-4414-9878-D2AD5C1F0FD3}" type="pres">
      <dgm:prSet presAssocID="{FA6518D5-AFBC-43EA-B046-355749049BA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ABFABB9-EC49-40EA-92AA-210EBCC612A2}" type="pres">
      <dgm:prSet presAssocID="{59C6F67B-4354-4C9B-8B69-C16A035FD50A}" presName="spacer" presStyleCnt="0"/>
      <dgm:spPr/>
    </dgm:pt>
    <dgm:pt modelId="{5372FC9C-ECD4-4394-90A8-FBE1E7C36FD3}" type="pres">
      <dgm:prSet presAssocID="{E8FF24F2-AC0D-4DC9-A760-2D12BE9C049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1081C09-6E4F-43C6-9F7A-0F7D1ADD696D}" type="presOf" srcId="{7E6ED4D1-DF59-492B-A843-03583571120F}" destId="{2F09EC4D-32D7-4C2B-AC9C-FBEF3A8EAC09}" srcOrd="0" destOrd="0" presId="urn:microsoft.com/office/officeart/2005/8/layout/vList2"/>
    <dgm:cxn modelId="{18AE2F30-9F14-4038-B19F-54475CA68565}" srcId="{7E6ED4D1-DF59-492B-A843-03583571120F}" destId="{E8FF24F2-AC0D-4DC9-A760-2D12BE9C0492}" srcOrd="2" destOrd="0" parTransId="{AFDD4EC1-C3A1-4C60-B706-BE2D0E2BF883}" sibTransId="{FBF92D9A-8C3B-4067-940D-3FC962FFA8FC}"/>
    <dgm:cxn modelId="{BDC09462-1760-4D79-A071-40645CDB0CB1}" srcId="{7E6ED4D1-DF59-492B-A843-03583571120F}" destId="{FA6518D5-AFBC-43EA-B046-355749049BA4}" srcOrd="1" destOrd="0" parTransId="{B22AF2F0-CC28-47DD-BAD7-6341DC30C66A}" sibTransId="{59C6F67B-4354-4C9B-8B69-C16A035FD50A}"/>
    <dgm:cxn modelId="{1881BA49-7276-4658-9D2F-32B8C2EE19AD}" type="presOf" srcId="{901F3DC4-FB8A-429D-AD9D-661BA6D27170}" destId="{80394614-DB3E-4834-A730-B510F77B9559}" srcOrd="0" destOrd="0" presId="urn:microsoft.com/office/officeart/2005/8/layout/vList2"/>
    <dgm:cxn modelId="{8F8EA2C6-2429-46C8-96BE-A51A31914362}" srcId="{7E6ED4D1-DF59-492B-A843-03583571120F}" destId="{901F3DC4-FB8A-429D-AD9D-661BA6D27170}" srcOrd="0" destOrd="0" parTransId="{28127BCC-870E-4878-96AC-D602537ACE36}" sibTransId="{18F46022-384A-4BCE-858B-FD25636A42FD}"/>
    <dgm:cxn modelId="{359788DF-B05E-415D-B4BE-7969D638862C}" type="presOf" srcId="{FA6518D5-AFBC-43EA-B046-355749049BA4}" destId="{6F0C95B5-0C78-4414-9878-D2AD5C1F0FD3}" srcOrd="0" destOrd="0" presId="urn:microsoft.com/office/officeart/2005/8/layout/vList2"/>
    <dgm:cxn modelId="{086603FA-FDFB-4A96-AFD1-C7C5EA9862DF}" type="presOf" srcId="{E8FF24F2-AC0D-4DC9-A760-2D12BE9C0492}" destId="{5372FC9C-ECD4-4394-90A8-FBE1E7C36FD3}" srcOrd="0" destOrd="0" presId="urn:microsoft.com/office/officeart/2005/8/layout/vList2"/>
    <dgm:cxn modelId="{906249D7-6FFA-4EFA-AB32-605ABDB4E077}" type="presParOf" srcId="{2F09EC4D-32D7-4C2B-AC9C-FBEF3A8EAC09}" destId="{80394614-DB3E-4834-A730-B510F77B9559}" srcOrd="0" destOrd="0" presId="urn:microsoft.com/office/officeart/2005/8/layout/vList2"/>
    <dgm:cxn modelId="{D5815B8D-FE4E-469A-BF55-27FF09E106EF}" type="presParOf" srcId="{2F09EC4D-32D7-4C2B-AC9C-FBEF3A8EAC09}" destId="{5448A046-768B-4346-88AA-2A956B5D598D}" srcOrd="1" destOrd="0" presId="urn:microsoft.com/office/officeart/2005/8/layout/vList2"/>
    <dgm:cxn modelId="{3AA770A5-D015-4F00-BEFC-798988433332}" type="presParOf" srcId="{2F09EC4D-32D7-4C2B-AC9C-FBEF3A8EAC09}" destId="{6F0C95B5-0C78-4414-9878-D2AD5C1F0FD3}" srcOrd="2" destOrd="0" presId="urn:microsoft.com/office/officeart/2005/8/layout/vList2"/>
    <dgm:cxn modelId="{48300DC2-77A2-4152-9F9D-6E98FFFC39BB}" type="presParOf" srcId="{2F09EC4D-32D7-4C2B-AC9C-FBEF3A8EAC09}" destId="{4ABFABB9-EC49-40EA-92AA-210EBCC612A2}" srcOrd="3" destOrd="0" presId="urn:microsoft.com/office/officeart/2005/8/layout/vList2"/>
    <dgm:cxn modelId="{E23F4491-6BFD-4795-850D-5639B35DD735}" type="presParOf" srcId="{2F09EC4D-32D7-4C2B-AC9C-FBEF3A8EAC09}" destId="{5372FC9C-ECD4-4394-90A8-FBE1E7C36FD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ACFE97-4B2D-4E72-8419-0FD4240BD7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32EBE0-83CE-43B2-B41E-0A8365B29E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Latest major version supporting new features.</a:t>
          </a:r>
        </a:p>
      </dgm:t>
    </dgm:pt>
    <dgm:pt modelId="{4FD713F6-AE97-40EC-8B99-EFF09DD0B331}" type="parTrans" cxnId="{CF583437-A965-4B37-8F2E-2CF47AA43931}">
      <dgm:prSet/>
      <dgm:spPr/>
      <dgm:t>
        <a:bodyPr/>
        <a:lstStyle/>
        <a:p>
          <a:endParaRPr lang="en-US"/>
        </a:p>
      </dgm:t>
    </dgm:pt>
    <dgm:pt modelId="{8D1EEA2A-B730-47BD-96D3-2FDB46C1EAEA}" type="sibTrans" cxnId="{CF583437-A965-4B37-8F2E-2CF47AA43931}">
      <dgm:prSet/>
      <dgm:spPr/>
      <dgm:t>
        <a:bodyPr/>
        <a:lstStyle/>
        <a:p>
          <a:endParaRPr lang="en-US"/>
        </a:p>
      </dgm:t>
    </dgm:pt>
    <dgm:pt modelId="{A9F99E72-7686-47BB-9993-907AABB7C1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Some changes may require script updates.</a:t>
          </a:r>
        </a:p>
      </dgm:t>
    </dgm:pt>
    <dgm:pt modelId="{CCFE0DAD-A8D8-4E96-9C52-C3F97BA1F6D2}" type="parTrans" cxnId="{97D0856A-8594-412D-B1A4-0B95F06ABE18}">
      <dgm:prSet/>
      <dgm:spPr/>
      <dgm:t>
        <a:bodyPr/>
        <a:lstStyle/>
        <a:p>
          <a:endParaRPr lang="en-US"/>
        </a:p>
      </dgm:t>
    </dgm:pt>
    <dgm:pt modelId="{59EF25D7-2249-4D5F-8189-CF5F64F34C91}" type="sibTrans" cxnId="{97D0856A-8594-412D-B1A4-0B95F06ABE18}">
      <dgm:prSet/>
      <dgm:spPr/>
      <dgm:t>
        <a:bodyPr/>
        <a:lstStyle/>
        <a:p>
          <a:endParaRPr lang="en-US"/>
        </a:p>
      </dgm:t>
    </dgm:pt>
    <dgm:pt modelId="{A17A9193-9301-4553-960B-CC97DDC91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Check version: aws –version</a:t>
          </a:r>
        </a:p>
      </dgm:t>
    </dgm:pt>
    <dgm:pt modelId="{FA450485-EDAE-4FD4-9463-1F595D2F56E1}" type="parTrans" cxnId="{9A5C87A0-EAF7-40D2-A174-51C4987D0740}">
      <dgm:prSet/>
      <dgm:spPr/>
      <dgm:t>
        <a:bodyPr/>
        <a:lstStyle/>
        <a:p>
          <a:endParaRPr lang="en-US"/>
        </a:p>
      </dgm:t>
    </dgm:pt>
    <dgm:pt modelId="{FF5477E5-7758-464C-8689-370301F2BC41}" type="sibTrans" cxnId="{9A5C87A0-EAF7-40D2-A174-51C4987D0740}">
      <dgm:prSet/>
      <dgm:spPr/>
      <dgm:t>
        <a:bodyPr/>
        <a:lstStyle/>
        <a:p>
          <a:endParaRPr lang="en-US"/>
        </a:p>
      </dgm:t>
    </dgm:pt>
    <dgm:pt modelId="{15855F3E-685F-43AA-ACA7-B226C1E798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SEE</a:t>
          </a:r>
          <a:r>
            <a:rPr lang="en-US" dirty="0"/>
            <a:t> the Changelog</a:t>
          </a:r>
        </a:p>
      </dgm:t>
    </dgm:pt>
    <dgm:pt modelId="{29D40242-E4B8-4F37-A587-BF5B9980C82A}" type="parTrans" cxnId="{2EFFF201-9686-4648-A038-6F0E968B5EB0}">
      <dgm:prSet/>
      <dgm:spPr/>
      <dgm:t>
        <a:bodyPr/>
        <a:lstStyle/>
        <a:p>
          <a:endParaRPr lang="en-US"/>
        </a:p>
      </dgm:t>
    </dgm:pt>
    <dgm:pt modelId="{ADFFA034-A03A-4929-ADE7-B8F42E66E439}" type="sibTrans" cxnId="{2EFFF201-9686-4648-A038-6F0E968B5EB0}">
      <dgm:prSet/>
      <dgm:spPr/>
      <dgm:t>
        <a:bodyPr/>
        <a:lstStyle/>
        <a:p>
          <a:endParaRPr lang="en-US"/>
        </a:p>
      </dgm:t>
    </dgm:pt>
    <dgm:pt modelId="{EC2C56EC-D4D8-4924-AF71-F77ACD2BF45E}" type="pres">
      <dgm:prSet presAssocID="{F2ACFE97-4B2D-4E72-8419-0FD4240BD703}" presName="root" presStyleCnt="0">
        <dgm:presLayoutVars>
          <dgm:dir/>
          <dgm:resizeHandles val="exact"/>
        </dgm:presLayoutVars>
      </dgm:prSet>
      <dgm:spPr/>
    </dgm:pt>
    <dgm:pt modelId="{A5F25AEE-1D81-4728-A4E8-63608273D947}" type="pres">
      <dgm:prSet presAssocID="{A632EBE0-83CE-43B2-B41E-0A8365B29E47}" presName="compNode" presStyleCnt="0"/>
      <dgm:spPr/>
    </dgm:pt>
    <dgm:pt modelId="{DA724BD4-8102-4FCD-B849-631C7B19D1CF}" type="pres">
      <dgm:prSet presAssocID="{A632EBE0-83CE-43B2-B41E-0A8365B29E47}" presName="bgRect" presStyleLbl="bgShp" presStyleIdx="0" presStyleCnt="4"/>
      <dgm:spPr/>
    </dgm:pt>
    <dgm:pt modelId="{38AB9B20-2D5B-4AC9-8C78-9A02F10FBCFA}" type="pres">
      <dgm:prSet presAssocID="{A632EBE0-83CE-43B2-B41E-0A8365B29E47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557AD9-C4E2-45B6-A74E-F78CF502E50C}" type="pres">
      <dgm:prSet presAssocID="{A632EBE0-83CE-43B2-B41E-0A8365B29E47}" presName="spaceRect" presStyleCnt="0"/>
      <dgm:spPr/>
    </dgm:pt>
    <dgm:pt modelId="{08EB0AB5-6609-44D2-94B0-922983CCD0E3}" type="pres">
      <dgm:prSet presAssocID="{A632EBE0-83CE-43B2-B41E-0A8365B29E47}" presName="parTx" presStyleLbl="revTx" presStyleIdx="0" presStyleCnt="4">
        <dgm:presLayoutVars>
          <dgm:chMax val="0"/>
          <dgm:chPref val="0"/>
        </dgm:presLayoutVars>
      </dgm:prSet>
      <dgm:spPr/>
    </dgm:pt>
    <dgm:pt modelId="{E621A2A9-3D0F-40EF-AD00-A4563E74FCA4}" type="pres">
      <dgm:prSet presAssocID="{8D1EEA2A-B730-47BD-96D3-2FDB46C1EAEA}" presName="sibTrans" presStyleCnt="0"/>
      <dgm:spPr/>
    </dgm:pt>
    <dgm:pt modelId="{B6D0B757-7D9C-4957-959B-9679803477CE}" type="pres">
      <dgm:prSet presAssocID="{A9F99E72-7686-47BB-9993-907AABB7C13F}" presName="compNode" presStyleCnt="0"/>
      <dgm:spPr/>
    </dgm:pt>
    <dgm:pt modelId="{F5DD200F-2EB1-462E-8C33-05723888529D}" type="pres">
      <dgm:prSet presAssocID="{A9F99E72-7686-47BB-9993-907AABB7C13F}" presName="bgRect" presStyleLbl="bgShp" presStyleIdx="1" presStyleCnt="4"/>
      <dgm:spPr/>
    </dgm:pt>
    <dgm:pt modelId="{2F76B104-4ACA-412D-BBEC-CA81DF04E0B2}" type="pres">
      <dgm:prSet presAssocID="{A9F99E72-7686-47BB-9993-907AABB7C13F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81630D6-4616-4D35-A4FA-6F44B58C55F6}" type="pres">
      <dgm:prSet presAssocID="{A9F99E72-7686-47BB-9993-907AABB7C13F}" presName="spaceRect" presStyleCnt="0"/>
      <dgm:spPr/>
    </dgm:pt>
    <dgm:pt modelId="{B215D46B-2D5A-4FDA-AE3E-7D090F0368C7}" type="pres">
      <dgm:prSet presAssocID="{A9F99E72-7686-47BB-9993-907AABB7C13F}" presName="parTx" presStyleLbl="revTx" presStyleIdx="1" presStyleCnt="4">
        <dgm:presLayoutVars>
          <dgm:chMax val="0"/>
          <dgm:chPref val="0"/>
        </dgm:presLayoutVars>
      </dgm:prSet>
      <dgm:spPr/>
    </dgm:pt>
    <dgm:pt modelId="{E912C88C-7E7D-46C6-9C78-47DDD0304E4F}" type="pres">
      <dgm:prSet presAssocID="{59EF25D7-2249-4D5F-8189-CF5F64F34C91}" presName="sibTrans" presStyleCnt="0"/>
      <dgm:spPr/>
    </dgm:pt>
    <dgm:pt modelId="{19DFAB67-8185-4A14-BF75-492800567ED0}" type="pres">
      <dgm:prSet presAssocID="{A17A9193-9301-4553-960B-CC97DDC91945}" presName="compNode" presStyleCnt="0"/>
      <dgm:spPr/>
    </dgm:pt>
    <dgm:pt modelId="{ED8DCEB3-FC00-4C2A-9670-4F6EE13DC687}" type="pres">
      <dgm:prSet presAssocID="{A17A9193-9301-4553-960B-CC97DDC91945}" presName="bgRect" presStyleLbl="bgShp" presStyleIdx="2" presStyleCnt="4"/>
      <dgm:spPr/>
    </dgm:pt>
    <dgm:pt modelId="{CF79C7CB-4045-4DB9-AD0D-CBBCDE6FE855}" type="pres">
      <dgm:prSet presAssocID="{A17A9193-9301-4553-960B-CC97DDC91945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FE7372A-6C42-4FD8-B0FB-A423FB806E61}" type="pres">
      <dgm:prSet presAssocID="{A17A9193-9301-4553-960B-CC97DDC91945}" presName="spaceRect" presStyleCnt="0"/>
      <dgm:spPr/>
    </dgm:pt>
    <dgm:pt modelId="{6FE5B9B6-376C-4754-AA41-2DB81CA02D49}" type="pres">
      <dgm:prSet presAssocID="{A17A9193-9301-4553-960B-CC97DDC91945}" presName="parTx" presStyleLbl="revTx" presStyleIdx="2" presStyleCnt="4">
        <dgm:presLayoutVars>
          <dgm:chMax val="0"/>
          <dgm:chPref val="0"/>
        </dgm:presLayoutVars>
      </dgm:prSet>
      <dgm:spPr/>
    </dgm:pt>
    <dgm:pt modelId="{C891EB47-DA1E-42FA-A75D-1A89D778F518}" type="pres">
      <dgm:prSet presAssocID="{FF5477E5-7758-464C-8689-370301F2BC41}" presName="sibTrans" presStyleCnt="0"/>
      <dgm:spPr/>
    </dgm:pt>
    <dgm:pt modelId="{54A7B1BF-2D3F-4FA9-8945-76E2CA93478C}" type="pres">
      <dgm:prSet presAssocID="{15855F3E-685F-43AA-ACA7-B226C1E79805}" presName="compNode" presStyleCnt="0"/>
      <dgm:spPr/>
    </dgm:pt>
    <dgm:pt modelId="{E77D37AC-24BF-404D-AE35-28AC491E411E}" type="pres">
      <dgm:prSet presAssocID="{15855F3E-685F-43AA-ACA7-B226C1E79805}" presName="bgRect" presStyleLbl="bgShp" presStyleIdx="3" presStyleCnt="4"/>
      <dgm:spPr/>
    </dgm:pt>
    <dgm:pt modelId="{BC6807C0-A404-40F0-B114-83DD85A69A17}" type="pres">
      <dgm:prSet presAssocID="{15855F3E-685F-43AA-ACA7-B226C1E79805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9185AE31-D1D7-4CC9-94E9-66D4C3C3312C}" type="pres">
      <dgm:prSet presAssocID="{15855F3E-685F-43AA-ACA7-B226C1E79805}" presName="spaceRect" presStyleCnt="0"/>
      <dgm:spPr/>
    </dgm:pt>
    <dgm:pt modelId="{7F451A38-806C-48C1-967D-76B24F9A3C42}" type="pres">
      <dgm:prSet presAssocID="{15855F3E-685F-43AA-ACA7-B226C1E7980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EFFF201-9686-4648-A038-6F0E968B5EB0}" srcId="{F2ACFE97-4B2D-4E72-8419-0FD4240BD703}" destId="{15855F3E-685F-43AA-ACA7-B226C1E79805}" srcOrd="3" destOrd="0" parTransId="{29D40242-E4B8-4F37-A587-BF5B9980C82A}" sibTransId="{ADFFA034-A03A-4929-ADE7-B8F42E66E439}"/>
    <dgm:cxn modelId="{8E0C2107-CFE2-4F3E-A1A1-A9E1C59031F0}" type="presOf" srcId="{15855F3E-685F-43AA-ACA7-B226C1E79805}" destId="{7F451A38-806C-48C1-967D-76B24F9A3C42}" srcOrd="0" destOrd="0" presId="urn:microsoft.com/office/officeart/2018/2/layout/IconVerticalSolidList"/>
    <dgm:cxn modelId="{CF583437-A965-4B37-8F2E-2CF47AA43931}" srcId="{F2ACFE97-4B2D-4E72-8419-0FD4240BD703}" destId="{A632EBE0-83CE-43B2-B41E-0A8365B29E47}" srcOrd="0" destOrd="0" parTransId="{4FD713F6-AE97-40EC-8B99-EFF09DD0B331}" sibTransId="{8D1EEA2A-B730-47BD-96D3-2FDB46C1EAEA}"/>
    <dgm:cxn modelId="{A776CA38-29C9-4E2D-BC22-E64B1FD8AA03}" type="presOf" srcId="{A632EBE0-83CE-43B2-B41E-0A8365B29E47}" destId="{08EB0AB5-6609-44D2-94B0-922983CCD0E3}" srcOrd="0" destOrd="0" presId="urn:microsoft.com/office/officeart/2018/2/layout/IconVerticalSolidList"/>
    <dgm:cxn modelId="{97D0856A-8594-412D-B1A4-0B95F06ABE18}" srcId="{F2ACFE97-4B2D-4E72-8419-0FD4240BD703}" destId="{A9F99E72-7686-47BB-9993-907AABB7C13F}" srcOrd="1" destOrd="0" parTransId="{CCFE0DAD-A8D8-4E96-9C52-C3F97BA1F6D2}" sibTransId="{59EF25D7-2249-4D5F-8189-CF5F64F34C91}"/>
    <dgm:cxn modelId="{042BFF57-4CB1-4394-BA62-37D5DD399470}" type="presOf" srcId="{A17A9193-9301-4553-960B-CC97DDC91945}" destId="{6FE5B9B6-376C-4754-AA41-2DB81CA02D49}" srcOrd="0" destOrd="0" presId="urn:microsoft.com/office/officeart/2018/2/layout/IconVerticalSolidList"/>
    <dgm:cxn modelId="{D0AD3C90-893E-4F0E-97E5-AFA017F9367B}" type="presOf" srcId="{F2ACFE97-4B2D-4E72-8419-0FD4240BD703}" destId="{EC2C56EC-D4D8-4924-AF71-F77ACD2BF45E}" srcOrd="0" destOrd="0" presId="urn:microsoft.com/office/officeart/2018/2/layout/IconVerticalSolidList"/>
    <dgm:cxn modelId="{39A42D93-C505-48A0-B191-8F0C4627889F}" type="presOf" srcId="{A9F99E72-7686-47BB-9993-907AABB7C13F}" destId="{B215D46B-2D5A-4FDA-AE3E-7D090F0368C7}" srcOrd="0" destOrd="0" presId="urn:microsoft.com/office/officeart/2018/2/layout/IconVerticalSolidList"/>
    <dgm:cxn modelId="{9A5C87A0-EAF7-40D2-A174-51C4987D0740}" srcId="{F2ACFE97-4B2D-4E72-8419-0FD4240BD703}" destId="{A17A9193-9301-4553-960B-CC97DDC91945}" srcOrd="2" destOrd="0" parTransId="{FA450485-EDAE-4FD4-9463-1F595D2F56E1}" sibTransId="{FF5477E5-7758-464C-8689-370301F2BC41}"/>
    <dgm:cxn modelId="{4B5993E7-DEB0-4C43-8EC7-5DF2FEB5C221}" type="presParOf" srcId="{EC2C56EC-D4D8-4924-AF71-F77ACD2BF45E}" destId="{A5F25AEE-1D81-4728-A4E8-63608273D947}" srcOrd="0" destOrd="0" presId="urn:microsoft.com/office/officeart/2018/2/layout/IconVerticalSolidList"/>
    <dgm:cxn modelId="{F8A92202-9995-4DFB-AF61-2A5AE86E270B}" type="presParOf" srcId="{A5F25AEE-1D81-4728-A4E8-63608273D947}" destId="{DA724BD4-8102-4FCD-B849-631C7B19D1CF}" srcOrd="0" destOrd="0" presId="urn:microsoft.com/office/officeart/2018/2/layout/IconVerticalSolidList"/>
    <dgm:cxn modelId="{21812CC9-849A-48F0-AAAB-77E7F6DE2DCD}" type="presParOf" srcId="{A5F25AEE-1D81-4728-A4E8-63608273D947}" destId="{38AB9B20-2D5B-4AC9-8C78-9A02F10FBCFA}" srcOrd="1" destOrd="0" presId="urn:microsoft.com/office/officeart/2018/2/layout/IconVerticalSolidList"/>
    <dgm:cxn modelId="{F237A0FE-BBCD-4C6C-BBCA-72FBA4717EE7}" type="presParOf" srcId="{A5F25AEE-1D81-4728-A4E8-63608273D947}" destId="{D6557AD9-C4E2-45B6-A74E-F78CF502E50C}" srcOrd="2" destOrd="0" presId="urn:microsoft.com/office/officeart/2018/2/layout/IconVerticalSolidList"/>
    <dgm:cxn modelId="{12EFD596-ABCA-425E-87AF-C78C70A50EAF}" type="presParOf" srcId="{A5F25AEE-1D81-4728-A4E8-63608273D947}" destId="{08EB0AB5-6609-44D2-94B0-922983CCD0E3}" srcOrd="3" destOrd="0" presId="urn:microsoft.com/office/officeart/2018/2/layout/IconVerticalSolidList"/>
    <dgm:cxn modelId="{10B4BC76-EB23-4300-B193-2B24D1DD04DA}" type="presParOf" srcId="{EC2C56EC-D4D8-4924-AF71-F77ACD2BF45E}" destId="{E621A2A9-3D0F-40EF-AD00-A4563E74FCA4}" srcOrd="1" destOrd="0" presId="urn:microsoft.com/office/officeart/2018/2/layout/IconVerticalSolidList"/>
    <dgm:cxn modelId="{4E50523D-9F7C-4822-A2D3-76C4C9934739}" type="presParOf" srcId="{EC2C56EC-D4D8-4924-AF71-F77ACD2BF45E}" destId="{B6D0B757-7D9C-4957-959B-9679803477CE}" srcOrd="2" destOrd="0" presId="urn:microsoft.com/office/officeart/2018/2/layout/IconVerticalSolidList"/>
    <dgm:cxn modelId="{BAC4B31E-95E6-492D-AD18-AB03C6E5E168}" type="presParOf" srcId="{B6D0B757-7D9C-4957-959B-9679803477CE}" destId="{F5DD200F-2EB1-462E-8C33-05723888529D}" srcOrd="0" destOrd="0" presId="urn:microsoft.com/office/officeart/2018/2/layout/IconVerticalSolidList"/>
    <dgm:cxn modelId="{923AABC1-9664-4D19-A4AF-AB78D24E2C38}" type="presParOf" srcId="{B6D0B757-7D9C-4957-959B-9679803477CE}" destId="{2F76B104-4ACA-412D-BBEC-CA81DF04E0B2}" srcOrd="1" destOrd="0" presId="urn:microsoft.com/office/officeart/2018/2/layout/IconVerticalSolidList"/>
    <dgm:cxn modelId="{541F49C6-9816-473E-A6B8-26D47FBEEBC3}" type="presParOf" srcId="{B6D0B757-7D9C-4957-959B-9679803477CE}" destId="{F81630D6-4616-4D35-A4FA-6F44B58C55F6}" srcOrd="2" destOrd="0" presId="urn:microsoft.com/office/officeart/2018/2/layout/IconVerticalSolidList"/>
    <dgm:cxn modelId="{BFDC7EE6-6CBF-462E-A3DD-82439073A1A1}" type="presParOf" srcId="{B6D0B757-7D9C-4957-959B-9679803477CE}" destId="{B215D46B-2D5A-4FDA-AE3E-7D090F0368C7}" srcOrd="3" destOrd="0" presId="urn:microsoft.com/office/officeart/2018/2/layout/IconVerticalSolidList"/>
    <dgm:cxn modelId="{3019355A-40C3-41DA-B0A5-EB268C7AD284}" type="presParOf" srcId="{EC2C56EC-D4D8-4924-AF71-F77ACD2BF45E}" destId="{E912C88C-7E7D-46C6-9C78-47DDD0304E4F}" srcOrd="3" destOrd="0" presId="urn:microsoft.com/office/officeart/2018/2/layout/IconVerticalSolidList"/>
    <dgm:cxn modelId="{66319ACE-3635-4F9A-A691-675C4153A52F}" type="presParOf" srcId="{EC2C56EC-D4D8-4924-AF71-F77ACD2BF45E}" destId="{19DFAB67-8185-4A14-BF75-492800567ED0}" srcOrd="4" destOrd="0" presId="urn:microsoft.com/office/officeart/2018/2/layout/IconVerticalSolidList"/>
    <dgm:cxn modelId="{59E6EB55-F9BA-4937-B20C-7DBD5BF6EC2B}" type="presParOf" srcId="{19DFAB67-8185-4A14-BF75-492800567ED0}" destId="{ED8DCEB3-FC00-4C2A-9670-4F6EE13DC687}" srcOrd="0" destOrd="0" presId="urn:microsoft.com/office/officeart/2018/2/layout/IconVerticalSolidList"/>
    <dgm:cxn modelId="{993FCA25-FE80-4DBE-83EA-E4C2C1B08FA0}" type="presParOf" srcId="{19DFAB67-8185-4A14-BF75-492800567ED0}" destId="{CF79C7CB-4045-4DB9-AD0D-CBBCDE6FE855}" srcOrd="1" destOrd="0" presId="urn:microsoft.com/office/officeart/2018/2/layout/IconVerticalSolidList"/>
    <dgm:cxn modelId="{5B3F3CAC-E286-4393-AB52-957587043A13}" type="presParOf" srcId="{19DFAB67-8185-4A14-BF75-492800567ED0}" destId="{6FE7372A-6C42-4FD8-B0FB-A423FB806E61}" srcOrd="2" destOrd="0" presId="urn:microsoft.com/office/officeart/2018/2/layout/IconVerticalSolidList"/>
    <dgm:cxn modelId="{EBDE1EFF-8181-4019-B01D-C44AFF9F75E4}" type="presParOf" srcId="{19DFAB67-8185-4A14-BF75-492800567ED0}" destId="{6FE5B9B6-376C-4754-AA41-2DB81CA02D49}" srcOrd="3" destOrd="0" presId="urn:microsoft.com/office/officeart/2018/2/layout/IconVerticalSolidList"/>
    <dgm:cxn modelId="{C67E682E-CD1F-4879-A78A-2B3029EEF460}" type="presParOf" srcId="{EC2C56EC-D4D8-4924-AF71-F77ACD2BF45E}" destId="{C891EB47-DA1E-42FA-A75D-1A89D778F518}" srcOrd="5" destOrd="0" presId="urn:microsoft.com/office/officeart/2018/2/layout/IconVerticalSolidList"/>
    <dgm:cxn modelId="{63B18E15-E53A-427D-A9F5-AAF77E4A69DC}" type="presParOf" srcId="{EC2C56EC-D4D8-4924-AF71-F77ACD2BF45E}" destId="{54A7B1BF-2D3F-4FA9-8945-76E2CA93478C}" srcOrd="6" destOrd="0" presId="urn:microsoft.com/office/officeart/2018/2/layout/IconVerticalSolidList"/>
    <dgm:cxn modelId="{DEFC138E-A813-447B-8B3C-8CA651E32404}" type="presParOf" srcId="{54A7B1BF-2D3F-4FA9-8945-76E2CA93478C}" destId="{E77D37AC-24BF-404D-AE35-28AC491E411E}" srcOrd="0" destOrd="0" presId="urn:microsoft.com/office/officeart/2018/2/layout/IconVerticalSolidList"/>
    <dgm:cxn modelId="{5F5E8A1E-EC45-4794-BC5F-6F720554479A}" type="presParOf" srcId="{54A7B1BF-2D3F-4FA9-8945-76E2CA93478C}" destId="{BC6807C0-A404-40F0-B114-83DD85A69A17}" srcOrd="1" destOrd="0" presId="urn:microsoft.com/office/officeart/2018/2/layout/IconVerticalSolidList"/>
    <dgm:cxn modelId="{758CDEB5-699C-45DF-A3D3-574BE2419067}" type="presParOf" srcId="{54A7B1BF-2D3F-4FA9-8945-76E2CA93478C}" destId="{9185AE31-D1D7-4CC9-94E9-66D4C3C3312C}" srcOrd="2" destOrd="0" presId="urn:microsoft.com/office/officeart/2018/2/layout/IconVerticalSolidList"/>
    <dgm:cxn modelId="{C378A478-E8C6-466C-BB01-CD3D447C7192}" type="presParOf" srcId="{54A7B1BF-2D3F-4FA9-8945-76E2CA93478C}" destId="{7F451A38-806C-48C1-967D-76B24F9A3C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00039F-C2C7-4119-B776-C98ADB2A02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AEB94D9-0CAA-42B1-BF70-14D48ADC5226}">
      <dgm:prSet/>
      <dgm:spPr/>
      <dgm:t>
        <a:bodyPr/>
        <a:lstStyle/>
        <a:p>
          <a:r>
            <a:rPr lang="en-US"/>
            <a:t>• Detailed changelog covers service updates, API changes, and bug fixes.</a:t>
          </a:r>
        </a:p>
      </dgm:t>
    </dgm:pt>
    <dgm:pt modelId="{840157BD-45B3-4FB7-85C7-2065299BDACE}" type="parTrans" cxnId="{F0333708-B807-46ED-9F42-B5EA89379406}">
      <dgm:prSet/>
      <dgm:spPr/>
      <dgm:t>
        <a:bodyPr/>
        <a:lstStyle/>
        <a:p>
          <a:endParaRPr lang="en-US"/>
        </a:p>
      </dgm:t>
    </dgm:pt>
    <dgm:pt modelId="{3E4ACBC4-0191-42A9-AD7A-09CED34C8417}" type="sibTrans" cxnId="{F0333708-B807-46ED-9F42-B5EA89379406}">
      <dgm:prSet/>
      <dgm:spPr/>
      <dgm:t>
        <a:bodyPr/>
        <a:lstStyle/>
        <a:p>
          <a:endParaRPr lang="en-US"/>
        </a:p>
      </dgm:t>
    </dgm:pt>
    <dgm:pt modelId="{03F2F7E0-3781-4287-B60F-E8DD3B0E869F}">
      <dgm:prSet/>
      <dgm:spPr/>
      <dgm:t>
        <a:bodyPr/>
        <a:lstStyle/>
        <a:p>
          <a:r>
            <a:rPr lang="en-US"/>
            <a:t>• Example: imagebuilder, ec2, s3 updates.</a:t>
          </a:r>
        </a:p>
      </dgm:t>
    </dgm:pt>
    <dgm:pt modelId="{F80E314A-9698-437A-BCD6-6EBD2B1FCEEF}" type="parTrans" cxnId="{92038B57-4405-4D8C-AEF8-91F441975FF3}">
      <dgm:prSet/>
      <dgm:spPr/>
      <dgm:t>
        <a:bodyPr/>
        <a:lstStyle/>
        <a:p>
          <a:endParaRPr lang="en-US"/>
        </a:p>
      </dgm:t>
    </dgm:pt>
    <dgm:pt modelId="{DAA2C159-DC5C-45EC-995B-800FE62484A1}" type="sibTrans" cxnId="{92038B57-4405-4D8C-AEF8-91F441975FF3}">
      <dgm:prSet/>
      <dgm:spPr/>
      <dgm:t>
        <a:bodyPr/>
        <a:lstStyle/>
        <a:p>
          <a:endParaRPr lang="en-US"/>
        </a:p>
      </dgm:t>
    </dgm:pt>
    <dgm:pt modelId="{16AB3668-F87A-4FF6-B9C9-C03145B09F20}">
      <dgm:prSet/>
      <dgm:spPr/>
      <dgm:t>
        <a:bodyPr/>
        <a:lstStyle/>
        <a:p>
          <a:r>
            <a:rPr lang="en-US"/>
            <a:t>• Stay updated for latest features.</a:t>
          </a:r>
        </a:p>
      </dgm:t>
    </dgm:pt>
    <dgm:pt modelId="{5C17082D-98BB-496A-AD35-16AB842F6F7C}" type="parTrans" cxnId="{ED595FAE-50A5-42D2-BD50-D0BF58EEE227}">
      <dgm:prSet/>
      <dgm:spPr/>
      <dgm:t>
        <a:bodyPr/>
        <a:lstStyle/>
        <a:p>
          <a:endParaRPr lang="en-US"/>
        </a:p>
      </dgm:t>
    </dgm:pt>
    <dgm:pt modelId="{5A210E99-353E-4F7F-9B83-39B301EB29D3}" type="sibTrans" cxnId="{ED595FAE-50A5-42D2-BD50-D0BF58EEE227}">
      <dgm:prSet/>
      <dgm:spPr/>
      <dgm:t>
        <a:bodyPr/>
        <a:lstStyle/>
        <a:p>
          <a:endParaRPr lang="en-US"/>
        </a:p>
      </dgm:t>
    </dgm:pt>
    <dgm:pt modelId="{FB7C1125-4282-460B-89E9-A53CCED8C274}" type="pres">
      <dgm:prSet presAssocID="{2300039F-C2C7-4119-B776-C98ADB2A0230}" presName="root" presStyleCnt="0">
        <dgm:presLayoutVars>
          <dgm:dir/>
          <dgm:resizeHandles val="exact"/>
        </dgm:presLayoutVars>
      </dgm:prSet>
      <dgm:spPr/>
    </dgm:pt>
    <dgm:pt modelId="{5F4AE876-A0B9-4229-B3F0-E82351541F00}" type="pres">
      <dgm:prSet presAssocID="{3AEB94D9-0CAA-42B1-BF70-14D48ADC5226}" presName="compNode" presStyleCnt="0"/>
      <dgm:spPr/>
    </dgm:pt>
    <dgm:pt modelId="{546D8860-F1EA-42FA-939F-2EA2D4F6B458}" type="pres">
      <dgm:prSet presAssocID="{3AEB94D9-0CAA-42B1-BF70-14D48ADC5226}" presName="bgRect" presStyleLbl="bgShp" presStyleIdx="0" presStyleCnt="3"/>
      <dgm:spPr/>
    </dgm:pt>
    <dgm:pt modelId="{DBA5D9C6-A9BA-4755-8388-F98E8CBFAAFB}" type="pres">
      <dgm:prSet presAssocID="{3AEB94D9-0CAA-42B1-BF70-14D48ADC52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9B9AFE15-711A-4A26-93F8-7B84CA9695C2}" type="pres">
      <dgm:prSet presAssocID="{3AEB94D9-0CAA-42B1-BF70-14D48ADC5226}" presName="spaceRect" presStyleCnt="0"/>
      <dgm:spPr/>
    </dgm:pt>
    <dgm:pt modelId="{E4059D91-B9CF-4581-9E82-538345E24170}" type="pres">
      <dgm:prSet presAssocID="{3AEB94D9-0CAA-42B1-BF70-14D48ADC5226}" presName="parTx" presStyleLbl="revTx" presStyleIdx="0" presStyleCnt="3">
        <dgm:presLayoutVars>
          <dgm:chMax val="0"/>
          <dgm:chPref val="0"/>
        </dgm:presLayoutVars>
      </dgm:prSet>
      <dgm:spPr/>
    </dgm:pt>
    <dgm:pt modelId="{A3BB2BD9-E315-4242-B15F-4CCB32E62072}" type="pres">
      <dgm:prSet presAssocID="{3E4ACBC4-0191-42A9-AD7A-09CED34C8417}" presName="sibTrans" presStyleCnt="0"/>
      <dgm:spPr/>
    </dgm:pt>
    <dgm:pt modelId="{D0488281-AF54-45C1-B631-834C67946AE2}" type="pres">
      <dgm:prSet presAssocID="{03F2F7E0-3781-4287-B60F-E8DD3B0E869F}" presName="compNode" presStyleCnt="0"/>
      <dgm:spPr/>
    </dgm:pt>
    <dgm:pt modelId="{D16E0A79-7479-4639-8411-10D2D81424A1}" type="pres">
      <dgm:prSet presAssocID="{03F2F7E0-3781-4287-B60F-E8DD3B0E869F}" presName="bgRect" presStyleLbl="bgShp" presStyleIdx="1" presStyleCnt="3"/>
      <dgm:spPr/>
    </dgm:pt>
    <dgm:pt modelId="{B6338D18-5CD9-44AC-9238-A9687D492C77}" type="pres">
      <dgm:prSet presAssocID="{03F2F7E0-3781-4287-B60F-E8DD3B0E86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AA53DF3-42B9-41C2-9775-3959BD6D377A}" type="pres">
      <dgm:prSet presAssocID="{03F2F7E0-3781-4287-B60F-E8DD3B0E869F}" presName="spaceRect" presStyleCnt="0"/>
      <dgm:spPr/>
    </dgm:pt>
    <dgm:pt modelId="{B9E5F44E-3593-4B3A-BC0E-A050DE03716B}" type="pres">
      <dgm:prSet presAssocID="{03F2F7E0-3781-4287-B60F-E8DD3B0E869F}" presName="parTx" presStyleLbl="revTx" presStyleIdx="1" presStyleCnt="3">
        <dgm:presLayoutVars>
          <dgm:chMax val="0"/>
          <dgm:chPref val="0"/>
        </dgm:presLayoutVars>
      </dgm:prSet>
      <dgm:spPr/>
    </dgm:pt>
    <dgm:pt modelId="{635FAEB4-0A72-4A8B-B814-C85113DEDEE3}" type="pres">
      <dgm:prSet presAssocID="{DAA2C159-DC5C-45EC-995B-800FE62484A1}" presName="sibTrans" presStyleCnt="0"/>
      <dgm:spPr/>
    </dgm:pt>
    <dgm:pt modelId="{042CDD67-5721-4264-AED5-C3760E68182C}" type="pres">
      <dgm:prSet presAssocID="{16AB3668-F87A-4FF6-B9C9-C03145B09F20}" presName="compNode" presStyleCnt="0"/>
      <dgm:spPr/>
    </dgm:pt>
    <dgm:pt modelId="{0EF81834-6C02-4F4C-9222-00B3941BFE17}" type="pres">
      <dgm:prSet presAssocID="{16AB3668-F87A-4FF6-B9C9-C03145B09F20}" presName="bgRect" presStyleLbl="bgShp" presStyleIdx="2" presStyleCnt="3"/>
      <dgm:spPr/>
    </dgm:pt>
    <dgm:pt modelId="{D2E252F9-C04A-48D1-A51E-5918D5E8B7E8}" type="pres">
      <dgm:prSet presAssocID="{16AB3668-F87A-4FF6-B9C9-C03145B09F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E29F3A79-5A02-49E9-BCB2-0551C26CE9F9}" type="pres">
      <dgm:prSet presAssocID="{16AB3668-F87A-4FF6-B9C9-C03145B09F20}" presName="spaceRect" presStyleCnt="0"/>
      <dgm:spPr/>
    </dgm:pt>
    <dgm:pt modelId="{4D879096-84F6-4E94-B55C-8D5255153ABE}" type="pres">
      <dgm:prSet presAssocID="{16AB3668-F87A-4FF6-B9C9-C03145B09F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C10FE00-749A-4DA7-90FA-3A2F51BF6C31}" type="presOf" srcId="{3AEB94D9-0CAA-42B1-BF70-14D48ADC5226}" destId="{E4059D91-B9CF-4581-9E82-538345E24170}" srcOrd="0" destOrd="0" presId="urn:microsoft.com/office/officeart/2018/2/layout/IconVerticalSolidList"/>
    <dgm:cxn modelId="{F0333708-B807-46ED-9F42-B5EA89379406}" srcId="{2300039F-C2C7-4119-B776-C98ADB2A0230}" destId="{3AEB94D9-0CAA-42B1-BF70-14D48ADC5226}" srcOrd="0" destOrd="0" parTransId="{840157BD-45B3-4FB7-85C7-2065299BDACE}" sibTransId="{3E4ACBC4-0191-42A9-AD7A-09CED34C8417}"/>
    <dgm:cxn modelId="{D642AD6F-E938-4EC2-9FA6-CD93944CD84A}" type="presOf" srcId="{2300039F-C2C7-4119-B776-C98ADB2A0230}" destId="{FB7C1125-4282-460B-89E9-A53CCED8C274}" srcOrd="0" destOrd="0" presId="urn:microsoft.com/office/officeart/2018/2/layout/IconVerticalSolidList"/>
    <dgm:cxn modelId="{92038B57-4405-4D8C-AEF8-91F441975FF3}" srcId="{2300039F-C2C7-4119-B776-C98ADB2A0230}" destId="{03F2F7E0-3781-4287-B60F-E8DD3B0E869F}" srcOrd="1" destOrd="0" parTransId="{F80E314A-9698-437A-BCD6-6EBD2B1FCEEF}" sibTransId="{DAA2C159-DC5C-45EC-995B-800FE62484A1}"/>
    <dgm:cxn modelId="{DA71A957-9E2A-4669-87BC-6F76E5817BA4}" type="presOf" srcId="{03F2F7E0-3781-4287-B60F-E8DD3B0E869F}" destId="{B9E5F44E-3593-4B3A-BC0E-A050DE03716B}" srcOrd="0" destOrd="0" presId="urn:microsoft.com/office/officeart/2018/2/layout/IconVerticalSolidList"/>
    <dgm:cxn modelId="{CDF4D392-C31F-4F04-9BEC-53679733AD71}" type="presOf" srcId="{16AB3668-F87A-4FF6-B9C9-C03145B09F20}" destId="{4D879096-84F6-4E94-B55C-8D5255153ABE}" srcOrd="0" destOrd="0" presId="urn:microsoft.com/office/officeart/2018/2/layout/IconVerticalSolidList"/>
    <dgm:cxn modelId="{ED595FAE-50A5-42D2-BD50-D0BF58EEE227}" srcId="{2300039F-C2C7-4119-B776-C98ADB2A0230}" destId="{16AB3668-F87A-4FF6-B9C9-C03145B09F20}" srcOrd="2" destOrd="0" parTransId="{5C17082D-98BB-496A-AD35-16AB842F6F7C}" sibTransId="{5A210E99-353E-4F7F-9B83-39B301EB29D3}"/>
    <dgm:cxn modelId="{C4C2004A-A92C-4850-A400-7E3A1983BF8D}" type="presParOf" srcId="{FB7C1125-4282-460B-89E9-A53CCED8C274}" destId="{5F4AE876-A0B9-4229-B3F0-E82351541F00}" srcOrd="0" destOrd="0" presId="urn:microsoft.com/office/officeart/2018/2/layout/IconVerticalSolidList"/>
    <dgm:cxn modelId="{7F584555-8A04-4832-BD6A-F69CA4C0386D}" type="presParOf" srcId="{5F4AE876-A0B9-4229-B3F0-E82351541F00}" destId="{546D8860-F1EA-42FA-939F-2EA2D4F6B458}" srcOrd="0" destOrd="0" presId="urn:microsoft.com/office/officeart/2018/2/layout/IconVerticalSolidList"/>
    <dgm:cxn modelId="{B11B3469-8B54-4B90-9CF3-1AB38DC1AA98}" type="presParOf" srcId="{5F4AE876-A0B9-4229-B3F0-E82351541F00}" destId="{DBA5D9C6-A9BA-4755-8388-F98E8CBFAAFB}" srcOrd="1" destOrd="0" presId="urn:microsoft.com/office/officeart/2018/2/layout/IconVerticalSolidList"/>
    <dgm:cxn modelId="{D08D0849-9F2B-4846-A8DD-3366BA5FFAA2}" type="presParOf" srcId="{5F4AE876-A0B9-4229-B3F0-E82351541F00}" destId="{9B9AFE15-711A-4A26-93F8-7B84CA9695C2}" srcOrd="2" destOrd="0" presId="urn:microsoft.com/office/officeart/2018/2/layout/IconVerticalSolidList"/>
    <dgm:cxn modelId="{10EC34EC-A782-4A0B-8FD8-F43757BAAB18}" type="presParOf" srcId="{5F4AE876-A0B9-4229-B3F0-E82351541F00}" destId="{E4059D91-B9CF-4581-9E82-538345E24170}" srcOrd="3" destOrd="0" presId="urn:microsoft.com/office/officeart/2018/2/layout/IconVerticalSolidList"/>
    <dgm:cxn modelId="{DEE42657-5CAA-48C8-BF60-1AC082ABC78F}" type="presParOf" srcId="{FB7C1125-4282-460B-89E9-A53CCED8C274}" destId="{A3BB2BD9-E315-4242-B15F-4CCB32E62072}" srcOrd="1" destOrd="0" presId="urn:microsoft.com/office/officeart/2018/2/layout/IconVerticalSolidList"/>
    <dgm:cxn modelId="{DCB0B604-A2B7-4338-8552-1F83E32074C9}" type="presParOf" srcId="{FB7C1125-4282-460B-89E9-A53CCED8C274}" destId="{D0488281-AF54-45C1-B631-834C67946AE2}" srcOrd="2" destOrd="0" presId="urn:microsoft.com/office/officeart/2018/2/layout/IconVerticalSolidList"/>
    <dgm:cxn modelId="{7FA176EA-6563-41C2-978D-5B1E0DD0A552}" type="presParOf" srcId="{D0488281-AF54-45C1-B631-834C67946AE2}" destId="{D16E0A79-7479-4639-8411-10D2D81424A1}" srcOrd="0" destOrd="0" presId="urn:microsoft.com/office/officeart/2018/2/layout/IconVerticalSolidList"/>
    <dgm:cxn modelId="{C17B9A32-80C3-49EF-84ED-273FE8FC63ED}" type="presParOf" srcId="{D0488281-AF54-45C1-B631-834C67946AE2}" destId="{B6338D18-5CD9-44AC-9238-A9687D492C77}" srcOrd="1" destOrd="0" presId="urn:microsoft.com/office/officeart/2018/2/layout/IconVerticalSolidList"/>
    <dgm:cxn modelId="{375A9EA6-3AF9-4B93-BE47-4BBA34257C84}" type="presParOf" srcId="{D0488281-AF54-45C1-B631-834C67946AE2}" destId="{9AA53DF3-42B9-41C2-9775-3959BD6D377A}" srcOrd="2" destOrd="0" presId="urn:microsoft.com/office/officeart/2018/2/layout/IconVerticalSolidList"/>
    <dgm:cxn modelId="{82056F95-5C94-49F8-95AE-E52450FEC345}" type="presParOf" srcId="{D0488281-AF54-45C1-B631-834C67946AE2}" destId="{B9E5F44E-3593-4B3A-BC0E-A050DE03716B}" srcOrd="3" destOrd="0" presId="urn:microsoft.com/office/officeart/2018/2/layout/IconVerticalSolidList"/>
    <dgm:cxn modelId="{8DEFF13E-6C46-4355-B74A-84DE82EA4138}" type="presParOf" srcId="{FB7C1125-4282-460B-89E9-A53CCED8C274}" destId="{635FAEB4-0A72-4A8B-B814-C85113DEDEE3}" srcOrd="3" destOrd="0" presId="urn:microsoft.com/office/officeart/2018/2/layout/IconVerticalSolidList"/>
    <dgm:cxn modelId="{D8C008E2-3C0A-4580-A43A-6D42340D8772}" type="presParOf" srcId="{FB7C1125-4282-460B-89E9-A53CCED8C274}" destId="{042CDD67-5721-4264-AED5-C3760E68182C}" srcOrd="4" destOrd="0" presId="urn:microsoft.com/office/officeart/2018/2/layout/IconVerticalSolidList"/>
    <dgm:cxn modelId="{0A9B89BE-B272-4A4D-9D96-283F89CBBA4D}" type="presParOf" srcId="{042CDD67-5721-4264-AED5-C3760E68182C}" destId="{0EF81834-6C02-4F4C-9222-00B3941BFE17}" srcOrd="0" destOrd="0" presId="urn:microsoft.com/office/officeart/2018/2/layout/IconVerticalSolidList"/>
    <dgm:cxn modelId="{2D108EE4-3B5D-4A26-97CB-FF7A8380537A}" type="presParOf" srcId="{042CDD67-5721-4264-AED5-C3760E68182C}" destId="{D2E252F9-C04A-48D1-A51E-5918D5E8B7E8}" srcOrd="1" destOrd="0" presId="urn:microsoft.com/office/officeart/2018/2/layout/IconVerticalSolidList"/>
    <dgm:cxn modelId="{A08C2D44-0C5F-4D66-BB8C-C2E2FA6F889E}" type="presParOf" srcId="{042CDD67-5721-4264-AED5-C3760E68182C}" destId="{E29F3A79-5A02-49E9-BCB2-0551C26CE9F9}" srcOrd="2" destOrd="0" presId="urn:microsoft.com/office/officeart/2018/2/layout/IconVerticalSolidList"/>
    <dgm:cxn modelId="{AA6571DB-5F5D-4543-97F8-3389F5166755}" type="presParOf" srcId="{042CDD67-5721-4264-AED5-C3760E68182C}" destId="{4D879096-84F6-4E94-B55C-8D5255153A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AE624F-7456-47AA-A4ED-CA19C8CDDA8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087E3AF-3FD1-4ED5-A5C8-0875BD44D3D4}">
      <dgm:prSet/>
      <dgm:spPr/>
      <dgm:t>
        <a:bodyPr/>
        <a:lstStyle/>
        <a:p>
          <a:pPr>
            <a:defRPr cap="all"/>
          </a:pPr>
          <a:r>
            <a:rPr lang="en-US"/>
            <a:t>• Includes new parameters, APIs, and bug fixes.</a:t>
          </a:r>
        </a:p>
      </dgm:t>
    </dgm:pt>
    <dgm:pt modelId="{4136CAAC-44EF-40CF-8DD5-45D18E54B534}" type="parTrans" cxnId="{7C8B85D4-1279-4693-82A4-C1D68D7B0208}">
      <dgm:prSet/>
      <dgm:spPr/>
      <dgm:t>
        <a:bodyPr/>
        <a:lstStyle/>
        <a:p>
          <a:endParaRPr lang="en-US"/>
        </a:p>
      </dgm:t>
    </dgm:pt>
    <dgm:pt modelId="{B64B17C4-2869-49BB-82A1-566D26D39CC0}" type="sibTrans" cxnId="{7C8B85D4-1279-4693-82A4-C1D68D7B0208}">
      <dgm:prSet/>
      <dgm:spPr/>
      <dgm:t>
        <a:bodyPr/>
        <a:lstStyle/>
        <a:p>
          <a:endParaRPr lang="en-US"/>
        </a:p>
      </dgm:t>
    </dgm:pt>
    <dgm:pt modelId="{39E8CD95-61C5-4BF9-8C58-10EF37FBB285}">
      <dgm:prSet/>
      <dgm:spPr/>
      <dgm:t>
        <a:bodyPr/>
        <a:lstStyle/>
        <a:p>
          <a:pPr>
            <a:defRPr cap="all"/>
          </a:pPr>
          <a:r>
            <a:rPr lang="en-US"/>
            <a:t>• Always test scripts before upgrading.</a:t>
          </a:r>
        </a:p>
      </dgm:t>
    </dgm:pt>
    <dgm:pt modelId="{8FD0E8DC-7658-4624-A188-30A6FC41B635}" type="parTrans" cxnId="{80154CD1-933A-4299-BF52-B01450050F10}">
      <dgm:prSet/>
      <dgm:spPr/>
      <dgm:t>
        <a:bodyPr/>
        <a:lstStyle/>
        <a:p>
          <a:endParaRPr lang="en-US"/>
        </a:p>
      </dgm:t>
    </dgm:pt>
    <dgm:pt modelId="{844CCF04-8510-4B49-B53F-7D5A6ED6A84F}" type="sibTrans" cxnId="{80154CD1-933A-4299-BF52-B01450050F10}">
      <dgm:prSet/>
      <dgm:spPr/>
      <dgm:t>
        <a:bodyPr/>
        <a:lstStyle/>
        <a:p>
          <a:endParaRPr lang="en-US"/>
        </a:p>
      </dgm:t>
    </dgm:pt>
    <dgm:pt modelId="{EEF84F23-8B6C-4BEF-B8FB-AAD27777F69D}">
      <dgm:prSet/>
      <dgm:spPr/>
      <dgm:t>
        <a:bodyPr/>
        <a:lstStyle/>
        <a:p>
          <a:pPr>
            <a:defRPr cap="all"/>
          </a:pPr>
          <a:r>
            <a:rPr lang="en-US"/>
            <a:t>• Check current version: aws --version</a:t>
          </a:r>
        </a:p>
      </dgm:t>
    </dgm:pt>
    <dgm:pt modelId="{FB063ED4-CB38-4E81-B02F-453DB2637272}" type="parTrans" cxnId="{01CEB432-1C86-4BA5-A97B-DB54255E5318}">
      <dgm:prSet/>
      <dgm:spPr/>
      <dgm:t>
        <a:bodyPr/>
        <a:lstStyle/>
        <a:p>
          <a:endParaRPr lang="en-US"/>
        </a:p>
      </dgm:t>
    </dgm:pt>
    <dgm:pt modelId="{69397E27-3ADF-4BD6-9587-857F31847014}" type="sibTrans" cxnId="{01CEB432-1C86-4BA5-A97B-DB54255E5318}">
      <dgm:prSet/>
      <dgm:spPr/>
      <dgm:t>
        <a:bodyPr/>
        <a:lstStyle/>
        <a:p>
          <a:endParaRPr lang="en-US"/>
        </a:p>
      </dgm:t>
    </dgm:pt>
    <dgm:pt modelId="{7F314069-9368-469E-9671-928909BA34CD}" type="pres">
      <dgm:prSet presAssocID="{2AAE624F-7456-47AA-A4ED-CA19C8CDDA8A}" presName="root" presStyleCnt="0">
        <dgm:presLayoutVars>
          <dgm:dir/>
          <dgm:resizeHandles val="exact"/>
        </dgm:presLayoutVars>
      </dgm:prSet>
      <dgm:spPr/>
    </dgm:pt>
    <dgm:pt modelId="{5169F2B6-4E77-4D4E-B02A-4398CFCD758B}" type="pres">
      <dgm:prSet presAssocID="{E087E3AF-3FD1-4ED5-A5C8-0875BD44D3D4}" presName="compNode" presStyleCnt="0"/>
      <dgm:spPr/>
    </dgm:pt>
    <dgm:pt modelId="{0A5DE963-6B96-4E2D-8D48-332AAADCA9E9}" type="pres">
      <dgm:prSet presAssocID="{E087E3AF-3FD1-4ED5-A5C8-0875BD44D3D4}" presName="iconBgRect" presStyleLbl="bgShp" presStyleIdx="0" presStyleCnt="3"/>
      <dgm:spPr/>
    </dgm:pt>
    <dgm:pt modelId="{39F8E9C5-962A-41D5-9F44-0DB8B4246CAB}" type="pres">
      <dgm:prSet presAssocID="{E087E3AF-3FD1-4ED5-A5C8-0875BD44D3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C02E5AD3-1701-4948-926D-D943BBBC7111}" type="pres">
      <dgm:prSet presAssocID="{E087E3AF-3FD1-4ED5-A5C8-0875BD44D3D4}" presName="spaceRect" presStyleCnt="0"/>
      <dgm:spPr/>
    </dgm:pt>
    <dgm:pt modelId="{C291FD5B-5D67-4394-B575-950F0956116C}" type="pres">
      <dgm:prSet presAssocID="{E087E3AF-3FD1-4ED5-A5C8-0875BD44D3D4}" presName="textRect" presStyleLbl="revTx" presStyleIdx="0" presStyleCnt="3">
        <dgm:presLayoutVars>
          <dgm:chMax val="1"/>
          <dgm:chPref val="1"/>
        </dgm:presLayoutVars>
      </dgm:prSet>
      <dgm:spPr/>
    </dgm:pt>
    <dgm:pt modelId="{C4AAEEAF-A288-40EF-93B4-A0A1A962A71B}" type="pres">
      <dgm:prSet presAssocID="{B64B17C4-2869-49BB-82A1-566D26D39CC0}" presName="sibTrans" presStyleCnt="0"/>
      <dgm:spPr/>
    </dgm:pt>
    <dgm:pt modelId="{1BE06EAA-585D-4DD3-8209-2C8E6A53726A}" type="pres">
      <dgm:prSet presAssocID="{39E8CD95-61C5-4BF9-8C58-10EF37FBB285}" presName="compNode" presStyleCnt="0"/>
      <dgm:spPr/>
    </dgm:pt>
    <dgm:pt modelId="{D5CA24DC-4C37-4D82-BFDE-FA4EFDC9CA01}" type="pres">
      <dgm:prSet presAssocID="{39E8CD95-61C5-4BF9-8C58-10EF37FBB285}" presName="iconBgRect" presStyleLbl="bgShp" presStyleIdx="1" presStyleCnt="3"/>
      <dgm:spPr/>
    </dgm:pt>
    <dgm:pt modelId="{18DC3ED6-8CB9-46E9-BF17-48A69A4FA5DB}" type="pres">
      <dgm:prSet presAssocID="{39E8CD95-61C5-4BF9-8C58-10EF37FBB2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AFE9274-8026-49F3-B327-1C917398D3E9}" type="pres">
      <dgm:prSet presAssocID="{39E8CD95-61C5-4BF9-8C58-10EF37FBB285}" presName="spaceRect" presStyleCnt="0"/>
      <dgm:spPr/>
    </dgm:pt>
    <dgm:pt modelId="{D4911E0F-2FCE-41B3-BCE3-30D0B763AD35}" type="pres">
      <dgm:prSet presAssocID="{39E8CD95-61C5-4BF9-8C58-10EF37FBB285}" presName="textRect" presStyleLbl="revTx" presStyleIdx="1" presStyleCnt="3">
        <dgm:presLayoutVars>
          <dgm:chMax val="1"/>
          <dgm:chPref val="1"/>
        </dgm:presLayoutVars>
      </dgm:prSet>
      <dgm:spPr/>
    </dgm:pt>
    <dgm:pt modelId="{67CB7D8B-FEB8-4A0F-B249-09A49AD1E52A}" type="pres">
      <dgm:prSet presAssocID="{844CCF04-8510-4B49-B53F-7D5A6ED6A84F}" presName="sibTrans" presStyleCnt="0"/>
      <dgm:spPr/>
    </dgm:pt>
    <dgm:pt modelId="{00B236B7-9702-406A-9C1F-9205B6238D3D}" type="pres">
      <dgm:prSet presAssocID="{EEF84F23-8B6C-4BEF-B8FB-AAD27777F69D}" presName="compNode" presStyleCnt="0"/>
      <dgm:spPr/>
    </dgm:pt>
    <dgm:pt modelId="{2B43E80C-2538-4C5D-A14C-8B83236A8BBF}" type="pres">
      <dgm:prSet presAssocID="{EEF84F23-8B6C-4BEF-B8FB-AAD27777F69D}" presName="iconBgRect" presStyleLbl="bgShp" presStyleIdx="2" presStyleCnt="3"/>
      <dgm:spPr/>
    </dgm:pt>
    <dgm:pt modelId="{D620AD5E-BD9F-4293-8B81-5A2FDAB267CB}" type="pres">
      <dgm:prSet presAssocID="{EEF84F23-8B6C-4BEF-B8FB-AAD27777F6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10567D3-D3DB-4771-B26B-5BCA73190800}" type="pres">
      <dgm:prSet presAssocID="{EEF84F23-8B6C-4BEF-B8FB-AAD27777F69D}" presName="spaceRect" presStyleCnt="0"/>
      <dgm:spPr/>
    </dgm:pt>
    <dgm:pt modelId="{35A4BDA1-EC20-460F-9976-0709BA1FF474}" type="pres">
      <dgm:prSet presAssocID="{EEF84F23-8B6C-4BEF-B8FB-AAD27777F6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1CEB432-1C86-4BA5-A97B-DB54255E5318}" srcId="{2AAE624F-7456-47AA-A4ED-CA19C8CDDA8A}" destId="{EEF84F23-8B6C-4BEF-B8FB-AAD27777F69D}" srcOrd="2" destOrd="0" parTransId="{FB063ED4-CB38-4E81-B02F-453DB2637272}" sibTransId="{69397E27-3ADF-4BD6-9587-857F31847014}"/>
    <dgm:cxn modelId="{3F5EA242-EBF9-4BEC-A430-67C7CA16466E}" type="presOf" srcId="{2AAE624F-7456-47AA-A4ED-CA19C8CDDA8A}" destId="{7F314069-9368-469E-9671-928909BA34CD}" srcOrd="0" destOrd="0" presId="urn:microsoft.com/office/officeart/2018/5/layout/IconCircleLabelList"/>
    <dgm:cxn modelId="{6341BA9B-E14F-4C49-B124-CC0FE0DAF3DA}" type="presOf" srcId="{EEF84F23-8B6C-4BEF-B8FB-AAD27777F69D}" destId="{35A4BDA1-EC20-460F-9976-0709BA1FF474}" srcOrd="0" destOrd="0" presId="urn:microsoft.com/office/officeart/2018/5/layout/IconCircleLabelList"/>
    <dgm:cxn modelId="{9F5174B6-D6C1-4558-961E-00EE6547BE01}" type="presOf" srcId="{39E8CD95-61C5-4BF9-8C58-10EF37FBB285}" destId="{D4911E0F-2FCE-41B3-BCE3-30D0B763AD35}" srcOrd="0" destOrd="0" presId="urn:microsoft.com/office/officeart/2018/5/layout/IconCircleLabelList"/>
    <dgm:cxn modelId="{80154CD1-933A-4299-BF52-B01450050F10}" srcId="{2AAE624F-7456-47AA-A4ED-CA19C8CDDA8A}" destId="{39E8CD95-61C5-4BF9-8C58-10EF37FBB285}" srcOrd="1" destOrd="0" parTransId="{8FD0E8DC-7658-4624-A188-30A6FC41B635}" sibTransId="{844CCF04-8510-4B49-B53F-7D5A6ED6A84F}"/>
    <dgm:cxn modelId="{7C8B85D4-1279-4693-82A4-C1D68D7B0208}" srcId="{2AAE624F-7456-47AA-A4ED-CA19C8CDDA8A}" destId="{E087E3AF-3FD1-4ED5-A5C8-0875BD44D3D4}" srcOrd="0" destOrd="0" parTransId="{4136CAAC-44EF-40CF-8DD5-45D18E54B534}" sibTransId="{B64B17C4-2869-49BB-82A1-566D26D39CC0}"/>
    <dgm:cxn modelId="{3C7633E2-60EE-42CC-AE17-B893FEA26F60}" type="presOf" srcId="{E087E3AF-3FD1-4ED5-A5C8-0875BD44D3D4}" destId="{C291FD5B-5D67-4394-B575-950F0956116C}" srcOrd="0" destOrd="0" presId="urn:microsoft.com/office/officeart/2018/5/layout/IconCircleLabelList"/>
    <dgm:cxn modelId="{18CEF592-1E0E-4FAC-A86A-E86CD5FA5E11}" type="presParOf" srcId="{7F314069-9368-469E-9671-928909BA34CD}" destId="{5169F2B6-4E77-4D4E-B02A-4398CFCD758B}" srcOrd="0" destOrd="0" presId="urn:microsoft.com/office/officeart/2018/5/layout/IconCircleLabelList"/>
    <dgm:cxn modelId="{862981B3-3714-4398-B5DD-1838CBE09933}" type="presParOf" srcId="{5169F2B6-4E77-4D4E-B02A-4398CFCD758B}" destId="{0A5DE963-6B96-4E2D-8D48-332AAADCA9E9}" srcOrd="0" destOrd="0" presId="urn:microsoft.com/office/officeart/2018/5/layout/IconCircleLabelList"/>
    <dgm:cxn modelId="{1630B154-A1DE-408A-AEBC-5F00BFE54644}" type="presParOf" srcId="{5169F2B6-4E77-4D4E-B02A-4398CFCD758B}" destId="{39F8E9C5-962A-41D5-9F44-0DB8B4246CAB}" srcOrd="1" destOrd="0" presId="urn:microsoft.com/office/officeart/2018/5/layout/IconCircleLabelList"/>
    <dgm:cxn modelId="{F62C4434-2E52-4168-96CA-9DEE927E6C32}" type="presParOf" srcId="{5169F2B6-4E77-4D4E-B02A-4398CFCD758B}" destId="{C02E5AD3-1701-4948-926D-D943BBBC7111}" srcOrd="2" destOrd="0" presId="urn:microsoft.com/office/officeart/2018/5/layout/IconCircleLabelList"/>
    <dgm:cxn modelId="{67C6615B-B5DB-490D-93E1-9ADCD777A799}" type="presParOf" srcId="{5169F2B6-4E77-4D4E-B02A-4398CFCD758B}" destId="{C291FD5B-5D67-4394-B575-950F0956116C}" srcOrd="3" destOrd="0" presId="urn:microsoft.com/office/officeart/2018/5/layout/IconCircleLabelList"/>
    <dgm:cxn modelId="{F0C79550-5DE8-412B-A021-0E9FFC4742F8}" type="presParOf" srcId="{7F314069-9368-469E-9671-928909BA34CD}" destId="{C4AAEEAF-A288-40EF-93B4-A0A1A962A71B}" srcOrd="1" destOrd="0" presId="urn:microsoft.com/office/officeart/2018/5/layout/IconCircleLabelList"/>
    <dgm:cxn modelId="{866C93A0-B498-4209-99E6-86E22809853D}" type="presParOf" srcId="{7F314069-9368-469E-9671-928909BA34CD}" destId="{1BE06EAA-585D-4DD3-8209-2C8E6A53726A}" srcOrd="2" destOrd="0" presId="urn:microsoft.com/office/officeart/2018/5/layout/IconCircleLabelList"/>
    <dgm:cxn modelId="{DB0C4152-4E6D-46B2-AE58-46FEEAF80D68}" type="presParOf" srcId="{1BE06EAA-585D-4DD3-8209-2C8E6A53726A}" destId="{D5CA24DC-4C37-4D82-BFDE-FA4EFDC9CA01}" srcOrd="0" destOrd="0" presId="urn:microsoft.com/office/officeart/2018/5/layout/IconCircleLabelList"/>
    <dgm:cxn modelId="{54745591-ADC2-4ADE-8981-1B16686D0AC3}" type="presParOf" srcId="{1BE06EAA-585D-4DD3-8209-2C8E6A53726A}" destId="{18DC3ED6-8CB9-46E9-BF17-48A69A4FA5DB}" srcOrd="1" destOrd="0" presId="urn:microsoft.com/office/officeart/2018/5/layout/IconCircleLabelList"/>
    <dgm:cxn modelId="{5AEBCF37-8B59-4E5C-9DC6-F192C72C287E}" type="presParOf" srcId="{1BE06EAA-585D-4DD3-8209-2C8E6A53726A}" destId="{5AFE9274-8026-49F3-B327-1C917398D3E9}" srcOrd="2" destOrd="0" presId="urn:microsoft.com/office/officeart/2018/5/layout/IconCircleLabelList"/>
    <dgm:cxn modelId="{E1D3E81F-B5F9-4CCA-8A32-028B8E5EFA31}" type="presParOf" srcId="{1BE06EAA-585D-4DD3-8209-2C8E6A53726A}" destId="{D4911E0F-2FCE-41B3-BCE3-30D0B763AD35}" srcOrd="3" destOrd="0" presId="urn:microsoft.com/office/officeart/2018/5/layout/IconCircleLabelList"/>
    <dgm:cxn modelId="{C861B4E8-1E85-4ECA-B111-19EFDBC1EC94}" type="presParOf" srcId="{7F314069-9368-469E-9671-928909BA34CD}" destId="{67CB7D8B-FEB8-4A0F-B249-09A49AD1E52A}" srcOrd="3" destOrd="0" presId="urn:microsoft.com/office/officeart/2018/5/layout/IconCircleLabelList"/>
    <dgm:cxn modelId="{23366A55-ADE4-4F1F-BF59-B2573ECA9239}" type="presParOf" srcId="{7F314069-9368-469E-9671-928909BA34CD}" destId="{00B236B7-9702-406A-9C1F-9205B6238D3D}" srcOrd="4" destOrd="0" presId="urn:microsoft.com/office/officeart/2018/5/layout/IconCircleLabelList"/>
    <dgm:cxn modelId="{3BA77F57-BD52-429B-A02B-E24DB9691DB1}" type="presParOf" srcId="{00B236B7-9702-406A-9C1F-9205B6238D3D}" destId="{2B43E80C-2538-4C5D-A14C-8B83236A8BBF}" srcOrd="0" destOrd="0" presId="urn:microsoft.com/office/officeart/2018/5/layout/IconCircleLabelList"/>
    <dgm:cxn modelId="{02F85DC8-F9BF-4C60-95B6-357C77543417}" type="presParOf" srcId="{00B236B7-9702-406A-9C1F-9205B6238D3D}" destId="{D620AD5E-BD9F-4293-8B81-5A2FDAB267CB}" srcOrd="1" destOrd="0" presId="urn:microsoft.com/office/officeart/2018/5/layout/IconCircleLabelList"/>
    <dgm:cxn modelId="{9C2C55AD-ED9B-4082-910E-523DE7257215}" type="presParOf" srcId="{00B236B7-9702-406A-9C1F-9205B6238D3D}" destId="{610567D3-D3DB-4771-B26B-5BCA73190800}" srcOrd="2" destOrd="0" presId="urn:microsoft.com/office/officeart/2018/5/layout/IconCircleLabelList"/>
    <dgm:cxn modelId="{2B5E442A-70F4-4679-81EB-FAB8BC5DDD0D}" type="presParOf" srcId="{00B236B7-9702-406A-9C1F-9205B6238D3D}" destId="{35A4BDA1-EC20-460F-9976-0709BA1FF47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B32101-908C-4BED-BA7F-B26F4C6EBA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C9DB5C-1332-47E4-B906-A52626BA870B}">
      <dgm:prSet/>
      <dgm:spPr/>
      <dgm:t>
        <a:bodyPr/>
        <a:lstStyle/>
        <a:p>
          <a:r>
            <a:rPr lang="en-US"/>
            <a:t>• Documentation and examples on AWS CLI User Guide.</a:t>
          </a:r>
        </a:p>
      </dgm:t>
    </dgm:pt>
    <dgm:pt modelId="{B90A1E56-EF74-4663-B0F5-6D9140CAB269}" type="parTrans" cxnId="{4308E509-D526-4D84-A57F-FC64919479DB}">
      <dgm:prSet/>
      <dgm:spPr/>
      <dgm:t>
        <a:bodyPr/>
        <a:lstStyle/>
        <a:p>
          <a:endParaRPr lang="en-US"/>
        </a:p>
      </dgm:t>
    </dgm:pt>
    <dgm:pt modelId="{38AD9290-BE2A-4AC0-A712-FF36E68CFD38}" type="sibTrans" cxnId="{4308E509-D526-4D84-A57F-FC64919479DB}">
      <dgm:prSet/>
      <dgm:spPr/>
      <dgm:t>
        <a:bodyPr/>
        <a:lstStyle/>
        <a:p>
          <a:endParaRPr lang="en-US"/>
        </a:p>
      </dgm:t>
    </dgm:pt>
    <dgm:pt modelId="{6B6D9677-44E6-4125-8C8D-3E9BED318457}">
      <dgm:prSet/>
      <dgm:spPr/>
      <dgm:t>
        <a:bodyPr/>
        <a:lstStyle/>
        <a:p>
          <a:r>
            <a:rPr lang="en-US"/>
            <a:t>• Access GitHub repo, SDKs, and tools reference.</a:t>
          </a:r>
        </a:p>
      </dgm:t>
    </dgm:pt>
    <dgm:pt modelId="{21382DF0-6DFC-4BAB-9612-7D6589F5C414}" type="parTrans" cxnId="{CCDB7BDA-2033-4BAF-A33B-CC46E1554A53}">
      <dgm:prSet/>
      <dgm:spPr/>
      <dgm:t>
        <a:bodyPr/>
        <a:lstStyle/>
        <a:p>
          <a:endParaRPr lang="en-US"/>
        </a:p>
      </dgm:t>
    </dgm:pt>
    <dgm:pt modelId="{772C358D-86DC-4CB9-B728-B08423D3932E}" type="sibTrans" cxnId="{CCDB7BDA-2033-4BAF-A33B-CC46E1554A53}">
      <dgm:prSet/>
      <dgm:spPr/>
      <dgm:t>
        <a:bodyPr/>
        <a:lstStyle/>
        <a:p>
          <a:endParaRPr lang="en-US"/>
        </a:p>
      </dgm:t>
    </dgm:pt>
    <dgm:pt modelId="{DC054CE3-BC9C-47A2-A64D-F9B562448F3A}" type="pres">
      <dgm:prSet presAssocID="{1EB32101-908C-4BED-BA7F-B26F4C6EBA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255F1A-2B4D-4226-A2B5-BF780BAB7173}" type="pres">
      <dgm:prSet presAssocID="{ADC9DB5C-1332-47E4-B906-A52626BA870B}" presName="hierRoot1" presStyleCnt="0"/>
      <dgm:spPr/>
    </dgm:pt>
    <dgm:pt modelId="{C5D86FAA-5CAA-4F4E-9ECE-3E45B51F5581}" type="pres">
      <dgm:prSet presAssocID="{ADC9DB5C-1332-47E4-B906-A52626BA870B}" presName="composite" presStyleCnt="0"/>
      <dgm:spPr/>
    </dgm:pt>
    <dgm:pt modelId="{904B6099-7F4F-4485-82DA-04E662348F34}" type="pres">
      <dgm:prSet presAssocID="{ADC9DB5C-1332-47E4-B906-A52626BA870B}" presName="background" presStyleLbl="node0" presStyleIdx="0" presStyleCnt="2"/>
      <dgm:spPr/>
    </dgm:pt>
    <dgm:pt modelId="{AB6ADD18-FBC4-49A5-8700-8BDE0C009882}" type="pres">
      <dgm:prSet presAssocID="{ADC9DB5C-1332-47E4-B906-A52626BA870B}" presName="text" presStyleLbl="fgAcc0" presStyleIdx="0" presStyleCnt="2">
        <dgm:presLayoutVars>
          <dgm:chPref val="3"/>
        </dgm:presLayoutVars>
      </dgm:prSet>
      <dgm:spPr/>
    </dgm:pt>
    <dgm:pt modelId="{2F5589D3-7B4E-4E24-9E5B-17BDFCA3357C}" type="pres">
      <dgm:prSet presAssocID="{ADC9DB5C-1332-47E4-B906-A52626BA870B}" presName="hierChild2" presStyleCnt="0"/>
      <dgm:spPr/>
    </dgm:pt>
    <dgm:pt modelId="{7A3D907F-E160-4621-A42D-211BE0C4CFFE}" type="pres">
      <dgm:prSet presAssocID="{6B6D9677-44E6-4125-8C8D-3E9BED318457}" presName="hierRoot1" presStyleCnt="0"/>
      <dgm:spPr/>
    </dgm:pt>
    <dgm:pt modelId="{0FB27B2B-F170-4531-95F6-217965FB2F3E}" type="pres">
      <dgm:prSet presAssocID="{6B6D9677-44E6-4125-8C8D-3E9BED318457}" presName="composite" presStyleCnt="0"/>
      <dgm:spPr/>
    </dgm:pt>
    <dgm:pt modelId="{5037871A-A473-49AB-A7D0-63B8E893D1A0}" type="pres">
      <dgm:prSet presAssocID="{6B6D9677-44E6-4125-8C8D-3E9BED318457}" presName="background" presStyleLbl="node0" presStyleIdx="1" presStyleCnt="2"/>
      <dgm:spPr/>
    </dgm:pt>
    <dgm:pt modelId="{0309D770-D902-4A67-90C5-A522EBFE28A6}" type="pres">
      <dgm:prSet presAssocID="{6B6D9677-44E6-4125-8C8D-3E9BED318457}" presName="text" presStyleLbl="fgAcc0" presStyleIdx="1" presStyleCnt="2">
        <dgm:presLayoutVars>
          <dgm:chPref val="3"/>
        </dgm:presLayoutVars>
      </dgm:prSet>
      <dgm:spPr/>
    </dgm:pt>
    <dgm:pt modelId="{8D6725B9-EF27-4E29-BE93-45AFA1B183C5}" type="pres">
      <dgm:prSet presAssocID="{6B6D9677-44E6-4125-8C8D-3E9BED318457}" presName="hierChild2" presStyleCnt="0"/>
      <dgm:spPr/>
    </dgm:pt>
  </dgm:ptLst>
  <dgm:cxnLst>
    <dgm:cxn modelId="{4308E509-D526-4D84-A57F-FC64919479DB}" srcId="{1EB32101-908C-4BED-BA7F-B26F4C6EBA5B}" destId="{ADC9DB5C-1332-47E4-B906-A52626BA870B}" srcOrd="0" destOrd="0" parTransId="{B90A1E56-EF74-4663-B0F5-6D9140CAB269}" sibTransId="{38AD9290-BE2A-4AC0-A712-FF36E68CFD38}"/>
    <dgm:cxn modelId="{17B3F70C-2B59-41D8-A383-3F4FBAABF85E}" type="presOf" srcId="{6B6D9677-44E6-4125-8C8D-3E9BED318457}" destId="{0309D770-D902-4A67-90C5-A522EBFE28A6}" srcOrd="0" destOrd="0" presId="urn:microsoft.com/office/officeart/2005/8/layout/hierarchy1"/>
    <dgm:cxn modelId="{21D65712-A7A6-4D19-909C-618706832112}" type="presOf" srcId="{1EB32101-908C-4BED-BA7F-B26F4C6EBA5B}" destId="{DC054CE3-BC9C-47A2-A64D-F9B562448F3A}" srcOrd="0" destOrd="0" presId="urn:microsoft.com/office/officeart/2005/8/layout/hierarchy1"/>
    <dgm:cxn modelId="{01EA7C84-6392-4FD9-9973-E9F0CC576D63}" type="presOf" srcId="{ADC9DB5C-1332-47E4-B906-A52626BA870B}" destId="{AB6ADD18-FBC4-49A5-8700-8BDE0C009882}" srcOrd="0" destOrd="0" presId="urn:microsoft.com/office/officeart/2005/8/layout/hierarchy1"/>
    <dgm:cxn modelId="{CCDB7BDA-2033-4BAF-A33B-CC46E1554A53}" srcId="{1EB32101-908C-4BED-BA7F-B26F4C6EBA5B}" destId="{6B6D9677-44E6-4125-8C8D-3E9BED318457}" srcOrd="1" destOrd="0" parTransId="{21382DF0-6DFC-4BAB-9612-7D6589F5C414}" sibTransId="{772C358D-86DC-4CB9-B728-B08423D3932E}"/>
    <dgm:cxn modelId="{877E49B0-68EF-4409-B61D-A07E29D7A6B2}" type="presParOf" srcId="{DC054CE3-BC9C-47A2-A64D-F9B562448F3A}" destId="{2F255F1A-2B4D-4226-A2B5-BF780BAB7173}" srcOrd="0" destOrd="0" presId="urn:microsoft.com/office/officeart/2005/8/layout/hierarchy1"/>
    <dgm:cxn modelId="{F1634AA8-FB19-4249-8A0D-BB3FF7EA53C6}" type="presParOf" srcId="{2F255F1A-2B4D-4226-A2B5-BF780BAB7173}" destId="{C5D86FAA-5CAA-4F4E-9ECE-3E45B51F5581}" srcOrd="0" destOrd="0" presId="urn:microsoft.com/office/officeart/2005/8/layout/hierarchy1"/>
    <dgm:cxn modelId="{69EAB1A4-5990-4785-B323-CFD0279821C3}" type="presParOf" srcId="{C5D86FAA-5CAA-4F4E-9ECE-3E45B51F5581}" destId="{904B6099-7F4F-4485-82DA-04E662348F34}" srcOrd="0" destOrd="0" presId="urn:microsoft.com/office/officeart/2005/8/layout/hierarchy1"/>
    <dgm:cxn modelId="{E139195C-B27B-4927-9D72-CB1426999862}" type="presParOf" srcId="{C5D86FAA-5CAA-4F4E-9ECE-3E45B51F5581}" destId="{AB6ADD18-FBC4-49A5-8700-8BDE0C009882}" srcOrd="1" destOrd="0" presId="urn:microsoft.com/office/officeart/2005/8/layout/hierarchy1"/>
    <dgm:cxn modelId="{42C57A02-DBE6-47EE-9C03-9ECC4BD8FB13}" type="presParOf" srcId="{2F255F1A-2B4D-4226-A2B5-BF780BAB7173}" destId="{2F5589D3-7B4E-4E24-9E5B-17BDFCA3357C}" srcOrd="1" destOrd="0" presId="urn:microsoft.com/office/officeart/2005/8/layout/hierarchy1"/>
    <dgm:cxn modelId="{B8E754C3-DCDF-42E9-BA41-FDCC762BFF81}" type="presParOf" srcId="{DC054CE3-BC9C-47A2-A64D-F9B562448F3A}" destId="{7A3D907F-E160-4621-A42D-211BE0C4CFFE}" srcOrd="1" destOrd="0" presId="urn:microsoft.com/office/officeart/2005/8/layout/hierarchy1"/>
    <dgm:cxn modelId="{AEEA22BB-AAF2-4A24-A43C-48CA2A6C3249}" type="presParOf" srcId="{7A3D907F-E160-4621-A42D-211BE0C4CFFE}" destId="{0FB27B2B-F170-4531-95F6-217965FB2F3E}" srcOrd="0" destOrd="0" presId="urn:microsoft.com/office/officeart/2005/8/layout/hierarchy1"/>
    <dgm:cxn modelId="{645300D6-B2EE-4EBC-AD05-A61CB4DCAFDB}" type="presParOf" srcId="{0FB27B2B-F170-4531-95F6-217965FB2F3E}" destId="{5037871A-A473-49AB-A7D0-63B8E893D1A0}" srcOrd="0" destOrd="0" presId="urn:microsoft.com/office/officeart/2005/8/layout/hierarchy1"/>
    <dgm:cxn modelId="{B9330CD2-8014-439D-9728-017E3104C990}" type="presParOf" srcId="{0FB27B2B-F170-4531-95F6-217965FB2F3E}" destId="{0309D770-D902-4A67-90C5-A522EBFE28A6}" srcOrd="1" destOrd="0" presId="urn:microsoft.com/office/officeart/2005/8/layout/hierarchy1"/>
    <dgm:cxn modelId="{4318D422-3C82-49D3-B4BA-6F57419EA7ED}" type="presParOf" srcId="{7A3D907F-E160-4621-A42D-211BE0C4CFFE}" destId="{8D6725B9-EF27-4E29-BE93-45AFA1B183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5BAE6E-8B70-46D4-ADB7-707A57AD27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C08D1BE-DB24-4144-8FE9-7FF7614A2EB2}">
      <dgm:prSet/>
      <dgm:spPr/>
      <dgm:t>
        <a:bodyPr/>
        <a:lstStyle/>
        <a:p>
          <a:r>
            <a:rPr lang="en-US"/>
            <a:t>• Built on Python and works with Boto3.</a:t>
          </a:r>
        </a:p>
      </dgm:t>
    </dgm:pt>
    <dgm:pt modelId="{BDBB8230-2C10-40E2-9671-CFE52E7EF45B}" type="parTrans" cxnId="{D8E10C44-696A-4C1C-BB9E-1D89AD7CE661}">
      <dgm:prSet/>
      <dgm:spPr/>
      <dgm:t>
        <a:bodyPr/>
        <a:lstStyle/>
        <a:p>
          <a:endParaRPr lang="en-US"/>
        </a:p>
      </dgm:t>
    </dgm:pt>
    <dgm:pt modelId="{B31E0253-FCBF-4F94-A8EE-DC6991498869}" type="sibTrans" cxnId="{D8E10C44-696A-4C1C-BB9E-1D89AD7CE661}">
      <dgm:prSet/>
      <dgm:spPr/>
      <dgm:t>
        <a:bodyPr/>
        <a:lstStyle/>
        <a:p>
          <a:endParaRPr lang="en-US"/>
        </a:p>
      </dgm:t>
    </dgm:pt>
    <dgm:pt modelId="{56B05B97-DE8D-4108-8A5F-4646D445EE50}">
      <dgm:prSet/>
      <dgm:spPr/>
      <dgm:t>
        <a:bodyPr/>
        <a:lstStyle/>
        <a:p>
          <a:r>
            <a:rPr lang="en-US"/>
            <a:t>• Combine CLI commands with Python automation.</a:t>
          </a:r>
        </a:p>
      </dgm:t>
    </dgm:pt>
    <dgm:pt modelId="{EC64A2B0-998B-4E07-A884-6AAD8F16781E}" type="parTrans" cxnId="{5E4DCBFC-E971-4F5F-A5E7-5AC5E164CF63}">
      <dgm:prSet/>
      <dgm:spPr/>
      <dgm:t>
        <a:bodyPr/>
        <a:lstStyle/>
        <a:p>
          <a:endParaRPr lang="en-US"/>
        </a:p>
      </dgm:t>
    </dgm:pt>
    <dgm:pt modelId="{54E6EEC6-C42B-49B1-9328-30B603C2C68D}" type="sibTrans" cxnId="{5E4DCBFC-E971-4F5F-A5E7-5AC5E164CF63}">
      <dgm:prSet/>
      <dgm:spPr/>
      <dgm:t>
        <a:bodyPr/>
        <a:lstStyle/>
        <a:p>
          <a:endParaRPr lang="en-US"/>
        </a:p>
      </dgm:t>
    </dgm:pt>
    <dgm:pt modelId="{BDE976A3-A8D9-4F2A-9319-F0A5A09CAAD3}">
      <dgm:prSet/>
      <dgm:spPr/>
      <dgm:t>
        <a:bodyPr/>
        <a:lstStyle/>
        <a:p>
          <a:r>
            <a:rPr lang="en-US"/>
            <a:t>• Useful in DevOps pipelines and scripts.</a:t>
          </a:r>
        </a:p>
      </dgm:t>
    </dgm:pt>
    <dgm:pt modelId="{EDB6A103-6298-451E-8C04-64B78777B9CF}" type="parTrans" cxnId="{D745099F-2D14-4FC0-8E63-F79C34055145}">
      <dgm:prSet/>
      <dgm:spPr/>
      <dgm:t>
        <a:bodyPr/>
        <a:lstStyle/>
        <a:p>
          <a:endParaRPr lang="en-US"/>
        </a:p>
      </dgm:t>
    </dgm:pt>
    <dgm:pt modelId="{B9BF55AC-CEDC-4D14-853B-3BE7200B2A55}" type="sibTrans" cxnId="{D745099F-2D14-4FC0-8E63-F79C34055145}">
      <dgm:prSet/>
      <dgm:spPr/>
      <dgm:t>
        <a:bodyPr/>
        <a:lstStyle/>
        <a:p>
          <a:endParaRPr lang="en-US"/>
        </a:p>
      </dgm:t>
    </dgm:pt>
    <dgm:pt modelId="{1D8498E7-1739-47EE-B833-4B94B5E98B70}" type="pres">
      <dgm:prSet presAssocID="{2E5BAE6E-8B70-46D4-ADB7-707A57AD272F}" presName="root" presStyleCnt="0">
        <dgm:presLayoutVars>
          <dgm:dir/>
          <dgm:resizeHandles val="exact"/>
        </dgm:presLayoutVars>
      </dgm:prSet>
      <dgm:spPr/>
    </dgm:pt>
    <dgm:pt modelId="{6884A4AF-4CDD-4304-B210-8C52BCD1269F}" type="pres">
      <dgm:prSet presAssocID="{5C08D1BE-DB24-4144-8FE9-7FF7614A2EB2}" presName="compNode" presStyleCnt="0"/>
      <dgm:spPr/>
    </dgm:pt>
    <dgm:pt modelId="{E29ECF35-D254-4ABF-A846-39788B87799D}" type="pres">
      <dgm:prSet presAssocID="{5C08D1BE-DB24-4144-8FE9-7FF7614A2E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B3E7C02-36F4-42BF-8C3A-EAA5C3DA7699}" type="pres">
      <dgm:prSet presAssocID="{5C08D1BE-DB24-4144-8FE9-7FF7614A2EB2}" presName="spaceRect" presStyleCnt="0"/>
      <dgm:spPr/>
    </dgm:pt>
    <dgm:pt modelId="{EC2E30E4-9448-4DAF-BE5A-985CD1A83BB0}" type="pres">
      <dgm:prSet presAssocID="{5C08D1BE-DB24-4144-8FE9-7FF7614A2EB2}" presName="textRect" presStyleLbl="revTx" presStyleIdx="0" presStyleCnt="3">
        <dgm:presLayoutVars>
          <dgm:chMax val="1"/>
          <dgm:chPref val="1"/>
        </dgm:presLayoutVars>
      </dgm:prSet>
      <dgm:spPr/>
    </dgm:pt>
    <dgm:pt modelId="{21A0F0FE-C23D-407A-87B0-E83259A8821A}" type="pres">
      <dgm:prSet presAssocID="{B31E0253-FCBF-4F94-A8EE-DC6991498869}" presName="sibTrans" presStyleCnt="0"/>
      <dgm:spPr/>
    </dgm:pt>
    <dgm:pt modelId="{C7E7EAD8-379D-4E65-B4BE-8D96E2AB920D}" type="pres">
      <dgm:prSet presAssocID="{56B05B97-DE8D-4108-8A5F-4646D445EE50}" presName="compNode" presStyleCnt="0"/>
      <dgm:spPr/>
    </dgm:pt>
    <dgm:pt modelId="{E9F1B527-2999-452D-AC39-C5007A7C8E72}" type="pres">
      <dgm:prSet presAssocID="{56B05B97-DE8D-4108-8A5F-4646D445EE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EBEEBCA-0FE3-4C96-B740-74329DCA8C2A}" type="pres">
      <dgm:prSet presAssocID="{56B05B97-DE8D-4108-8A5F-4646D445EE50}" presName="spaceRect" presStyleCnt="0"/>
      <dgm:spPr/>
    </dgm:pt>
    <dgm:pt modelId="{4E234CB9-6CAD-4E9A-9ABA-44B1ABB14FA9}" type="pres">
      <dgm:prSet presAssocID="{56B05B97-DE8D-4108-8A5F-4646D445EE50}" presName="textRect" presStyleLbl="revTx" presStyleIdx="1" presStyleCnt="3">
        <dgm:presLayoutVars>
          <dgm:chMax val="1"/>
          <dgm:chPref val="1"/>
        </dgm:presLayoutVars>
      </dgm:prSet>
      <dgm:spPr/>
    </dgm:pt>
    <dgm:pt modelId="{4578AF9E-46BA-4028-A2E1-59A08B8946F5}" type="pres">
      <dgm:prSet presAssocID="{54E6EEC6-C42B-49B1-9328-30B603C2C68D}" presName="sibTrans" presStyleCnt="0"/>
      <dgm:spPr/>
    </dgm:pt>
    <dgm:pt modelId="{5B81980B-890B-4D99-AEAA-82B618517210}" type="pres">
      <dgm:prSet presAssocID="{BDE976A3-A8D9-4F2A-9319-F0A5A09CAAD3}" presName="compNode" presStyleCnt="0"/>
      <dgm:spPr/>
    </dgm:pt>
    <dgm:pt modelId="{DDCC9820-17E2-4F55-BCEC-C7F532849080}" type="pres">
      <dgm:prSet presAssocID="{BDE976A3-A8D9-4F2A-9319-F0A5A09CAA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ED1FAAA-98B3-4D97-A071-28A639D2D890}" type="pres">
      <dgm:prSet presAssocID="{BDE976A3-A8D9-4F2A-9319-F0A5A09CAAD3}" presName="spaceRect" presStyleCnt="0"/>
      <dgm:spPr/>
    </dgm:pt>
    <dgm:pt modelId="{CAAC18A2-B6C8-42F8-A1F5-F42EC213C6F7}" type="pres">
      <dgm:prSet presAssocID="{BDE976A3-A8D9-4F2A-9319-F0A5A09CAA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3BC7F29-EF36-4BF8-B23B-8260FA068763}" type="presOf" srcId="{5C08D1BE-DB24-4144-8FE9-7FF7614A2EB2}" destId="{EC2E30E4-9448-4DAF-BE5A-985CD1A83BB0}" srcOrd="0" destOrd="0" presId="urn:microsoft.com/office/officeart/2018/2/layout/IconLabelList"/>
    <dgm:cxn modelId="{952FBA40-7196-41C1-8C95-7084C9198354}" type="presOf" srcId="{2E5BAE6E-8B70-46D4-ADB7-707A57AD272F}" destId="{1D8498E7-1739-47EE-B833-4B94B5E98B70}" srcOrd="0" destOrd="0" presId="urn:microsoft.com/office/officeart/2018/2/layout/IconLabelList"/>
    <dgm:cxn modelId="{D8E10C44-696A-4C1C-BB9E-1D89AD7CE661}" srcId="{2E5BAE6E-8B70-46D4-ADB7-707A57AD272F}" destId="{5C08D1BE-DB24-4144-8FE9-7FF7614A2EB2}" srcOrd="0" destOrd="0" parTransId="{BDBB8230-2C10-40E2-9671-CFE52E7EF45B}" sibTransId="{B31E0253-FCBF-4F94-A8EE-DC6991498869}"/>
    <dgm:cxn modelId="{BD2C996A-53FA-4F47-BBC9-C78627852885}" type="presOf" srcId="{BDE976A3-A8D9-4F2A-9319-F0A5A09CAAD3}" destId="{CAAC18A2-B6C8-42F8-A1F5-F42EC213C6F7}" srcOrd="0" destOrd="0" presId="urn:microsoft.com/office/officeart/2018/2/layout/IconLabelList"/>
    <dgm:cxn modelId="{21039358-E35D-4F4C-9C7C-8F5E58270429}" type="presOf" srcId="{56B05B97-DE8D-4108-8A5F-4646D445EE50}" destId="{4E234CB9-6CAD-4E9A-9ABA-44B1ABB14FA9}" srcOrd="0" destOrd="0" presId="urn:microsoft.com/office/officeart/2018/2/layout/IconLabelList"/>
    <dgm:cxn modelId="{D745099F-2D14-4FC0-8E63-F79C34055145}" srcId="{2E5BAE6E-8B70-46D4-ADB7-707A57AD272F}" destId="{BDE976A3-A8D9-4F2A-9319-F0A5A09CAAD3}" srcOrd="2" destOrd="0" parTransId="{EDB6A103-6298-451E-8C04-64B78777B9CF}" sibTransId="{B9BF55AC-CEDC-4D14-853B-3BE7200B2A55}"/>
    <dgm:cxn modelId="{5E4DCBFC-E971-4F5F-A5E7-5AC5E164CF63}" srcId="{2E5BAE6E-8B70-46D4-ADB7-707A57AD272F}" destId="{56B05B97-DE8D-4108-8A5F-4646D445EE50}" srcOrd="1" destOrd="0" parTransId="{EC64A2B0-998B-4E07-A884-6AAD8F16781E}" sibTransId="{54E6EEC6-C42B-49B1-9328-30B603C2C68D}"/>
    <dgm:cxn modelId="{807B3D8D-DECF-42A8-A445-46EFFD644799}" type="presParOf" srcId="{1D8498E7-1739-47EE-B833-4B94B5E98B70}" destId="{6884A4AF-4CDD-4304-B210-8C52BCD1269F}" srcOrd="0" destOrd="0" presId="urn:microsoft.com/office/officeart/2018/2/layout/IconLabelList"/>
    <dgm:cxn modelId="{7D446139-D64F-45FE-858D-4723E70E6CB4}" type="presParOf" srcId="{6884A4AF-4CDD-4304-B210-8C52BCD1269F}" destId="{E29ECF35-D254-4ABF-A846-39788B87799D}" srcOrd="0" destOrd="0" presId="urn:microsoft.com/office/officeart/2018/2/layout/IconLabelList"/>
    <dgm:cxn modelId="{4DA296D1-5E87-412D-BD55-C9BBD25C1E95}" type="presParOf" srcId="{6884A4AF-4CDD-4304-B210-8C52BCD1269F}" destId="{7B3E7C02-36F4-42BF-8C3A-EAA5C3DA7699}" srcOrd="1" destOrd="0" presId="urn:microsoft.com/office/officeart/2018/2/layout/IconLabelList"/>
    <dgm:cxn modelId="{734F2381-7FAE-452F-8EF8-35725033DB10}" type="presParOf" srcId="{6884A4AF-4CDD-4304-B210-8C52BCD1269F}" destId="{EC2E30E4-9448-4DAF-BE5A-985CD1A83BB0}" srcOrd="2" destOrd="0" presId="urn:microsoft.com/office/officeart/2018/2/layout/IconLabelList"/>
    <dgm:cxn modelId="{D29C831B-6F08-4D1C-997A-1E19810BE600}" type="presParOf" srcId="{1D8498E7-1739-47EE-B833-4B94B5E98B70}" destId="{21A0F0FE-C23D-407A-87B0-E83259A8821A}" srcOrd="1" destOrd="0" presId="urn:microsoft.com/office/officeart/2018/2/layout/IconLabelList"/>
    <dgm:cxn modelId="{18D5EDD3-4063-4109-BB20-2FD10090FC77}" type="presParOf" srcId="{1D8498E7-1739-47EE-B833-4B94B5E98B70}" destId="{C7E7EAD8-379D-4E65-B4BE-8D96E2AB920D}" srcOrd="2" destOrd="0" presId="urn:microsoft.com/office/officeart/2018/2/layout/IconLabelList"/>
    <dgm:cxn modelId="{89D76E9B-EBA0-430F-B1A5-6E1E747D3E62}" type="presParOf" srcId="{C7E7EAD8-379D-4E65-B4BE-8D96E2AB920D}" destId="{E9F1B527-2999-452D-AC39-C5007A7C8E72}" srcOrd="0" destOrd="0" presId="urn:microsoft.com/office/officeart/2018/2/layout/IconLabelList"/>
    <dgm:cxn modelId="{18286378-CDB6-498B-BB86-858758FA9FA4}" type="presParOf" srcId="{C7E7EAD8-379D-4E65-B4BE-8D96E2AB920D}" destId="{BEBEEBCA-0FE3-4C96-B740-74329DCA8C2A}" srcOrd="1" destOrd="0" presId="urn:microsoft.com/office/officeart/2018/2/layout/IconLabelList"/>
    <dgm:cxn modelId="{1FF40453-35A0-42A3-8C5B-C57BB9282ACF}" type="presParOf" srcId="{C7E7EAD8-379D-4E65-B4BE-8D96E2AB920D}" destId="{4E234CB9-6CAD-4E9A-9ABA-44B1ABB14FA9}" srcOrd="2" destOrd="0" presId="urn:microsoft.com/office/officeart/2018/2/layout/IconLabelList"/>
    <dgm:cxn modelId="{2CEF663F-7391-4D17-BE35-7888EC2676DF}" type="presParOf" srcId="{1D8498E7-1739-47EE-B833-4B94B5E98B70}" destId="{4578AF9E-46BA-4028-A2E1-59A08B8946F5}" srcOrd="3" destOrd="0" presId="urn:microsoft.com/office/officeart/2018/2/layout/IconLabelList"/>
    <dgm:cxn modelId="{834814CC-FEAF-4CBA-A59A-452242E43FF7}" type="presParOf" srcId="{1D8498E7-1739-47EE-B833-4B94B5E98B70}" destId="{5B81980B-890B-4D99-AEAA-82B618517210}" srcOrd="4" destOrd="0" presId="urn:microsoft.com/office/officeart/2018/2/layout/IconLabelList"/>
    <dgm:cxn modelId="{66D06EDC-6FDA-41BA-B2C3-1434C1AF5145}" type="presParOf" srcId="{5B81980B-890B-4D99-AEAA-82B618517210}" destId="{DDCC9820-17E2-4F55-BCEC-C7F532849080}" srcOrd="0" destOrd="0" presId="urn:microsoft.com/office/officeart/2018/2/layout/IconLabelList"/>
    <dgm:cxn modelId="{32D91E19-894F-4CE8-AA0F-E56351E28F1B}" type="presParOf" srcId="{5B81980B-890B-4D99-AEAA-82B618517210}" destId="{FED1FAAA-98B3-4D97-A071-28A639D2D890}" srcOrd="1" destOrd="0" presId="urn:microsoft.com/office/officeart/2018/2/layout/IconLabelList"/>
    <dgm:cxn modelId="{9D6BE9C0-A9C2-43B9-9882-97B1D039D626}" type="presParOf" srcId="{5B81980B-890B-4D99-AEAA-82B618517210}" destId="{CAAC18A2-B6C8-42F8-A1F5-F42EC213C6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D0FD99-0C0C-42C6-9A77-2BE4D6B0C4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C54F2B-247F-44E9-85AB-409FFE682E6B}">
      <dgm:prSet/>
      <dgm:spPr/>
      <dgm:t>
        <a:bodyPr/>
        <a:lstStyle/>
        <a:p>
          <a:r>
            <a:rPr lang="en-US"/>
            <a:t>• Wait commands: aws &lt;service&gt; wait &lt;subcommand&gt;</a:t>
          </a:r>
        </a:p>
      </dgm:t>
    </dgm:pt>
    <dgm:pt modelId="{F62424C4-845F-478A-BC79-D4F682F34F9F}" type="parTrans" cxnId="{73102ABC-259D-43BF-BDB9-DC6B46449789}">
      <dgm:prSet/>
      <dgm:spPr/>
      <dgm:t>
        <a:bodyPr/>
        <a:lstStyle/>
        <a:p>
          <a:endParaRPr lang="en-US"/>
        </a:p>
      </dgm:t>
    </dgm:pt>
    <dgm:pt modelId="{CE9F0939-3786-4E43-A988-D1807F34E820}" type="sibTrans" cxnId="{73102ABC-259D-43BF-BDB9-DC6B46449789}">
      <dgm:prSet/>
      <dgm:spPr/>
      <dgm:t>
        <a:bodyPr/>
        <a:lstStyle/>
        <a:p>
          <a:endParaRPr lang="en-US"/>
        </a:p>
      </dgm:t>
    </dgm:pt>
    <dgm:pt modelId="{FF2308F7-6AD2-4243-B04D-987D6BADD76A}">
      <dgm:prSet/>
      <dgm:spPr/>
      <dgm:t>
        <a:bodyPr/>
        <a:lstStyle/>
        <a:p>
          <a:r>
            <a:rPr lang="en-US"/>
            <a:t>• Useful for automation (e.g., EC2 running).</a:t>
          </a:r>
        </a:p>
      </dgm:t>
    </dgm:pt>
    <dgm:pt modelId="{FA8655ED-4EF9-4382-A7A2-7CDB41D7670F}" type="parTrans" cxnId="{47CFFD7C-EF7A-47F1-B71E-892559699A17}">
      <dgm:prSet/>
      <dgm:spPr/>
      <dgm:t>
        <a:bodyPr/>
        <a:lstStyle/>
        <a:p>
          <a:endParaRPr lang="en-US"/>
        </a:p>
      </dgm:t>
    </dgm:pt>
    <dgm:pt modelId="{D549D565-A848-444E-8EB1-9092BCFC78D0}" type="sibTrans" cxnId="{47CFFD7C-EF7A-47F1-B71E-892559699A17}">
      <dgm:prSet/>
      <dgm:spPr/>
      <dgm:t>
        <a:bodyPr/>
        <a:lstStyle/>
        <a:p>
          <a:endParaRPr lang="en-US"/>
        </a:p>
      </dgm:t>
    </dgm:pt>
    <dgm:pt modelId="{04936DE8-A449-4398-A7CE-D528ADB5A009}">
      <dgm:prSet/>
      <dgm:spPr/>
      <dgm:t>
        <a:bodyPr/>
        <a:lstStyle/>
        <a:p>
          <a:r>
            <a:rPr lang="en-US"/>
            <a:t>• Check service docs for supported commands.</a:t>
          </a:r>
        </a:p>
      </dgm:t>
    </dgm:pt>
    <dgm:pt modelId="{91B34A85-1B0C-48B2-A84A-D78255E7386F}" type="parTrans" cxnId="{1552F16D-F3A8-420C-91F0-41AFA8FFC24E}">
      <dgm:prSet/>
      <dgm:spPr/>
      <dgm:t>
        <a:bodyPr/>
        <a:lstStyle/>
        <a:p>
          <a:endParaRPr lang="en-US"/>
        </a:p>
      </dgm:t>
    </dgm:pt>
    <dgm:pt modelId="{38B64260-533A-486C-8DD2-7902598272B2}" type="sibTrans" cxnId="{1552F16D-F3A8-420C-91F0-41AFA8FFC24E}">
      <dgm:prSet/>
      <dgm:spPr/>
      <dgm:t>
        <a:bodyPr/>
        <a:lstStyle/>
        <a:p>
          <a:endParaRPr lang="en-US"/>
        </a:p>
      </dgm:t>
    </dgm:pt>
    <dgm:pt modelId="{1FE6E293-1327-4576-BB42-6DAD13C2D8E8}" type="pres">
      <dgm:prSet presAssocID="{41D0FD99-0C0C-42C6-9A77-2BE4D6B0C4F4}" presName="root" presStyleCnt="0">
        <dgm:presLayoutVars>
          <dgm:dir/>
          <dgm:resizeHandles val="exact"/>
        </dgm:presLayoutVars>
      </dgm:prSet>
      <dgm:spPr/>
    </dgm:pt>
    <dgm:pt modelId="{3E4F1C86-B2B1-4E1B-88F2-F7303ED9543B}" type="pres">
      <dgm:prSet presAssocID="{36C54F2B-247F-44E9-85AB-409FFE682E6B}" presName="compNode" presStyleCnt="0"/>
      <dgm:spPr/>
    </dgm:pt>
    <dgm:pt modelId="{0500A0F9-0FA4-407A-8E14-34A7B495C126}" type="pres">
      <dgm:prSet presAssocID="{36C54F2B-247F-44E9-85AB-409FFE682E6B}" presName="bgRect" presStyleLbl="bgShp" presStyleIdx="0" presStyleCnt="3"/>
      <dgm:spPr/>
    </dgm:pt>
    <dgm:pt modelId="{E755A56A-E9AB-45A8-8721-CF377FDA7ED3}" type="pres">
      <dgm:prSet presAssocID="{36C54F2B-247F-44E9-85AB-409FFE682E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FA07634-F77D-47AA-8C21-26F306F3FBA2}" type="pres">
      <dgm:prSet presAssocID="{36C54F2B-247F-44E9-85AB-409FFE682E6B}" presName="spaceRect" presStyleCnt="0"/>
      <dgm:spPr/>
    </dgm:pt>
    <dgm:pt modelId="{9B27CE63-2772-4584-A775-4008C830FA4E}" type="pres">
      <dgm:prSet presAssocID="{36C54F2B-247F-44E9-85AB-409FFE682E6B}" presName="parTx" presStyleLbl="revTx" presStyleIdx="0" presStyleCnt="3">
        <dgm:presLayoutVars>
          <dgm:chMax val="0"/>
          <dgm:chPref val="0"/>
        </dgm:presLayoutVars>
      </dgm:prSet>
      <dgm:spPr/>
    </dgm:pt>
    <dgm:pt modelId="{AF2989C6-BD1B-4226-9205-74B2C16AE073}" type="pres">
      <dgm:prSet presAssocID="{CE9F0939-3786-4E43-A988-D1807F34E820}" presName="sibTrans" presStyleCnt="0"/>
      <dgm:spPr/>
    </dgm:pt>
    <dgm:pt modelId="{90740AAB-0177-443D-92AC-13AD5EA82F84}" type="pres">
      <dgm:prSet presAssocID="{FF2308F7-6AD2-4243-B04D-987D6BADD76A}" presName="compNode" presStyleCnt="0"/>
      <dgm:spPr/>
    </dgm:pt>
    <dgm:pt modelId="{BC454F78-9A50-4165-ABA1-04778824F920}" type="pres">
      <dgm:prSet presAssocID="{FF2308F7-6AD2-4243-B04D-987D6BADD76A}" presName="bgRect" presStyleLbl="bgShp" presStyleIdx="1" presStyleCnt="3"/>
      <dgm:spPr/>
    </dgm:pt>
    <dgm:pt modelId="{6E369019-A452-49F4-832A-5879690F8199}" type="pres">
      <dgm:prSet presAssocID="{FF2308F7-6AD2-4243-B04D-987D6BADD7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B84C0F7-AFAA-4986-83A0-3E551534D4EB}" type="pres">
      <dgm:prSet presAssocID="{FF2308F7-6AD2-4243-B04D-987D6BADD76A}" presName="spaceRect" presStyleCnt="0"/>
      <dgm:spPr/>
    </dgm:pt>
    <dgm:pt modelId="{5A5F1C70-2173-4059-9922-8E88A9FB7381}" type="pres">
      <dgm:prSet presAssocID="{FF2308F7-6AD2-4243-B04D-987D6BADD76A}" presName="parTx" presStyleLbl="revTx" presStyleIdx="1" presStyleCnt="3">
        <dgm:presLayoutVars>
          <dgm:chMax val="0"/>
          <dgm:chPref val="0"/>
        </dgm:presLayoutVars>
      </dgm:prSet>
      <dgm:spPr/>
    </dgm:pt>
    <dgm:pt modelId="{55F4762E-0723-4177-A2CE-D936FC373DBF}" type="pres">
      <dgm:prSet presAssocID="{D549D565-A848-444E-8EB1-9092BCFC78D0}" presName="sibTrans" presStyleCnt="0"/>
      <dgm:spPr/>
    </dgm:pt>
    <dgm:pt modelId="{5C2BFDE3-F57D-4F43-9644-4EFE2F71FA15}" type="pres">
      <dgm:prSet presAssocID="{04936DE8-A449-4398-A7CE-D528ADB5A009}" presName="compNode" presStyleCnt="0"/>
      <dgm:spPr/>
    </dgm:pt>
    <dgm:pt modelId="{D20C5339-507E-4F7E-848F-12FE5587D7FD}" type="pres">
      <dgm:prSet presAssocID="{04936DE8-A449-4398-A7CE-D528ADB5A009}" presName="bgRect" presStyleLbl="bgShp" presStyleIdx="2" presStyleCnt="3"/>
      <dgm:spPr/>
    </dgm:pt>
    <dgm:pt modelId="{62F67D05-CFD0-4559-B6E3-5FBE966F07CB}" type="pres">
      <dgm:prSet presAssocID="{04936DE8-A449-4398-A7CE-D528ADB5A0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4C97431-0ED3-489F-B70B-1CC9BC95D860}" type="pres">
      <dgm:prSet presAssocID="{04936DE8-A449-4398-A7CE-D528ADB5A009}" presName="spaceRect" presStyleCnt="0"/>
      <dgm:spPr/>
    </dgm:pt>
    <dgm:pt modelId="{1048EE09-1939-4256-91AB-C644ED86727C}" type="pres">
      <dgm:prSet presAssocID="{04936DE8-A449-4398-A7CE-D528ADB5A00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B856006-FEE2-4EBB-85A0-3799F187AE6C}" type="presOf" srcId="{FF2308F7-6AD2-4243-B04D-987D6BADD76A}" destId="{5A5F1C70-2173-4059-9922-8E88A9FB7381}" srcOrd="0" destOrd="0" presId="urn:microsoft.com/office/officeart/2018/2/layout/IconVerticalSolidList"/>
    <dgm:cxn modelId="{0F819961-8895-400D-93BA-A8ADCE3713EB}" type="presOf" srcId="{41D0FD99-0C0C-42C6-9A77-2BE4D6B0C4F4}" destId="{1FE6E293-1327-4576-BB42-6DAD13C2D8E8}" srcOrd="0" destOrd="0" presId="urn:microsoft.com/office/officeart/2018/2/layout/IconVerticalSolidList"/>
    <dgm:cxn modelId="{1552F16D-F3A8-420C-91F0-41AFA8FFC24E}" srcId="{41D0FD99-0C0C-42C6-9A77-2BE4D6B0C4F4}" destId="{04936DE8-A449-4398-A7CE-D528ADB5A009}" srcOrd="2" destOrd="0" parTransId="{91B34A85-1B0C-48B2-A84A-D78255E7386F}" sibTransId="{38B64260-533A-486C-8DD2-7902598272B2}"/>
    <dgm:cxn modelId="{73FC1550-987D-46F8-82C5-849A5556DC36}" type="presOf" srcId="{36C54F2B-247F-44E9-85AB-409FFE682E6B}" destId="{9B27CE63-2772-4584-A775-4008C830FA4E}" srcOrd="0" destOrd="0" presId="urn:microsoft.com/office/officeart/2018/2/layout/IconVerticalSolidList"/>
    <dgm:cxn modelId="{47CFFD7C-EF7A-47F1-B71E-892559699A17}" srcId="{41D0FD99-0C0C-42C6-9A77-2BE4D6B0C4F4}" destId="{FF2308F7-6AD2-4243-B04D-987D6BADD76A}" srcOrd="1" destOrd="0" parTransId="{FA8655ED-4EF9-4382-A7A2-7CDB41D7670F}" sibTransId="{D549D565-A848-444E-8EB1-9092BCFC78D0}"/>
    <dgm:cxn modelId="{CDA4DC8C-BD51-42F8-878C-9C9385D62882}" type="presOf" srcId="{04936DE8-A449-4398-A7CE-D528ADB5A009}" destId="{1048EE09-1939-4256-91AB-C644ED86727C}" srcOrd="0" destOrd="0" presId="urn:microsoft.com/office/officeart/2018/2/layout/IconVerticalSolidList"/>
    <dgm:cxn modelId="{73102ABC-259D-43BF-BDB9-DC6B46449789}" srcId="{41D0FD99-0C0C-42C6-9A77-2BE4D6B0C4F4}" destId="{36C54F2B-247F-44E9-85AB-409FFE682E6B}" srcOrd="0" destOrd="0" parTransId="{F62424C4-845F-478A-BC79-D4F682F34F9F}" sibTransId="{CE9F0939-3786-4E43-A988-D1807F34E820}"/>
    <dgm:cxn modelId="{043D7E30-B66C-4A29-8077-715AC38F59C9}" type="presParOf" srcId="{1FE6E293-1327-4576-BB42-6DAD13C2D8E8}" destId="{3E4F1C86-B2B1-4E1B-88F2-F7303ED9543B}" srcOrd="0" destOrd="0" presId="urn:microsoft.com/office/officeart/2018/2/layout/IconVerticalSolidList"/>
    <dgm:cxn modelId="{06753AF0-5D17-4ABB-AB85-4E8E86C4D391}" type="presParOf" srcId="{3E4F1C86-B2B1-4E1B-88F2-F7303ED9543B}" destId="{0500A0F9-0FA4-407A-8E14-34A7B495C126}" srcOrd="0" destOrd="0" presId="urn:microsoft.com/office/officeart/2018/2/layout/IconVerticalSolidList"/>
    <dgm:cxn modelId="{C3623AA5-B74E-45A5-9D21-4CDE3EAA74C7}" type="presParOf" srcId="{3E4F1C86-B2B1-4E1B-88F2-F7303ED9543B}" destId="{E755A56A-E9AB-45A8-8721-CF377FDA7ED3}" srcOrd="1" destOrd="0" presId="urn:microsoft.com/office/officeart/2018/2/layout/IconVerticalSolidList"/>
    <dgm:cxn modelId="{1D6D5403-26DD-4D53-9D04-0FCEB46091A2}" type="presParOf" srcId="{3E4F1C86-B2B1-4E1B-88F2-F7303ED9543B}" destId="{9FA07634-F77D-47AA-8C21-26F306F3FBA2}" srcOrd="2" destOrd="0" presId="urn:microsoft.com/office/officeart/2018/2/layout/IconVerticalSolidList"/>
    <dgm:cxn modelId="{450CDE64-A9D5-4C68-BBF3-70AA9E52206C}" type="presParOf" srcId="{3E4F1C86-B2B1-4E1B-88F2-F7303ED9543B}" destId="{9B27CE63-2772-4584-A775-4008C830FA4E}" srcOrd="3" destOrd="0" presId="urn:microsoft.com/office/officeart/2018/2/layout/IconVerticalSolidList"/>
    <dgm:cxn modelId="{3CFFA41B-4485-4C94-A2C6-51E10E50A5F4}" type="presParOf" srcId="{1FE6E293-1327-4576-BB42-6DAD13C2D8E8}" destId="{AF2989C6-BD1B-4226-9205-74B2C16AE073}" srcOrd="1" destOrd="0" presId="urn:microsoft.com/office/officeart/2018/2/layout/IconVerticalSolidList"/>
    <dgm:cxn modelId="{B8EE6DAE-6DDD-4A69-A26E-B49A7179E3FA}" type="presParOf" srcId="{1FE6E293-1327-4576-BB42-6DAD13C2D8E8}" destId="{90740AAB-0177-443D-92AC-13AD5EA82F84}" srcOrd="2" destOrd="0" presId="urn:microsoft.com/office/officeart/2018/2/layout/IconVerticalSolidList"/>
    <dgm:cxn modelId="{D0F359A0-4936-44F4-82D9-819055845D3A}" type="presParOf" srcId="{90740AAB-0177-443D-92AC-13AD5EA82F84}" destId="{BC454F78-9A50-4165-ABA1-04778824F920}" srcOrd="0" destOrd="0" presId="urn:microsoft.com/office/officeart/2018/2/layout/IconVerticalSolidList"/>
    <dgm:cxn modelId="{68EFA3EE-FA02-44D0-A881-C0EBE432487E}" type="presParOf" srcId="{90740AAB-0177-443D-92AC-13AD5EA82F84}" destId="{6E369019-A452-49F4-832A-5879690F8199}" srcOrd="1" destOrd="0" presId="urn:microsoft.com/office/officeart/2018/2/layout/IconVerticalSolidList"/>
    <dgm:cxn modelId="{B55751B3-3233-4CEB-9C97-893FCF3A71AF}" type="presParOf" srcId="{90740AAB-0177-443D-92AC-13AD5EA82F84}" destId="{3B84C0F7-AFAA-4986-83A0-3E551534D4EB}" srcOrd="2" destOrd="0" presId="urn:microsoft.com/office/officeart/2018/2/layout/IconVerticalSolidList"/>
    <dgm:cxn modelId="{E5B5DD65-C61D-435D-B329-53843E40A692}" type="presParOf" srcId="{90740AAB-0177-443D-92AC-13AD5EA82F84}" destId="{5A5F1C70-2173-4059-9922-8E88A9FB7381}" srcOrd="3" destOrd="0" presId="urn:microsoft.com/office/officeart/2018/2/layout/IconVerticalSolidList"/>
    <dgm:cxn modelId="{01873478-8DD0-4F5C-9121-00800C9308CD}" type="presParOf" srcId="{1FE6E293-1327-4576-BB42-6DAD13C2D8E8}" destId="{55F4762E-0723-4177-A2CE-D936FC373DBF}" srcOrd="3" destOrd="0" presId="urn:microsoft.com/office/officeart/2018/2/layout/IconVerticalSolidList"/>
    <dgm:cxn modelId="{0659DA8E-3A4F-4EDD-AB0A-23F092254A62}" type="presParOf" srcId="{1FE6E293-1327-4576-BB42-6DAD13C2D8E8}" destId="{5C2BFDE3-F57D-4F43-9644-4EFE2F71FA15}" srcOrd="4" destOrd="0" presId="urn:microsoft.com/office/officeart/2018/2/layout/IconVerticalSolidList"/>
    <dgm:cxn modelId="{83C06285-29BD-43FB-A135-658A083912C0}" type="presParOf" srcId="{5C2BFDE3-F57D-4F43-9644-4EFE2F71FA15}" destId="{D20C5339-507E-4F7E-848F-12FE5587D7FD}" srcOrd="0" destOrd="0" presId="urn:microsoft.com/office/officeart/2018/2/layout/IconVerticalSolidList"/>
    <dgm:cxn modelId="{17297955-FB50-4C7C-9379-FD38A6AFBB69}" type="presParOf" srcId="{5C2BFDE3-F57D-4F43-9644-4EFE2F71FA15}" destId="{62F67D05-CFD0-4559-B6E3-5FBE966F07CB}" srcOrd="1" destOrd="0" presId="urn:microsoft.com/office/officeart/2018/2/layout/IconVerticalSolidList"/>
    <dgm:cxn modelId="{36A0B075-7EC2-43F7-8948-0601024A47AE}" type="presParOf" srcId="{5C2BFDE3-F57D-4F43-9644-4EFE2F71FA15}" destId="{54C97431-0ED3-489F-B70B-1CC9BC95D860}" srcOrd="2" destOrd="0" presId="urn:microsoft.com/office/officeart/2018/2/layout/IconVerticalSolidList"/>
    <dgm:cxn modelId="{B358A55E-220F-4419-9753-07563020B609}" type="presParOf" srcId="{5C2BFDE3-F57D-4F43-9644-4EFE2F71FA15}" destId="{1048EE09-1939-4256-91AB-C644ED8672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04049F-6D64-44A3-A440-8BDC4531EC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9054D2E-019A-4601-A8B9-FF39A6D969B2}">
      <dgm:prSet/>
      <dgm:spPr/>
      <dgm:t>
        <a:bodyPr/>
        <a:lstStyle/>
        <a:p>
          <a:r>
            <a:rPr lang="en-US"/>
            <a:t>• Shared responsibility model.</a:t>
          </a:r>
        </a:p>
      </dgm:t>
    </dgm:pt>
    <dgm:pt modelId="{2AD58F99-3626-4244-8EBA-35D3CF019450}" type="parTrans" cxnId="{D6736E91-A514-47E2-8BBC-D1FBA7152DF6}">
      <dgm:prSet/>
      <dgm:spPr/>
      <dgm:t>
        <a:bodyPr/>
        <a:lstStyle/>
        <a:p>
          <a:endParaRPr lang="en-US"/>
        </a:p>
      </dgm:t>
    </dgm:pt>
    <dgm:pt modelId="{7C87F897-3D4F-47BD-AB1E-54FDE1FCB0AD}" type="sibTrans" cxnId="{D6736E91-A514-47E2-8BBC-D1FBA7152DF6}">
      <dgm:prSet/>
      <dgm:spPr/>
      <dgm:t>
        <a:bodyPr/>
        <a:lstStyle/>
        <a:p>
          <a:endParaRPr lang="en-US"/>
        </a:p>
      </dgm:t>
    </dgm:pt>
    <dgm:pt modelId="{13F3BE25-83D1-44AE-8FEE-F166B8D4AF9F}">
      <dgm:prSet/>
      <dgm:spPr/>
      <dgm:t>
        <a:bodyPr/>
        <a:lstStyle/>
        <a:p>
          <a:r>
            <a:rPr lang="en-US"/>
            <a:t>• Protect credentials and config files.</a:t>
          </a:r>
        </a:p>
      </dgm:t>
    </dgm:pt>
    <dgm:pt modelId="{1FFBFD8D-F409-4744-8EDB-B1C64C241214}" type="parTrans" cxnId="{7DBCA0E3-C290-46ED-9D3B-D2A241347453}">
      <dgm:prSet/>
      <dgm:spPr/>
      <dgm:t>
        <a:bodyPr/>
        <a:lstStyle/>
        <a:p>
          <a:endParaRPr lang="en-US"/>
        </a:p>
      </dgm:t>
    </dgm:pt>
    <dgm:pt modelId="{8253BC4A-6D02-4397-9EF0-2F76AFD3A31A}" type="sibTrans" cxnId="{7DBCA0E3-C290-46ED-9D3B-D2A241347453}">
      <dgm:prSet/>
      <dgm:spPr/>
      <dgm:t>
        <a:bodyPr/>
        <a:lstStyle/>
        <a:p>
          <a:endParaRPr lang="en-US"/>
        </a:p>
      </dgm:t>
    </dgm:pt>
    <dgm:pt modelId="{E5BA7164-5FF2-4D2B-8369-0C5FB18735A7}">
      <dgm:prSet/>
      <dgm:spPr/>
      <dgm:t>
        <a:bodyPr/>
        <a:lstStyle/>
        <a:p>
          <a:r>
            <a:rPr lang="en-US"/>
            <a:t>• Use IAM roles, least privilege, and CloudTrail auditing.</a:t>
          </a:r>
        </a:p>
      </dgm:t>
    </dgm:pt>
    <dgm:pt modelId="{8268219D-7726-42FA-A754-E77A05615FC8}" type="parTrans" cxnId="{77D535E9-00F7-4A26-837E-4C761E4B1725}">
      <dgm:prSet/>
      <dgm:spPr/>
      <dgm:t>
        <a:bodyPr/>
        <a:lstStyle/>
        <a:p>
          <a:endParaRPr lang="en-US"/>
        </a:p>
      </dgm:t>
    </dgm:pt>
    <dgm:pt modelId="{7C88F344-C6D3-46CD-A74F-B42207CB5717}" type="sibTrans" cxnId="{77D535E9-00F7-4A26-837E-4C761E4B1725}">
      <dgm:prSet/>
      <dgm:spPr/>
      <dgm:t>
        <a:bodyPr/>
        <a:lstStyle/>
        <a:p>
          <a:endParaRPr lang="en-US"/>
        </a:p>
      </dgm:t>
    </dgm:pt>
    <dgm:pt modelId="{A8A95BD2-9E3A-447D-99C4-7D7AA68393D9}" type="pres">
      <dgm:prSet presAssocID="{ED04049F-6D64-44A3-A440-8BDC4531ECDA}" presName="root" presStyleCnt="0">
        <dgm:presLayoutVars>
          <dgm:dir/>
          <dgm:resizeHandles val="exact"/>
        </dgm:presLayoutVars>
      </dgm:prSet>
      <dgm:spPr/>
    </dgm:pt>
    <dgm:pt modelId="{8BBA76CE-0A0E-49D5-8BD4-066B28870C52}" type="pres">
      <dgm:prSet presAssocID="{E9054D2E-019A-4601-A8B9-FF39A6D969B2}" presName="compNode" presStyleCnt="0"/>
      <dgm:spPr/>
    </dgm:pt>
    <dgm:pt modelId="{FBDA6BDC-8761-457D-8919-CF9594C08D41}" type="pres">
      <dgm:prSet presAssocID="{E9054D2E-019A-4601-A8B9-FF39A6D969B2}" presName="bgRect" presStyleLbl="bgShp" presStyleIdx="0" presStyleCnt="3"/>
      <dgm:spPr/>
    </dgm:pt>
    <dgm:pt modelId="{687862E7-7935-41E9-93F3-DEFAB58B7BE6}" type="pres">
      <dgm:prSet presAssocID="{E9054D2E-019A-4601-A8B9-FF39A6D969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5E8BC1A-B8F7-4DF0-BF57-AD222A56E456}" type="pres">
      <dgm:prSet presAssocID="{E9054D2E-019A-4601-A8B9-FF39A6D969B2}" presName="spaceRect" presStyleCnt="0"/>
      <dgm:spPr/>
    </dgm:pt>
    <dgm:pt modelId="{09A480FB-C042-4EF1-B14F-41770199BA43}" type="pres">
      <dgm:prSet presAssocID="{E9054D2E-019A-4601-A8B9-FF39A6D969B2}" presName="parTx" presStyleLbl="revTx" presStyleIdx="0" presStyleCnt="3">
        <dgm:presLayoutVars>
          <dgm:chMax val="0"/>
          <dgm:chPref val="0"/>
        </dgm:presLayoutVars>
      </dgm:prSet>
      <dgm:spPr/>
    </dgm:pt>
    <dgm:pt modelId="{72F5DB85-3C2E-457F-8818-72F35CCD4D05}" type="pres">
      <dgm:prSet presAssocID="{7C87F897-3D4F-47BD-AB1E-54FDE1FCB0AD}" presName="sibTrans" presStyleCnt="0"/>
      <dgm:spPr/>
    </dgm:pt>
    <dgm:pt modelId="{C3C06615-CD05-4A6F-84DD-B4B29F1C2C22}" type="pres">
      <dgm:prSet presAssocID="{13F3BE25-83D1-44AE-8FEE-F166B8D4AF9F}" presName="compNode" presStyleCnt="0"/>
      <dgm:spPr/>
    </dgm:pt>
    <dgm:pt modelId="{A37DE449-7CC2-447F-919A-0040FE6EEB8A}" type="pres">
      <dgm:prSet presAssocID="{13F3BE25-83D1-44AE-8FEE-F166B8D4AF9F}" presName="bgRect" presStyleLbl="bgShp" presStyleIdx="1" presStyleCnt="3"/>
      <dgm:spPr/>
    </dgm:pt>
    <dgm:pt modelId="{FE627216-75B8-4B87-9B60-1F3FCA314F00}" type="pres">
      <dgm:prSet presAssocID="{13F3BE25-83D1-44AE-8FEE-F166B8D4AF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B75E2FB6-3F28-4C6D-9C03-FE8FC3F66801}" type="pres">
      <dgm:prSet presAssocID="{13F3BE25-83D1-44AE-8FEE-F166B8D4AF9F}" presName="spaceRect" presStyleCnt="0"/>
      <dgm:spPr/>
    </dgm:pt>
    <dgm:pt modelId="{4A988772-A774-42B9-A4FB-F843996310CF}" type="pres">
      <dgm:prSet presAssocID="{13F3BE25-83D1-44AE-8FEE-F166B8D4AF9F}" presName="parTx" presStyleLbl="revTx" presStyleIdx="1" presStyleCnt="3">
        <dgm:presLayoutVars>
          <dgm:chMax val="0"/>
          <dgm:chPref val="0"/>
        </dgm:presLayoutVars>
      </dgm:prSet>
      <dgm:spPr/>
    </dgm:pt>
    <dgm:pt modelId="{8D58E25A-DD3B-40BA-88A9-220EBD1E40CB}" type="pres">
      <dgm:prSet presAssocID="{8253BC4A-6D02-4397-9EF0-2F76AFD3A31A}" presName="sibTrans" presStyleCnt="0"/>
      <dgm:spPr/>
    </dgm:pt>
    <dgm:pt modelId="{166109A3-0431-4B08-93FA-62434B3246AD}" type="pres">
      <dgm:prSet presAssocID="{E5BA7164-5FF2-4D2B-8369-0C5FB18735A7}" presName="compNode" presStyleCnt="0"/>
      <dgm:spPr/>
    </dgm:pt>
    <dgm:pt modelId="{B022E30C-16C7-4CD5-8B7E-5EB2BE22917D}" type="pres">
      <dgm:prSet presAssocID="{E5BA7164-5FF2-4D2B-8369-0C5FB18735A7}" presName="bgRect" presStyleLbl="bgShp" presStyleIdx="2" presStyleCnt="3"/>
      <dgm:spPr/>
    </dgm:pt>
    <dgm:pt modelId="{BDF8EA29-6F48-4443-9F9A-CFB15782CC53}" type="pres">
      <dgm:prSet presAssocID="{E5BA7164-5FF2-4D2B-8369-0C5FB18735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9824659-F344-43A7-BA0C-CCAC11D227F4}" type="pres">
      <dgm:prSet presAssocID="{E5BA7164-5FF2-4D2B-8369-0C5FB18735A7}" presName="spaceRect" presStyleCnt="0"/>
      <dgm:spPr/>
    </dgm:pt>
    <dgm:pt modelId="{DC76FB25-5F01-4062-AFC5-48BE4FB93A8E}" type="pres">
      <dgm:prSet presAssocID="{E5BA7164-5FF2-4D2B-8369-0C5FB18735A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47B14E-B97B-4DCF-B7F0-CFD488A053F3}" type="presOf" srcId="{E9054D2E-019A-4601-A8B9-FF39A6D969B2}" destId="{09A480FB-C042-4EF1-B14F-41770199BA43}" srcOrd="0" destOrd="0" presId="urn:microsoft.com/office/officeart/2018/2/layout/IconVerticalSolidList"/>
    <dgm:cxn modelId="{D6736E91-A514-47E2-8BBC-D1FBA7152DF6}" srcId="{ED04049F-6D64-44A3-A440-8BDC4531ECDA}" destId="{E9054D2E-019A-4601-A8B9-FF39A6D969B2}" srcOrd="0" destOrd="0" parTransId="{2AD58F99-3626-4244-8EBA-35D3CF019450}" sibTransId="{7C87F897-3D4F-47BD-AB1E-54FDE1FCB0AD}"/>
    <dgm:cxn modelId="{1ADA1BC9-2CE7-4C05-AB9B-339D7D3A42DB}" type="presOf" srcId="{E5BA7164-5FF2-4D2B-8369-0C5FB18735A7}" destId="{DC76FB25-5F01-4062-AFC5-48BE4FB93A8E}" srcOrd="0" destOrd="0" presId="urn:microsoft.com/office/officeart/2018/2/layout/IconVerticalSolidList"/>
    <dgm:cxn modelId="{7DBCA0E3-C290-46ED-9D3B-D2A241347453}" srcId="{ED04049F-6D64-44A3-A440-8BDC4531ECDA}" destId="{13F3BE25-83D1-44AE-8FEE-F166B8D4AF9F}" srcOrd="1" destOrd="0" parTransId="{1FFBFD8D-F409-4744-8EDB-B1C64C241214}" sibTransId="{8253BC4A-6D02-4397-9EF0-2F76AFD3A31A}"/>
    <dgm:cxn modelId="{77D535E9-00F7-4A26-837E-4C761E4B1725}" srcId="{ED04049F-6D64-44A3-A440-8BDC4531ECDA}" destId="{E5BA7164-5FF2-4D2B-8369-0C5FB18735A7}" srcOrd="2" destOrd="0" parTransId="{8268219D-7726-42FA-A754-E77A05615FC8}" sibTransId="{7C88F344-C6D3-46CD-A74F-B42207CB5717}"/>
    <dgm:cxn modelId="{F81153FB-469D-46E9-BD52-33372E5D0CAD}" type="presOf" srcId="{13F3BE25-83D1-44AE-8FEE-F166B8D4AF9F}" destId="{4A988772-A774-42B9-A4FB-F843996310CF}" srcOrd="0" destOrd="0" presId="urn:microsoft.com/office/officeart/2018/2/layout/IconVerticalSolidList"/>
    <dgm:cxn modelId="{2DA518FF-B528-4BCC-9790-EFA980A196D6}" type="presOf" srcId="{ED04049F-6D64-44A3-A440-8BDC4531ECDA}" destId="{A8A95BD2-9E3A-447D-99C4-7D7AA68393D9}" srcOrd="0" destOrd="0" presId="urn:microsoft.com/office/officeart/2018/2/layout/IconVerticalSolidList"/>
    <dgm:cxn modelId="{A3287A1B-A35A-4F5B-A937-6FC718D9A6FB}" type="presParOf" srcId="{A8A95BD2-9E3A-447D-99C4-7D7AA68393D9}" destId="{8BBA76CE-0A0E-49D5-8BD4-066B28870C52}" srcOrd="0" destOrd="0" presId="urn:microsoft.com/office/officeart/2018/2/layout/IconVerticalSolidList"/>
    <dgm:cxn modelId="{52231BF4-1A6A-4E6B-9507-B9D85BEE4E3D}" type="presParOf" srcId="{8BBA76CE-0A0E-49D5-8BD4-066B28870C52}" destId="{FBDA6BDC-8761-457D-8919-CF9594C08D41}" srcOrd="0" destOrd="0" presId="urn:microsoft.com/office/officeart/2018/2/layout/IconVerticalSolidList"/>
    <dgm:cxn modelId="{C74498AB-FB4D-4592-A2BF-5F878B1E4153}" type="presParOf" srcId="{8BBA76CE-0A0E-49D5-8BD4-066B28870C52}" destId="{687862E7-7935-41E9-93F3-DEFAB58B7BE6}" srcOrd="1" destOrd="0" presId="urn:microsoft.com/office/officeart/2018/2/layout/IconVerticalSolidList"/>
    <dgm:cxn modelId="{B6BDA14D-EB3E-499A-ABCF-10563F4DBB44}" type="presParOf" srcId="{8BBA76CE-0A0E-49D5-8BD4-066B28870C52}" destId="{F5E8BC1A-B8F7-4DF0-BF57-AD222A56E456}" srcOrd="2" destOrd="0" presId="urn:microsoft.com/office/officeart/2018/2/layout/IconVerticalSolidList"/>
    <dgm:cxn modelId="{3F5C7720-5CE4-4A2F-8681-5DC4002B507C}" type="presParOf" srcId="{8BBA76CE-0A0E-49D5-8BD4-066B28870C52}" destId="{09A480FB-C042-4EF1-B14F-41770199BA43}" srcOrd="3" destOrd="0" presId="urn:microsoft.com/office/officeart/2018/2/layout/IconVerticalSolidList"/>
    <dgm:cxn modelId="{F71539DC-989C-4D7D-A481-DC61BEFE7DAA}" type="presParOf" srcId="{A8A95BD2-9E3A-447D-99C4-7D7AA68393D9}" destId="{72F5DB85-3C2E-457F-8818-72F35CCD4D05}" srcOrd="1" destOrd="0" presId="urn:microsoft.com/office/officeart/2018/2/layout/IconVerticalSolidList"/>
    <dgm:cxn modelId="{CC02DB66-6AD0-4ABB-9613-B55850E5B530}" type="presParOf" srcId="{A8A95BD2-9E3A-447D-99C4-7D7AA68393D9}" destId="{C3C06615-CD05-4A6F-84DD-B4B29F1C2C22}" srcOrd="2" destOrd="0" presId="urn:microsoft.com/office/officeart/2018/2/layout/IconVerticalSolidList"/>
    <dgm:cxn modelId="{7B4791C3-CBE9-4EF6-ABB9-97A04DD2BB9F}" type="presParOf" srcId="{C3C06615-CD05-4A6F-84DD-B4B29F1C2C22}" destId="{A37DE449-7CC2-447F-919A-0040FE6EEB8A}" srcOrd="0" destOrd="0" presId="urn:microsoft.com/office/officeart/2018/2/layout/IconVerticalSolidList"/>
    <dgm:cxn modelId="{025F7FCC-F3CC-43D6-AFEB-F6980B20E149}" type="presParOf" srcId="{C3C06615-CD05-4A6F-84DD-B4B29F1C2C22}" destId="{FE627216-75B8-4B87-9B60-1F3FCA314F00}" srcOrd="1" destOrd="0" presId="urn:microsoft.com/office/officeart/2018/2/layout/IconVerticalSolidList"/>
    <dgm:cxn modelId="{D5C7EFCB-4410-4DEC-99E4-167511F0CE72}" type="presParOf" srcId="{C3C06615-CD05-4A6F-84DD-B4B29F1C2C22}" destId="{B75E2FB6-3F28-4C6D-9C03-FE8FC3F66801}" srcOrd="2" destOrd="0" presId="urn:microsoft.com/office/officeart/2018/2/layout/IconVerticalSolidList"/>
    <dgm:cxn modelId="{BB637AF7-9C40-4EFC-AAB6-161CFD82041C}" type="presParOf" srcId="{C3C06615-CD05-4A6F-84DD-B4B29F1C2C22}" destId="{4A988772-A774-42B9-A4FB-F843996310CF}" srcOrd="3" destOrd="0" presId="urn:microsoft.com/office/officeart/2018/2/layout/IconVerticalSolidList"/>
    <dgm:cxn modelId="{8E82F9AF-47DB-419D-AB64-5232B7D28521}" type="presParOf" srcId="{A8A95BD2-9E3A-447D-99C4-7D7AA68393D9}" destId="{8D58E25A-DD3B-40BA-88A9-220EBD1E40CB}" srcOrd="3" destOrd="0" presId="urn:microsoft.com/office/officeart/2018/2/layout/IconVerticalSolidList"/>
    <dgm:cxn modelId="{14A16180-04B5-40A8-B3DF-97C87CB6F3B3}" type="presParOf" srcId="{A8A95BD2-9E3A-447D-99C4-7D7AA68393D9}" destId="{166109A3-0431-4B08-93FA-62434B3246AD}" srcOrd="4" destOrd="0" presId="urn:microsoft.com/office/officeart/2018/2/layout/IconVerticalSolidList"/>
    <dgm:cxn modelId="{DBD84F65-70E6-4DA9-8D07-180B7FEFAF59}" type="presParOf" srcId="{166109A3-0431-4B08-93FA-62434B3246AD}" destId="{B022E30C-16C7-4CD5-8B7E-5EB2BE22917D}" srcOrd="0" destOrd="0" presId="urn:microsoft.com/office/officeart/2018/2/layout/IconVerticalSolidList"/>
    <dgm:cxn modelId="{3AD2F2CA-67F1-456B-AA72-9732669C6D5B}" type="presParOf" srcId="{166109A3-0431-4B08-93FA-62434B3246AD}" destId="{BDF8EA29-6F48-4443-9F9A-CFB15782CC53}" srcOrd="1" destOrd="0" presId="urn:microsoft.com/office/officeart/2018/2/layout/IconVerticalSolidList"/>
    <dgm:cxn modelId="{C94412CE-A453-4EC4-A770-5A5844C606A5}" type="presParOf" srcId="{166109A3-0431-4B08-93FA-62434B3246AD}" destId="{59824659-F344-43A7-BA0C-CCAC11D227F4}" srcOrd="2" destOrd="0" presId="urn:microsoft.com/office/officeart/2018/2/layout/IconVerticalSolidList"/>
    <dgm:cxn modelId="{AB91A2B3-5C73-49A2-90E0-599CD1D7D995}" type="presParOf" srcId="{166109A3-0431-4B08-93FA-62434B3246AD}" destId="{DC76FB25-5F01-4062-AFC5-48BE4FB93A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1F2660-02AE-4776-9CD3-B01D207E8B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DFF528-9D68-44AA-B55E-60B3D9D15806}">
      <dgm:prSet/>
      <dgm:spPr/>
      <dgm:t>
        <a:bodyPr/>
        <a:lstStyle/>
        <a:p>
          <a:r>
            <a:rPr lang="en-US"/>
            <a:t>• High-level (aws s3) vs low-level (aws s3api).</a:t>
          </a:r>
        </a:p>
      </dgm:t>
    </dgm:pt>
    <dgm:pt modelId="{7DEC17AC-7D49-4C4D-9495-C4996AD8670F}" type="parTrans" cxnId="{E4829805-D11C-4850-B655-635BF5801D71}">
      <dgm:prSet/>
      <dgm:spPr/>
      <dgm:t>
        <a:bodyPr/>
        <a:lstStyle/>
        <a:p>
          <a:endParaRPr lang="en-US"/>
        </a:p>
      </dgm:t>
    </dgm:pt>
    <dgm:pt modelId="{1C0DE571-381E-4BE4-83A9-960EEB289A25}" type="sibTrans" cxnId="{E4829805-D11C-4850-B655-635BF5801D71}">
      <dgm:prSet/>
      <dgm:spPr/>
      <dgm:t>
        <a:bodyPr/>
        <a:lstStyle/>
        <a:p>
          <a:endParaRPr lang="en-US"/>
        </a:p>
      </dgm:t>
    </dgm:pt>
    <dgm:pt modelId="{DB25C5B5-1BD2-4539-9BF0-2152C0D99C37}">
      <dgm:prSet/>
      <dgm:spPr/>
      <dgm:t>
        <a:bodyPr/>
        <a:lstStyle/>
        <a:p>
          <a:r>
            <a:rPr lang="en-US"/>
            <a:t>• s3api = full API access, e.g., aws s3api put-object.</a:t>
          </a:r>
        </a:p>
      </dgm:t>
    </dgm:pt>
    <dgm:pt modelId="{04441731-4855-4BED-96D1-C6F190B01C20}" type="parTrans" cxnId="{0178BC84-ADB1-4451-91AC-8E10E0DE445A}">
      <dgm:prSet/>
      <dgm:spPr/>
      <dgm:t>
        <a:bodyPr/>
        <a:lstStyle/>
        <a:p>
          <a:endParaRPr lang="en-US"/>
        </a:p>
      </dgm:t>
    </dgm:pt>
    <dgm:pt modelId="{415A541B-F177-4713-8F95-23882089CD92}" type="sibTrans" cxnId="{0178BC84-ADB1-4451-91AC-8E10E0DE445A}">
      <dgm:prSet/>
      <dgm:spPr/>
      <dgm:t>
        <a:bodyPr/>
        <a:lstStyle/>
        <a:p>
          <a:endParaRPr lang="en-US"/>
        </a:p>
      </dgm:t>
    </dgm:pt>
    <dgm:pt modelId="{C4C5AE76-0769-4A6E-812D-A9D351BC2757}">
      <dgm:prSet/>
      <dgm:spPr/>
      <dgm:t>
        <a:bodyPr/>
        <a:lstStyle/>
        <a:p>
          <a:r>
            <a:rPr lang="en-US"/>
            <a:t>• Use s3api for fine-grained control.</a:t>
          </a:r>
        </a:p>
      </dgm:t>
    </dgm:pt>
    <dgm:pt modelId="{759C36C7-07B7-47B9-AC3C-7741B0601BC6}" type="parTrans" cxnId="{297C41CA-462A-4D05-BAD4-6D86F6ED17CA}">
      <dgm:prSet/>
      <dgm:spPr/>
      <dgm:t>
        <a:bodyPr/>
        <a:lstStyle/>
        <a:p>
          <a:endParaRPr lang="en-US"/>
        </a:p>
      </dgm:t>
    </dgm:pt>
    <dgm:pt modelId="{AA1FAC21-AABF-40FA-8D82-4336276DA3F8}" type="sibTrans" cxnId="{297C41CA-462A-4D05-BAD4-6D86F6ED17CA}">
      <dgm:prSet/>
      <dgm:spPr/>
      <dgm:t>
        <a:bodyPr/>
        <a:lstStyle/>
        <a:p>
          <a:endParaRPr lang="en-US"/>
        </a:p>
      </dgm:t>
    </dgm:pt>
    <dgm:pt modelId="{33AE5C0C-B425-4C37-9229-FE1930886B6F}" type="pres">
      <dgm:prSet presAssocID="{171F2660-02AE-4776-9CD3-B01D207E8B36}" presName="root" presStyleCnt="0">
        <dgm:presLayoutVars>
          <dgm:dir/>
          <dgm:resizeHandles val="exact"/>
        </dgm:presLayoutVars>
      </dgm:prSet>
      <dgm:spPr/>
    </dgm:pt>
    <dgm:pt modelId="{8E72BF33-17A7-48FB-8C0C-74BA4FB0EF63}" type="pres">
      <dgm:prSet presAssocID="{21DFF528-9D68-44AA-B55E-60B3D9D15806}" presName="compNode" presStyleCnt="0"/>
      <dgm:spPr/>
    </dgm:pt>
    <dgm:pt modelId="{C36C10D5-1A79-4864-B728-2A0FD3FDF605}" type="pres">
      <dgm:prSet presAssocID="{21DFF528-9D68-44AA-B55E-60B3D9D15806}" presName="bgRect" presStyleLbl="bgShp" presStyleIdx="0" presStyleCnt="3"/>
      <dgm:spPr/>
    </dgm:pt>
    <dgm:pt modelId="{5762C8AE-CF2F-4135-8FF0-2201224CA482}" type="pres">
      <dgm:prSet presAssocID="{21DFF528-9D68-44AA-B55E-60B3D9D158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582A82F-2872-4EED-9769-E849405581BC}" type="pres">
      <dgm:prSet presAssocID="{21DFF528-9D68-44AA-B55E-60B3D9D15806}" presName="spaceRect" presStyleCnt="0"/>
      <dgm:spPr/>
    </dgm:pt>
    <dgm:pt modelId="{7054389A-8DEC-485C-81CB-A3384C8119C3}" type="pres">
      <dgm:prSet presAssocID="{21DFF528-9D68-44AA-B55E-60B3D9D15806}" presName="parTx" presStyleLbl="revTx" presStyleIdx="0" presStyleCnt="3">
        <dgm:presLayoutVars>
          <dgm:chMax val="0"/>
          <dgm:chPref val="0"/>
        </dgm:presLayoutVars>
      </dgm:prSet>
      <dgm:spPr/>
    </dgm:pt>
    <dgm:pt modelId="{391B8874-74E9-46AD-A985-FD8CB7DC8977}" type="pres">
      <dgm:prSet presAssocID="{1C0DE571-381E-4BE4-83A9-960EEB289A25}" presName="sibTrans" presStyleCnt="0"/>
      <dgm:spPr/>
    </dgm:pt>
    <dgm:pt modelId="{2B1DD292-43FE-48F7-9CF2-597CBBC393DB}" type="pres">
      <dgm:prSet presAssocID="{DB25C5B5-1BD2-4539-9BF0-2152C0D99C37}" presName="compNode" presStyleCnt="0"/>
      <dgm:spPr/>
    </dgm:pt>
    <dgm:pt modelId="{212CD537-EB23-41FD-884C-D64241A0A631}" type="pres">
      <dgm:prSet presAssocID="{DB25C5B5-1BD2-4539-9BF0-2152C0D99C37}" presName="bgRect" presStyleLbl="bgShp" presStyleIdx="1" presStyleCnt="3"/>
      <dgm:spPr/>
    </dgm:pt>
    <dgm:pt modelId="{DA51EC48-8011-47F0-9627-A83805CBE5B2}" type="pres">
      <dgm:prSet presAssocID="{DB25C5B5-1BD2-4539-9BF0-2152C0D99C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34272DC-CCFC-4F51-B9A4-771266D9208E}" type="pres">
      <dgm:prSet presAssocID="{DB25C5B5-1BD2-4539-9BF0-2152C0D99C37}" presName="spaceRect" presStyleCnt="0"/>
      <dgm:spPr/>
    </dgm:pt>
    <dgm:pt modelId="{7B0B02F9-2542-4468-9CF1-ABD3B5DFBDD2}" type="pres">
      <dgm:prSet presAssocID="{DB25C5B5-1BD2-4539-9BF0-2152C0D99C37}" presName="parTx" presStyleLbl="revTx" presStyleIdx="1" presStyleCnt="3">
        <dgm:presLayoutVars>
          <dgm:chMax val="0"/>
          <dgm:chPref val="0"/>
        </dgm:presLayoutVars>
      </dgm:prSet>
      <dgm:spPr/>
    </dgm:pt>
    <dgm:pt modelId="{9CE09C1F-FAAA-447A-9611-4E4377F3C127}" type="pres">
      <dgm:prSet presAssocID="{415A541B-F177-4713-8F95-23882089CD92}" presName="sibTrans" presStyleCnt="0"/>
      <dgm:spPr/>
    </dgm:pt>
    <dgm:pt modelId="{88314F69-DDCA-46CA-BFCA-CF841E070CCB}" type="pres">
      <dgm:prSet presAssocID="{C4C5AE76-0769-4A6E-812D-A9D351BC2757}" presName="compNode" presStyleCnt="0"/>
      <dgm:spPr/>
    </dgm:pt>
    <dgm:pt modelId="{8CCDB10E-A525-4525-B87C-37698177DF23}" type="pres">
      <dgm:prSet presAssocID="{C4C5AE76-0769-4A6E-812D-A9D351BC2757}" presName="bgRect" presStyleLbl="bgShp" presStyleIdx="2" presStyleCnt="3"/>
      <dgm:spPr/>
    </dgm:pt>
    <dgm:pt modelId="{5ED993E6-E16F-4417-83CD-5580A6131102}" type="pres">
      <dgm:prSet presAssocID="{C4C5AE76-0769-4A6E-812D-A9D351BC27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88CBE3E9-DB85-4CA1-A876-7E5DD0745E60}" type="pres">
      <dgm:prSet presAssocID="{C4C5AE76-0769-4A6E-812D-A9D351BC2757}" presName="spaceRect" presStyleCnt="0"/>
      <dgm:spPr/>
    </dgm:pt>
    <dgm:pt modelId="{B3F40924-7431-4258-9A50-CF6B63A82A15}" type="pres">
      <dgm:prSet presAssocID="{C4C5AE76-0769-4A6E-812D-A9D351BC27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829805-D11C-4850-B655-635BF5801D71}" srcId="{171F2660-02AE-4776-9CD3-B01D207E8B36}" destId="{21DFF528-9D68-44AA-B55E-60B3D9D15806}" srcOrd="0" destOrd="0" parTransId="{7DEC17AC-7D49-4C4D-9495-C4996AD8670F}" sibTransId="{1C0DE571-381E-4BE4-83A9-960EEB289A25}"/>
    <dgm:cxn modelId="{6C56290A-D410-4E06-8C1D-F1794F536FE4}" type="presOf" srcId="{DB25C5B5-1BD2-4539-9BF0-2152C0D99C37}" destId="{7B0B02F9-2542-4468-9CF1-ABD3B5DFBDD2}" srcOrd="0" destOrd="0" presId="urn:microsoft.com/office/officeart/2018/2/layout/IconVerticalSolidList"/>
    <dgm:cxn modelId="{02D43060-0F86-4E03-9C98-43739633298E}" type="presOf" srcId="{21DFF528-9D68-44AA-B55E-60B3D9D15806}" destId="{7054389A-8DEC-485C-81CB-A3384C8119C3}" srcOrd="0" destOrd="0" presId="urn:microsoft.com/office/officeart/2018/2/layout/IconVerticalSolidList"/>
    <dgm:cxn modelId="{19B91C63-117B-4CED-8997-F68A0BA619F2}" type="presOf" srcId="{C4C5AE76-0769-4A6E-812D-A9D351BC2757}" destId="{B3F40924-7431-4258-9A50-CF6B63A82A15}" srcOrd="0" destOrd="0" presId="urn:microsoft.com/office/officeart/2018/2/layout/IconVerticalSolidList"/>
    <dgm:cxn modelId="{DA637B6B-4D01-4BB6-B046-943A120DABE5}" type="presOf" srcId="{171F2660-02AE-4776-9CD3-B01D207E8B36}" destId="{33AE5C0C-B425-4C37-9229-FE1930886B6F}" srcOrd="0" destOrd="0" presId="urn:microsoft.com/office/officeart/2018/2/layout/IconVerticalSolidList"/>
    <dgm:cxn modelId="{0178BC84-ADB1-4451-91AC-8E10E0DE445A}" srcId="{171F2660-02AE-4776-9CD3-B01D207E8B36}" destId="{DB25C5B5-1BD2-4539-9BF0-2152C0D99C37}" srcOrd="1" destOrd="0" parTransId="{04441731-4855-4BED-96D1-C6F190B01C20}" sibTransId="{415A541B-F177-4713-8F95-23882089CD92}"/>
    <dgm:cxn modelId="{297C41CA-462A-4D05-BAD4-6D86F6ED17CA}" srcId="{171F2660-02AE-4776-9CD3-B01D207E8B36}" destId="{C4C5AE76-0769-4A6E-812D-A9D351BC2757}" srcOrd="2" destOrd="0" parTransId="{759C36C7-07B7-47B9-AC3C-7741B0601BC6}" sibTransId="{AA1FAC21-AABF-40FA-8D82-4336276DA3F8}"/>
    <dgm:cxn modelId="{5ED66652-8D09-4B8F-AA5B-91CE7F3E1E8F}" type="presParOf" srcId="{33AE5C0C-B425-4C37-9229-FE1930886B6F}" destId="{8E72BF33-17A7-48FB-8C0C-74BA4FB0EF63}" srcOrd="0" destOrd="0" presId="urn:microsoft.com/office/officeart/2018/2/layout/IconVerticalSolidList"/>
    <dgm:cxn modelId="{B7E2FE9A-B828-46B7-887B-EE5FA7E19ECD}" type="presParOf" srcId="{8E72BF33-17A7-48FB-8C0C-74BA4FB0EF63}" destId="{C36C10D5-1A79-4864-B728-2A0FD3FDF605}" srcOrd="0" destOrd="0" presId="urn:microsoft.com/office/officeart/2018/2/layout/IconVerticalSolidList"/>
    <dgm:cxn modelId="{75EF5B4D-CFD4-4DDE-9832-F48211327319}" type="presParOf" srcId="{8E72BF33-17A7-48FB-8C0C-74BA4FB0EF63}" destId="{5762C8AE-CF2F-4135-8FF0-2201224CA482}" srcOrd="1" destOrd="0" presId="urn:microsoft.com/office/officeart/2018/2/layout/IconVerticalSolidList"/>
    <dgm:cxn modelId="{A3600174-5D33-4A67-A417-B9AB0DE5AB2C}" type="presParOf" srcId="{8E72BF33-17A7-48FB-8C0C-74BA4FB0EF63}" destId="{3582A82F-2872-4EED-9769-E849405581BC}" srcOrd="2" destOrd="0" presId="urn:microsoft.com/office/officeart/2018/2/layout/IconVerticalSolidList"/>
    <dgm:cxn modelId="{F915C037-C660-4222-9BD7-9257325921CA}" type="presParOf" srcId="{8E72BF33-17A7-48FB-8C0C-74BA4FB0EF63}" destId="{7054389A-8DEC-485C-81CB-A3384C8119C3}" srcOrd="3" destOrd="0" presId="urn:microsoft.com/office/officeart/2018/2/layout/IconVerticalSolidList"/>
    <dgm:cxn modelId="{E6FF873B-AF1D-4CE9-8CC8-D97D17E544BE}" type="presParOf" srcId="{33AE5C0C-B425-4C37-9229-FE1930886B6F}" destId="{391B8874-74E9-46AD-A985-FD8CB7DC8977}" srcOrd="1" destOrd="0" presId="urn:microsoft.com/office/officeart/2018/2/layout/IconVerticalSolidList"/>
    <dgm:cxn modelId="{2B52403B-A4B8-49C9-A0A0-5180B34F33A9}" type="presParOf" srcId="{33AE5C0C-B425-4C37-9229-FE1930886B6F}" destId="{2B1DD292-43FE-48F7-9CF2-597CBBC393DB}" srcOrd="2" destOrd="0" presId="urn:microsoft.com/office/officeart/2018/2/layout/IconVerticalSolidList"/>
    <dgm:cxn modelId="{FC693525-10A9-4D81-90C8-87E4B4DA3547}" type="presParOf" srcId="{2B1DD292-43FE-48F7-9CF2-597CBBC393DB}" destId="{212CD537-EB23-41FD-884C-D64241A0A631}" srcOrd="0" destOrd="0" presId="urn:microsoft.com/office/officeart/2018/2/layout/IconVerticalSolidList"/>
    <dgm:cxn modelId="{B2EF0B41-4299-45A4-8714-AA40BA94E4A0}" type="presParOf" srcId="{2B1DD292-43FE-48F7-9CF2-597CBBC393DB}" destId="{DA51EC48-8011-47F0-9627-A83805CBE5B2}" srcOrd="1" destOrd="0" presId="urn:microsoft.com/office/officeart/2018/2/layout/IconVerticalSolidList"/>
    <dgm:cxn modelId="{A9B59E7C-DC55-4EC0-A6C0-1A14D0E8E64B}" type="presParOf" srcId="{2B1DD292-43FE-48F7-9CF2-597CBBC393DB}" destId="{234272DC-CCFC-4F51-B9A4-771266D9208E}" srcOrd="2" destOrd="0" presId="urn:microsoft.com/office/officeart/2018/2/layout/IconVerticalSolidList"/>
    <dgm:cxn modelId="{9A06DDA2-C6FE-4CAB-AC6D-55EFDA34CA17}" type="presParOf" srcId="{2B1DD292-43FE-48F7-9CF2-597CBBC393DB}" destId="{7B0B02F9-2542-4468-9CF1-ABD3B5DFBDD2}" srcOrd="3" destOrd="0" presId="urn:microsoft.com/office/officeart/2018/2/layout/IconVerticalSolidList"/>
    <dgm:cxn modelId="{3E6732D0-7AF8-458E-847A-F22E6775C5EA}" type="presParOf" srcId="{33AE5C0C-B425-4C37-9229-FE1930886B6F}" destId="{9CE09C1F-FAAA-447A-9611-4E4377F3C127}" srcOrd="3" destOrd="0" presId="urn:microsoft.com/office/officeart/2018/2/layout/IconVerticalSolidList"/>
    <dgm:cxn modelId="{9BE941A7-FB72-43A6-870D-52677CB63CA1}" type="presParOf" srcId="{33AE5C0C-B425-4C37-9229-FE1930886B6F}" destId="{88314F69-DDCA-46CA-BFCA-CF841E070CCB}" srcOrd="4" destOrd="0" presId="urn:microsoft.com/office/officeart/2018/2/layout/IconVerticalSolidList"/>
    <dgm:cxn modelId="{94F5E9E9-C876-4F07-AB93-8E34E56DCD01}" type="presParOf" srcId="{88314F69-DDCA-46CA-BFCA-CF841E070CCB}" destId="{8CCDB10E-A525-4525-B87C-37698177DF23}" srcOrd="0" destOrd="0" presId="urn:microsoft.com/office/officeart/2018/2/layout/IconVerticalSolidList"/>
    <dgm:cxn modelId="{141D5F4D-6E66-4D89-9B4D-36C89DCBBE8E}" type="presParOf" srcId="{88314F69-DDCA-46CA-BFCA-CF841E070CCB}" destId="{5ED993E6-E16F-4417-83CD-5580A6131102}" srcOrd="1" destOrd="0" presId="urn:microsoft.com/office/officeart/2018/2/layout/IconVerticalSolidList"/>
    <dgm:cxn modelId="{6BFF33FF-3979-46C0-BBB8-CC6FA609F5E3}" type="presParOf" srcId="{88314F69-DDCA-46CA-BFCA-CF841E070CCB}" destId="{88CBE3E9-DB85-4CA1-A876-7E5DD0745E60}" srcOrd="2" destOrd="0" presId="urn:microsoft.com/office/officeart/2018/2/layout/IconVerticalSolidList"/>
    <dgm:cxn modelId="{FAED3695-6FCF-4440-BE96-876DBA251834}" type="presParOf" srcId="{88314F69-DDCA-46CA-BFCA-CF841E070CCB}" destId="{B3F40924-7431-4258-9A50-CF6B63A82A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434C685-4F00-4414-BDBA-B04AA04622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07A02D8-1ED3-4D68-B0B3-D4302B8B4846}">
      <dgm:prSet/>
      <dgm:spPr/>
      <dgm:t>
        <a:bodyPr/>
        <a:lstStyle/>
        <a:p>
          <a:r>
            <a:rPr lang="en-US"/>
            <a:t>• Perform multiple writes (up to 25) per request.</a:t>
          </a:r>
        </a:p>
      </dgm:t>
    </dgm:pt>
    <dgm:pt modelId="{7806F500-A302-4F3C-8CC5-3582E6149045}" type="parTrans" cxnId="{9089F738-1DA7-485F-AC9B-0B19323E893A}">
      <dgm:prSet/>
      <dgm:spPr/>
      <dgm:t>
        <a:bodyPr/>
        <a:lstStyle/>
        <a:p>
          <a:endParaRPr lang="en-US"/>
        </a:p>
      </dgm:t>
    </dgm:pt>
    <dgm:pt modelId="{7D4E6B79-FD09-492C-B094-8D531123E383}" type="sibTrans" cxnId="{9089F738-1DA7-485F-AC9B-0B19323E893A}">
      <dgm:prSet/>
      <dgm:spPr/>
      <dgm:t>
        <a:bodyPr/>
        <a:lstStyle/>
        <a:p>
          <a:endParaRPr lang="en-US"/>
        </a:p>
      </dgm:t>
    </dgm:pt>
    <dgm:pt modelId="{AEE37AD5-E74E-4C33-A215-983B3274D9BB}">
      <dgm:prSet/>
      <dgm:spPr/>
      <dgm:t>
        <a:bodyPr/>
        <a:lstStyle/>
        <a:p>
          <a:r>
            <a:rPr lang="en-US"/>
            <a:t>• Efficient for bulk inserts and deletes.</a:t>
          </a:r>
        </a:p>
      </dgm:t>
    </dgm:pt>
    <dgm:pt modelId="{F4A85B81-3580-4790-BD87-D7F6DBAD5B96}" type="parTrans" cxnId="{39184FF2-9B4E-40F9-BC29-FA44B694FBF8}">
      <dgm:prSet/>
      <dgm:spPr/>
      <dgm:t>
        <a:bodyPr/>
        <a:lstStyle/>
        <a:p>
          <a:endParaRPr lang="en-US"/>
        </a:p>
      </dgm:t>
    </dgm:pt>
    <dgm:pt modelId="{A2F64E99-FE99-4F4B-A322-9786AA8D6EDF}" type="sibTrans" cxnId="{39184FF2-9B4E-40F9-BC29-FA44B694FBF8}">
      <dgm:prSet/>
      <dgm:spPr/>
      <dgm:t>
        <a:bodyPr/>
        <a:lstStyle/>
        <a:p>
          <a:endParaRPr lang="en-US"/>
        </a:p>
      </dgm:t>
    </dgm:pt>
    <dgm:pt modelId="{DE1E9DAA-EBD1-414C-B624-2CE4E5CD153F}">
      <dgm:prSet/>
      <dgm:spPr/>
      <dgm:t>
        <a:bodyPr/>
        <a:lstStyle/>
        <a:p>
          <a:r>
            <a:rPr lang="en-US"/>
            <a:t>• Example: aws dynamodb batch-write-item --request-items file://items.json</a:t>
          </a:r>
        </a:p>
      </dgm:t>
    </dgm:pt>
    <dgm:pt modelId="{BB8ABF9B-C423-40F8-8E75-F2A65C91EA9E}" type="parTrans" cxnId="{8394F4F9-B4B6-4F1C-A4D6-3EF097A87070}">
      <dgm:prSet/>
      <dgm:spPr/>
      <dgm:t>
        <a:bodyPr/>
        <a:lstStyle/>
        <a:p>
          <a:endParaRPr lang="en-US"/>
        </a:p>
      </dgm:t>
    </dgm:pt>
    <dgm:pt modelId="{61640BDD-19B1-4AAF-99C4-E5F346A869AA}" type="sibTrans" cxnId="{8394F4F9-B4B6-4F1C-A4D6-3EF097A87070}">
      <dgm:prSet/>
      <dgm:spPr/>
      <dgm:t>
        <a:bodyPr/>
        <a:lstStyle/>
        <a:p>
          <a:endParaRPr lang="en-US"/>
        </a:p>
      </dgm:t>
    </dgm:pt>
    <dgm:pt modelId="{86FFC300-4154-4F56-BA19-898E6BDFB925}" type="pres">
      <dgm:prSet presAssocID="{D434C685-4F00-4414-BDBA-B04AA0462283}" presName="root" presStyleCnt="0">
        <dgm:presLayoutVars>
          <dgm:dir/>
          <dgm:resizeHandles val="exact"/>
        </dgm:presLayoutVars>
      </dgm:prSet>
      <dgm:spPr/>
    </dgm:pt>
    <dgm:pt modelId="{9CE03A76-5470-444D-A943-5DB7A58FA35C}" type="pres">
      <dgm:prSet presAssocID="{B07A02D8-1ED3-4D68-B0B3-D4302B8B4846}" presName="compNode" presStyleCnt="0"/>
      <dgm:spPr/>
    </dgm:pt>
    <dgm:pt modelId="{13D8310C-2DF0-4017-96BA-863AA25039E8}" type="pres">
      <dgm:prSet presAssocID="{B07A02D8-1ED3-4D68-B0B3-D4302B8B4846}" presName="bgRect" presStyleLbl="bgShp" presStyleIdx="0" presStyleCnt="3"/>
      <dgm:spPr/>
    </dgm:pt>
    <dgm:pt modelId="{EFFD9078-C0FF-4B35-A8F7-6B95EEDE3E4E}" type="pres">
      <dgm:prSet presAssocID="{B07A02D8-1ED3-4D68-B0B3-D4302B8B48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9821ADE-5FC1-4EC1-A19A-38B08389222D}" type="pres">
      <dgm:prSet presAssocID="{B07A02D8-1ED3-4D68-B0B3-D4302B8B4846}" presName="spaceRect" presStyleCnt="0"/>
      <dgm:spPr/>
    </dgm:pt>
    <dgm:pt modelId="{CE33C8E0-0F23-4944-AA13-D92AB514C864}" type="pres">
      <dgm:prSet presAssocID="{B07A02D8-1ED3-4D68-B0B3-D4302B8B4846}" presName="parTx" presStyleLbl="revTx" presStyleIdx="0" presStyleCnt="3">
        <dgm:presLayoutVars>
          <dgm:chMax val="0"/>
          <dgm:chPref val="0"/>
        </dgm:presLayoutVars>
      </dgm:prSet>
      <dgm:spPr/>
    </dgm:pt>
    <dgm:pt modelId="{921A85A4-2313-4E7C-B3E2-47EBAB9D4A27}" type="pres">
      <dgm:prSet presAssocID="{7D4E6B79-FD09-492C-B094-8D531123E383}" presName="sibTrans" presStyleCnt="0"/>
      <dgm:spPr/>
    </dgm:pt>
    <dgm:pt modelId="{E775EDFC-2C94-47AF-8DDF-226F3290A83C}" type="pres">
      <dgm:prSet presAssocID="{AEE37AD5-E74E-4C33-A215-983B3274D9BB}" presName="compNode" presStyleCnt="0"/>
      <dgm:spPr/>
    </dgm:pt>
    <dgm:pt modelId="{B1280CB4-FBF8-4481-8E57-D1D19559785B}" type="pres">
      <dgm:prSet presAssocID="{AEE37AD5-E74E-4C33-A215-983B3274D9BB}" presName="bgRect" presStyleLbl="bgShp" presStyleIdx="1" presStyleCnt="3"/>
      <dgm:spPr/>
    </dgm:pt>
    <dgm:pt modelId="{1299A179-503A-477B-A243-44E3C4742BA7}" type="pres">
      <dgm:prSet presAssocID="{AEE37AD5-E74E-4C33-A215-983B3274D9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214961B9-EC42-45AA-8E4F-E3BF9A033FC5}" type="pres">
      <dgm:prSet presAssocID="{AEE37AD5-E74E-4C33-A215-983B3274D9BB}" presName="spaceRect" presStyleCnt="0"/>
      <dgm:spPr/>
    </dgm:pt>
    <dgm:pt modelId="{2FD6B3F2-C7D8-41D1-9DA3-F5D309AF9AF9}" type="pres">
      <dgm:prSet presAssocID="{AEE37AD5-E74E-4C33-A215-983B3274D9BB}" presName="parTx" presStyleLbl="revTx" presStyleIdx="1" presStyleCnt="3">
        <dgm:presLayoutVars>
          <dgm:chMax val="0"/>
          <dgm:chPref val="0"/>
        </dgm:presLayoutVars>
      </dgm:prSet>
      <dgm:spPr/>
    </dgm:pt>
    <dgm:pt modelId="{0F31A3B2-D337-43A7-8517-F9E5EF7B666D}" type="pres">
      <dgm:prSet presAssocID="{A2F64E99-FE99-4F4B-A322-9786AA8D6EDF}" presName="sibTrans" presStyleCnt="0"/>
      <dgm:spPr/>
    </dgm:pt>
    <dgm:pt modelId="{C01B2A63-D47F-4353-BDA6-BDF42806783D}" type="pres">
      <dgm:prSet presAssocID="{DE1E9DAA-EBD1-414C-B624-2CE4E5CD153F}" presName="compNode" presStyleCnt="0"/>
      <dgm:spPr/>
    </dgm:pt>
    <dgm:pt modelId="{B3EABACB-431B-44F7-AAAB-D24F2FC633BC}" type="pres">
      <dgm:prSet presAssocID="{DE1E9DAA-EBD1-414C-B624-2CE4E5CD153F}" presName="bgRect" presStyleLbl="bgShp" presStyleIdx="2" presStyleCnt="3"/>
      <dgm:spPr/>
    </dgm:pt>
    <dgm:pt modelId="{37F6641D-28E0-4BFA-AFAF-1784C015110D}" type="pres">
      <dgm:prSet presAssocID="{DE1E9DAA-EBD1-414C-B624-2CE4E5CD15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A873986-CF48-4900-B45E-1AF29D00B1AF}" type="pres">
      <dgm:prSet presAssocID="{DE1E9DAA-EBD1-414C-B624-2CE4E5CD153F}" presName="spaceRect" presStyleCnt="0"/>
      <dgm:spPr/>
    </dgm:pt>
    <dgm:pt modelId="{A984A2A8-B670-44CC-A841-2098B2F870E7}" type="pres">
      <dgm:prSet presAssocID="{DE1E9DAA-EBD1-414C-B624-2CE4E5CD153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089F738-1DA7-485F-AC9B-0B19323E893A}" srcId="{D434C685-4F00-4414-BDBA-B04AA0462283}" destId="{B07A02D8-1ED3-4D68-B0B3-D4302B8B4846}" srcOrd="0" destOrd="0" parTransId="{7806F500-A302-4F3C-8CC5-3582E6149045}" sibTransId="{7D4E6B79-FD09-492C-B094-8D531123E383}"/>
    <dgm:cxn modelId="{73E79642-0DA3-4A69-B78A-2728110A5D05}" type="presOf" srcId="{B07A02D8-1ED3-4D68-B0B3-D4302B8B4846}" destId="{CE33C8E0-0F23-4944-AA13-D92AB514C864}" srcOrd="0" destOrd="0" presId="urn:microsoft.com/office/officeart/2018/2/layout/IconVerticalSolidList"/>
    <dgm:cxn modelId="{049E344D-1CB9-4F80-AD89-9764B8F7CA43}" type="presOf" srcId="{DE1E9DAA-EBD1-414C-B624-2CE4E5CD153F}" destId="{A984A2A8-B670-44CC-A841-2098B2F870E7}" srcOrd="0" destOrd="0" presId="urn:microsoft.com/office/officeart/2018/2/layout/IconVerticalSolidList"/>
    <dgm:cxn modelId="{5219D375-5850-48F4-99B8-8EB0502218D1}" type="presOf" srcId="{AEE37AD5-E74E-4C33-A215-983B3274D9BB}" destId="{2FD6B3F2-C7D8-41D1-9DA3-F5D309AF9AF9}" srcOrd="0" destOrd="0" presId="urn:microsoft.com/office/officeart/2018/2/layout/IconVerticalSolidList"/>
    <dgm:cxn modelId="{A29F1376-7E8A-4363-B7D3-8C4804C643F1}" type="presOf" srcId="{D434C685-4F00-4414-BDBA-B04AA0462283}" destId="{86FFC300-4154-4F56-BA19-898E6BDFB925}" srcOrd="0" destOrd="0" presId="urn:microsoft.com/office/officeart/2018/2/layout/IconVerticalSolidList"/>
    <dgm:cxn modelId="{39184FF2-9B4E-40F9-BC29-FA44B694FBF8}" srcId="{D434C685-4F00-4414-BDBA-B04AA0462283}" destId="{AEE37AD5-E74E-4C33-A215-983B3274D9BB}" srcOrd="1" destOrd="0" parTransId="{F4A85B81-3580-4790-BD87-D7F6DBAD5B96}" sibTransId="{A2F64E99-FE99-4F4B-A322-9786AA8D6EDF}"/>
    <dgm:cxn modelId="{8394F4F9-B4B6-4F1C-A4D6-3EF097A87070}" srcId="{D434C685-4F00-4414-BDBA-B04AA0462283}" destId="{DE1E9DAA-EBD1-414C-B624-2CE4E5CD153F}" srcOrd="2" destOrd="0" parTransId="{BB8ABF9B-C423-40F8-8E75-F2A65C91EA9E}" sibTransId="{61640BDD-19B1-4AAF-99C4-E5F346A869AA}"/>
    <dgm:cxn modelId="{C8DF440D-7555-4203-B703-19D6FBAAFA92}" type="presParOf" srcId="{86FFC300-4154-4F56-BA19-898E6BDFB925}" destId="{9CE03A76-5470-444D-A943-5DB7A58FA35C}" srcOrd="0" destOrd="0" presId="urn:microsoft.com/office/officeart/2018/2/layout/IconVerticalSolidList"/>
    <dgm:cxn modelId="{CD193ABB-DA44-4C29-A544-999AEB3A29FD}" type="presParOf" srcId="{9CE03A76-5470-444D-A943-5DB7A58FA35C}" destId="{13D8310C-2DF0-4017-96BA-863AA25039E8}" srcOrd="0" destOrd="0" presId="urn:microsoft.com/office/officeart/2018/2/layout/IconVerticalSolidList"/>
    <dgm:cxn modelId="{65D00F96-2BDC-464A-A010-61AF5E514E4B}" type="presParOf" srcId="{9CE03A76-5470-444D-A943-5DB7A58FA35C}" destId="{EFFD9078-C0FF-4B35-A8F7-6B95EEDE3E4E}" srcOrd="1" destOrd="0" presId="urn:microsoft.com/office/officeart/2018/2/layout/IconVerticalSolidList"/>
    <dgm:cxn modelId="{47A758C3-C301-4AEC-BD7C-02596B642C90}" type="presParOf" srcId="{9CE03A76-5470-444D-A943-5DB7A58FA35C}" destId="{E9821ADE-5FC1-4EC1-A19A-38B08389222D}" srcOrd="2" destOrd="0" presId="urn:microsoft.com/office/officeart/2018/2/layout/IconVerticalSolidList"/>
    <dgm:cxn modelId="{032E31DD-6CD1-417C-8AB2-BC83AD44CAFB}" type="presParOf" srcId="{9CE03A76-5470-444D-A943-5DB7A58FA35C}" destId="{CE33C8E0-0F23-4944-AA13-D92AB514C864}" srcOrd="3" destOrd="0" presId="urn:microsoft.com/office/officeart/2018/2/layout/IconVerticalSolidList"/>
    <dgm:cxn modelId="{20B7F8A5-ABE5-426E-A3EE-AEF51D8B8D5B}" type="presParOf" srcId="{86FFC300-4154-4F56-BA19-898E6BDFB925}" destId="{921A85A4-2313-4E7C-B3E2-47EBAB9D4A27}" srcOrd="1" destOrd="0" presId="urn:microsoft.com/office/officeart/2018/2/layout/IconVerticalSolidList"/>
    <dgm:cxn modelId="{5071AA3C-315B-4167-8124-DAAE6745AF49}" type="presParOf" srcId="{86FFC300-4154-4F56-BA19-898E6BDFB925}" destId="{E775EDFC-2C94-47AF-8DDF-226F3290A83C}" srcOrd="2" destOrd="0" presId="urn:microsoft.com/office/officeart/2018/2/layout/IconVerticalSolidList"/>
    <dgm:cxn modelId="{3131F010-D58A-48CF-ABBA-90AD197C50AA}" type="presParOf" srcId="{E775EDFC-2C94-47AF-8DDF-226F3290A83C}" destId="{B1280CB4-FBF8-4481-8E57-D1D19559785B}" srcOrd="0" destOrd="0" presId="urn:microsoft.com/office/officeart/2018/2/layout/IconVerticalSolidList"/>
    <dgm:cxn modelId="{153E6A97-EA0C-4BE8-818B-7B8E271170A0}" type="presParOf" srcId="{E775EDFC-2C94-47AF-8DDF-226F3290A83C}" destId="{1299A179-503A-477B-A243-44E3C4742BA7}" srcOrd="1" destOrd="0" presId="urn:microsoft.com/office/officeart/2018/2/layout/IconVerticalSolidList"/>
    <dgm:cxn modelId="{BF2DEA64-5F26-4CC7-B1AA-B502BD81E0D4}" type="presParOf" srcId="{E775EDFC-2C94-47AF-8DDF-226F3290A83C}" destId="{214961B9-EC42-45AA-8E4F-E3BF9A033FC5}" srcOrd="2" destOrd="0" presId="urn:microsoft.com/office/officeart/2018/2/layout/IconVerticalSolidList"/>
    <dgm:cxn modelId="{C611190B-CF81-4704-A7BD-708560A3A836}" type="presParOf" srcId="{E775EDFC-2C94-47AF-8DDF-226F3290A83C}" destId="{2FD6B3F2-C7D8-41D1-9DA3-F5D309AF9AF9}" srcOrd="3" destOrd="0" presId="urn:microsoft.com/office/officeart/2018/2/layout/IconVerticalSolidList"/>
    <dgm:cxn modelId="{1B67AE45-00B3-4F76-80A1-58965B921499}" type="presParOf" srcId="{86FFC300-4154-4F56-BA19-898E6BDFB925}" destId="{0F31A3B2-D337-43A7-8517-F9E5EF7B666D}" srcOrd="3" destOrd="0" presId="urn:microsoft.com/office/officeart/2018/2/layout/IconVerticalSolidList"/>
    <dgm:cxn modelId="{70D19E16-BCF3-4453-B624-7826CBF68F3A}" type="presParOf" srcId="{86FFC300-4154-4F56-BA19-898E6BDFB925}" destId="{C01B2A63-D47F-4353-BDA6-BDF42806783D}" srcOrd="4" destOrd="0" presId="urn:microsoft.com/office/officeart/2018/2/layout/IconVerticalSolidList"/>
    <dgm:cxn modelId="{94597E0A-D9A0-4D4D-88E3-C0C522E3E435}" type="presParOf" srcId="{C01B2A63-D47F-4353-BDA6-BDF42806783D}" destId="{B3EABACB-431B-44F7-AAAB-D24F2FC633BC}" srcOrd="0" destOrd="0" presId="urn:microsoft.com/office/officeart/2018/2/layout/IconVerticalSolidList"/>
    <dgm:cxn modelId="{7B4E299A-CE9D-4E49-9CB8-851192F0AAAD}" type="presParOf" srcId="{C01B2A63-D47F-4353-BDA6-BDF42806783D}" destId="{37F6641D-28E0-4BFA-AFAF-1784C015110D}" srcOrd="1" destOrd="0" presId="urn:microsoft.com/office/officeart/2018/2/layout/IconVerticalSolidList"/>
    <dgm:cxn modelId="{8211B39F-FC77-4D71-BB32-E8ADB3F85088}" type="presParOf" srcId="{C01B2A63-D47F-4353-BDA6-BDF42806783D}" destId="{8A873986-CF48-4900-B45E-1AF29D00B1AF}" srcOrd="2" destOrd="0" presId="urn:microsoft.com/office/officeart/2018/2/layout/IconVerticalSolidList"/>
    <dgm:cxn modelId="{1C87B79F-8586-448B-A6F8-AEFCA4F17016}" type="presParOf" srcId="{C01B2A63-D47F-4353-BDA6-BDF42806783D}" destId="{A984A2A8-B670-44CC-A841-2098B2F870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4468E73-E978-481A-AA09-E2723D2F3A6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3EC319B-9C6F-4575-935A-6A88BA4AA601}">
      <dgm:prSet/>
      <dgm:spPr/>
      <dgm:t>
        <a:bodyPr/>
        <a:lstStyle/>
        <a:p>
          <a:r>
            <a:rPr lang="en-US"/>
            <a:t>• AWS CLI simplifies management of AWS services.</a:t>
          </a:r>
        </a:p>
      </dgm:t>
    </dgm:pt>
    <dgm:pt modelId="{9EF24707-B00A-41A7-B2EE-2EFC6C1AFAF7}" type="parTrans" cxnId="{BD0978A5-079C-4381-A40D-21C6501DE435}">
      <dgm:prSet/>
      <dgm:spPr/>
      <dgm:t>
        <a:bodyPr/>
        <a:lstStyle/>
        <a:p>
          <a:endParaRPr lang="en-US"/>
        </a:p>
      </dgm:t>
    </dgm:pt>
    <dgm:pt modelId="{F5C6DA86-1BE7-48A7-8379-684233FDA4ED}" type="sibTrans" cxnId="{BD0978A5-079C-4381-A40D-21C6501DE435}">
      <dgm:prSet/>
      <dgm:spPr/>
      <dgm:t>
        <a:bodyPr/>
        <a:lstStyle/>
        <a:p>
          <a:endParaRPr lang="en-US"/>
        </a:p>
      </dgm:t>
    </dgm:pt>
    <dgm:pt modelId="{B5FC95BE-17D8-4EC9-8D29-DE02B7B5898A}">
      <dgm:prSet/>
      <dgm:spPr/>
      <dgm:t>
        <a:bodyPr/>
        <a:lstStyle/>
        <a:p>
          <a:r>
            <a:rPr lang="en-US"/>
            <a:t>• Master structure, parameters, and security.</a:t>
          </a:r>
        </a:p>
      </dgm:t>
    </dgm:pt>
    <dgm:pt modelId="{30E99136-18F0-41FF-A0CA-DEAC9832E6CB}" type="parTrans" cxnId="{D0BA018A-491F-4855-AEFF-EFAAC56AEE9C}">
      <dgm:prSet/>
      <dgm:spPr/>
      <dgm:t>
        <a:bodyPr/>
        <a:lstStyle/>
        <a:p>
          <a:endParaRPr lang="en-US"/>
        </a:p>
      </dgm:t>
    </dgm:pt>
    <dgm:pt modelId="{D28EB4D2-089D-45A5-A119-7BB6359A5CC9}" type="sibTrans" cxnId="{D0BA018A-491F-4855-AEFF-EFAAC56AEE9C}">
      <dgm:prSet/>
      <dgm:spPr/>
      <dgm:t>
        <a:bodyPr/>
        <a:lstStyle/>
        <a:p>
          <a:endParaRPr lang="en-US"/>
        </a:p>
      </dgm:t>
    </dgm:pt>
    <dgm:pt modelId="{0E346249-1D50-4287-B315-C18CF5CEC7D0}">
      <dgm:prSet/>
      <dgm:spPr/>
      <dgm:t>
        <a:bodyPr/>
        <a:lstStyle/>
        <a:p>
          <a:r>
            <a:rPr lang="en-US"/>
            <a:t>• Explore documentation and automate workflows.</a:t>
          </a:r>
        </a:p>
      </dgm:t>
    </dgm:pt>
    <dgm:pt modelId="{CEE1CCB6-B68A-453C-860D-D9136C80C5E9}" type="parTrans" cxnId="{64628D2F-E993-4DB8-B9AA-6759909E45AF}">
      <dgm:prSet/>
      <dgm:spPr/>
      <dgm:t>
        <a:bodyPr/>
        <a:lstStyle/>
        <a:p>
          <a:endParaRPr lang="en-US"/>
        </a:p>
      </dgm:t>
    </dgm:pt>
    <dgm:pt modelId="{99F20FC9-2D43-401F-8CC0-F77D4B668446}" type="sibTrans" cxnId="{64628D2F-E993-4DB8-B9AA-6759909E45AF}">
      <dgm:prSet/>
      <dgm:spPr/>
      <dgm:t>
        <a:bodyPr/>
        <a:lstStyle/>
        <a:p>
          <a:endParaRPr lang="en-US"/>
        </a:p>
      </dgm:t>
    </dgm:pt>
    <dgm:pt modelId="{49958A5A-2862-4E11-8CF8-0641A8CB0D38}" type="pres">
      <dgm:prSet presAssocID="{04468E73-E978-481A-AA09-E2723D2F3A65}" presName="root" presStyleCnt="0">
        <dgm:presLayoutVars>
          <dgm:dir/>
          <dgm:resizeHandles val="exact"/>
        </dgm:presLayoutVars>
      </dgm:prSet>
      <dgm:spPr/>
    </dgm:pt>
    <dgm:pt modelId="{D543F308-AF38-45CA-BA98-41895AA0CBA6}" type="pres">
      <dgm:prSet presAssocID="{73EC319B-9C6F-4575-935A-6A88BA4AA601}" presName="compNode" presStyleCnt="0"/>
      <dgm:spPr/>
    </dgm:pt>
    <dgm:pt modelId="{E0466F1A-A8C4-408B-935A-54F3489DAE7C}" type="pres">
      <dgm:prSet presAssocID="{73EC319B-9C6F-4575-935A-6A88BA4AA601}" presName="bgRect" presStyleLbl="bgShp" presStyleIdx="0" presStyleCnt="3"/>
      <dgm:spPr/>
    </dgm:pt>
    <dgm:pt modelId="{06645125-2BBA-44F1-BF4D-671ED164E8B7}" type="pres">
      <dgm:prSet presAssocID="{73EC319B-9C6F-4575-935A-6A88BA4AA6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57B4DC4-177B-4E44-92C0-955227C3CFA1}" type="pres">
      <dgm:prSet presAssocID="{73EC319B-9C6F-4575-935A-6A88BA4AA601}" presName="spaceRect" presStyleCnt="0"/>
      <dgm:spPr/>
    </dgm:pt>
    <dgm:pt modelId="{79FB6858-556B-40B2-A960-32AEA790356E}" type="pres">
      <dgm:prSet presAssocID="{73EC319B-9C6F-4575-935A-6A88BA4AA601}" presName="parTx" presStyleLbl="revTx" presStyleIdx="0" presStyleCnt="3">
        <dgm:presLayoutVars>
          <dgm:chMax val="0"/>
          <dgm:chPref val="0"/>
        </dgm:presLayoutVars>
      </dgm:prSet>
      <dgm:spPr/>
    </dgm:pt>
    <dgm:pt modelId="{AA6AFA11-C5E5-4E23-931D-07B53C595590}" type="pres">
      <dgm:prSet presAssocID="{F5C6DA86-1BE7-48A7-8379-684233FDA4ED}" presName="sibTrans" presStyleCnt="0"/>
      <dgm:spPr/>
    </dgm:pt>
    <dgm:pt modelId="{C80723EF-50C7-411E-9225-C022888B95BB}" type="pres">
      <dgm:prSet presAssocID="{B5FC95BE-17D8-4EC9-8D29-DE02B7B5898A}" presName="compNode" presStyleCnt="0"/>
      <dgm:spPr/>
    </dgm:pt>
    <dgm:pt modelId="{C6064484-3671-406E-BC52-107A157C243E}" type="pres">
      <dgm:prSet presAssocID="{B5FC95BE-17D8-4EC9-8D29-DE02B7B5898A}" presName="bgRect" presStyleLbl="bgShp" presStyleIdx="1" presStyleCnt="3"/>
      <dgm:spPr/>
    </dgm:pt>
    <dgm:pt modelId="{541DAEDC-B54D-4F50-902E-E3922B7D5BB3}" type="pres">
      <dgm:prSet presAssocID="{B5FC95BE-17D8-4EC9-8D29-DE02B7B589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CA41BC7-28FA-4200-8FB4-A64735E7E568}" type="pres">
      <dgm:prSet presAssocID="{B5FC95BE-17D8-4EC9-8D29-DE02B7B5898A}" presName="spaceRect" presStyleCnt="0"/>
      <dgm:spPr/>
    </dgm:pt>
    <dgm:pt modelId="{6C8D494C-F7B3-4384-A3D4-5F6946090F32}" type="pres">
      <dgm:prSet presAssocID="{B5FC95BE-17D8-4EC9-8D29-DE02B7B5898A}" presName="parTx" presStyleLbl="revTx" presStyleIdx="1" presStyleCnt="3">
        <dgm:presLayoutVars>
          <dgm:chMax val="0"/>
          <dgm:chPref val="0"/>
        </dgm:presLayoutVars>
      </dgm:prSet>
      <dgm:spPr/>
    </dgm:pt>
    <dgm:pt modelId="{AD3EB9C0-8BB4-4342-985E-9AA10E6A093C}" type="pres">
      <dgm:prSet presAssocID="{D28EB4D2-089D-45A5-A119-7BB6359A5CC9}" presName="sibTrans" presStyleCnt="0"/>
      <dgm:spPr/>
    </dgm:pt>
    <dgm:pt modelId="{516AAF90-AD15-451F-95BE-1A939AE323AF}" type="pres">
      <dgm:prSet presAssocID="{0E346249-1D50-4287-B315-C18CF5CEC7D0}" presName="compNode" presStyleCnt="0"/>
      <dgm:spPr/>
    </dgm:pt>
    <dgm:pt modelId="{98D23B33-0DCB-462F-A6C9-9714644C08FB}" type="pres">
      <dgm:prSet presAssocID="{0E346249-1D50-4287-B315-C18CF5CEC7D0}" presName="bgRect" presStyleLbl="bgShp" presStyleIdx="2" presStyleCnt="3"/>
      <dgm:spPr/>
    </dgm:pt>
    <dgm:pt modelId="{024FC366-8054-4F73-AB34-588037126DEF}" type="pres">
      <dgm:prSet presAssocID="{0E346249-1D50-4287-B315-C18CF5CEC7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89BB5B7-F6D2-4588-A1C4-DC53DFD9DF30}" type="pres">
      <dgm:prSet presAssocID="{0E346249-1D50-4287-B315-C18CF5CEC7D0}" presName="spaceRect" presStyleCnt="0"/>
      <dgm:spPr/>
    </dgm:pt>
    <dgm:pt modelId="{F5A21B29-3822-45BC-B9AF-3618F98AFF32}" type="pres">
      <dgm:prSet presAssocID="{0E346249-1D50-4287-B315-C18CF5CEC7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628D2F-E993-4DB8-B9AA-6759909E45AF}" srcId="{04468E73-E978-481A-AA09-E2723D2F3A65}" destId="{0E346249-1D50-4287-B315-C18CF5CEC7D0}" srcOrd="2" destOrd="0" parTransId="{CEE1CCB6-B68A-453C-860D-D9136C80C5E9}" sibTransId="{99F20FC9-2D43-401F-8CC0-F77D4B668446}"/>
    <dgm:cxn modelId="{BEC8A051-A116-4AAB-855C-40F08934DE7B}" type="presOf" srcId="{73EC319B-9C6F-4575-935A-6A88BA4AA601}" destId="{79FB6858-556B-40B2-A960-32AEA790356E}" srcOrd="0" destOrd="0" presId="urn:microsoft.com/office/officeart/2018/2/layout/IconVerticalSolidList"/>
    <dgm:cxn modelId="{D0BA018A-491F-4855-AEFF-EFAAC56AEE9C}" srcId="{04468E73-E978-481A-AA09-E2723D2F3A65}" destId="{B5FC95BE-17D8-4EC9-8D29-DE02B7B5898A}" srcOrd="1" destOrd="0" parTransId="{30E99136-18F0-41FF-A0CA-DEAC9832E6CB}" sibTransId="{D28EB4D2-089D-45A5-A119-7BB6359A5CC9}"/>
    <dgm:cxn modelId="{9570DF96-7A9F-4A07-83C2-FE5D901AB242}" type="presOf" srcId="{0E346249-1D50-4287-B315-C18CF5CEC7D0}" destId="{F5A21B29-3822-45BC-B9AF-3618F98AFF32}" srcOrd="0" destOrd="0" presId="urn:microsoft.com/office/officeart/2018/2/layout/IconVerticalSolidList"/>
    <dgm:cxn modelId="{BD0978A5-079C-4381-A40D-21C6501DE435}" srcId="{04468E73-E978-481A-AA09-E2723D2F3A65}" destId="{73EC319B-9C6F-4575-935A-6A88BA4AA601}" srcOrd="0" destOrd="0" parTransId="{9EF24707-B00A-41A7-B2EE-2EFC6C1AFAF7}" sibTransId="{F5C6DA86-1BE7-48A7-8379-684233FDA4ED}"/>
    <dgm:cxn modelId="{F32E4AF5-B9EB-4FC5-8D3D-2E993C12CD2D}" type="presOf" srcId="{B5FC95BE-17D8-4EC9-8D29-DE02B7B5898A}" destId="{6C8D494C-F7B3-4384-A3D4-5F6946090F32}" srcOrd="0" destOrd="0" presId="urn:microsoft.com/office/officeart/2018/2/layout/IconVerticalSolidList"/>
    <dgm:cxn modelId="{80289BFC-8223-4BD5-85E4-46EC6DFFFAFF}" type="presOf" srcId="{04468E73-E978-481A-AA09-E2723D2F3A65}" destId="{49958A5A-2862-4E11-8CF8-0641A8CB0D38}" srcOrd="0" destOrd="0" presId="urn:microsoft.com/office/officeart/2018/2/layout/IconVerticalSolidList"/>
    <dgm:cxn modelId="{EAA84BD6-3E7D-43FB-BD93-A6FDF745C647}" type="presParOf" srcId="{49958A5A-2862-4E11-8CF8-0641A8CB0D38}" destId="{D543F308-AF38-45CA-BA98-41895AA0CBA6}" srcOrd="0" destOrd="0" presId="urn:microsoft.com/office/officeart/2018/2/layout/IconVerticalSolidList"/>
    <dgm:cxn modelId="{CF36CE67-084D-41B6-AC75-7EF6C1F6C765}" type="presParOf" srcId="{D543F308-AF38-45CA-BA98-41895AA0CBA6}" destId="{E0466F1A-A8C4-408B-935A-54F3489DAE7C}" srcOrd="0" destOrd="0" presId="urn:microsoft.com/office/officeart/2018/2/layout/IconVerticalSolidList"/>
    <dgm:cxn modelId="{53337E95-2513-4FD2-A235-33FAC24F2F15}" type="presParOf" srcId="{D543F308-AF38-45CA-BA98-41895AA0CBA6}" destId="{06645125-2BBA-44F1-BF4D-671ED164E8B7}" srcOrd="1" destOrd="0" presId="urn:microsoft.com/office/officeart/2018/2/layout/IconVerticalSolidList"/>
    <dgm:cxn modelId="{D78D8CE0-3258-49AF-8518-A98EA17D0B6B}" type="presParOf" srcId="{D543F308-AF38-45CA-BA98-41895AA0CBA6}" destId="{A57B4DC4-177B-4E44-92C0-955227C3CFA1}" srcOrd="2" destOrd="0" presId="urn:microsoft.com/office/officeart/2018/2/layout/IconVerticalSolidList"/>
    <dgm:cxn modelId="{49B1E540-62BB-45EB-866D-E8F1FF5461CE}" type="presParOf" srcId="{D543F308-AF38-45CA-BA98-41895AA0CBA6}" destId="{79FB6858-556B-40B2-A960-32AEA790356E}" srcOrd="3" destOrd="0" presId="urn:microsoft.com/office/officeart/2018/2/layout/IconVerticalSolidList"/>
    <dgm:cxn modelId="{8FEDC2DE-88DA-437C-AA39-B70BAACA64BD}" type="presParOf" srcId="{49958A5A-2862-4E11-8CF8-0641A8CB0D38}" destId="{AA6AFA11-C5E5-4E23-931D-07B53C595590}" srcOrd="1" destOrd="0" presId="urn:microsoft.com/office/officeart/2018/2/layout/IconVerticalSolidList"/>
    <dgm:cxn modelId="{0C5BC1D8-1543-4C7A-B983-F4B4AC348D9B}" type="presParOf" srcId="{49958A5A-2862-4E11-8CF8-0641A8CB0D38}" destId="{C80723EF-50C7-411E-9225-C022888B95BB}" srcOrd="2" destOrd="0" presId="urn:microsoft.com/office/officeart/2018/2/layout/IconVerticalSolidList"/>
    <dgm:cxn modelId="{C4A673D2-1AAB-41F2-972E-110CE0B24F02}" type="presParOf" srcId="{C80723EF-50C7-411E-9225-C022888B95BB}" destId="{C6064484-3671-406E-BC52-107A157C243E}" srcOrd="0" destOrd="0" presId="urn:microsoft.com/office/officeart/2018/2/layout/IconVerticalSolidList"/>
    <dgm:cxn modelId="{7843F283-CCC0-4A4A-A9CA-1C3D79CD4D27}" type="presParOf" srcId="{C80723EF-50C7-411E-9225-C022888B95BB}" destId="{541DAEDC-B54D-4F50-902E-E3922B7D5BB3}" srcOrd="1" destOrd="0" presId="urn:microsoft.com/office/officeart/2018/2/layout/IconVerticalSolidList"/>
    <dgm:cxn modelId="{846312E5-8140-4E27-A788-BE3D8D5B4F75}" type="presParOf" srcId="{C80723EF-50C7-411E-9225-C022888B95BB}" destId="{DCA41BC7-28FA-4200-8FB4-A64735E7E568}" srcOrd="2" destOrd="0" presId="urn:microsoft.com/office/officeart/2018/2/layout/IconVerticalSolidList"/>
    <dgm:cxn modelId="{AA4256E6-DFC6-48FE-A0D6-FDB03632B275}" type="presParOf" srcId="{C80723EF-50C7-411E-9225-C022888B95BB}" destId="{6C8D494C-F7B3-4384-A3D4-5F6946090F32}" srcOrd="3" destOrd="0" presId="urn:microsoft.com/office/officeart/2018/2/layout/IconVerticalSolidList"/>
    <dgm:cxn modelId="{6B597F29-D657-4CEB-A2B0-FCCEF21D5152}" type="presParOf" srcId="{49958A5A-2862-4E11-8CF8-0641A8CB0D38}" destId="{AD3EB9C0-8BB4-4342-985E-9AA10E6A093C}" srcOrd="3" destOrd="0" presId="urn:microsoft.com/office/officeart/2018/2/layout/IconVerticalSolidList"/>
    <dgm:cxn modelId="{D2ABEF8F-BC13-4175-8A40-F1CF6CBB4077}" type="presParOf" srcId="{49958A5A-2862-4E11-8CF8-0641A8CB0D38}" destId="{516AAF90-AD15-451F-95BE-1A939AE323AF}" srcOrd="4" destOrd="0" presId="urn:microsoft.com/office/officeart/2018/2/layout/IconVerticalSolidList"/>
    <dgm:cxn modelId="{92CBBECF-D2AB-48DB-8E61-08A574EF0816}" type="presParOf" srcId="{516AAF90-AD15-451F-95BE-1A939AE323AF}" destId="{98D23B33-0DCB-462F-A6C9-9714644C08FB}" srcOrd="0" destOrd="0" presId="urn:microsoft.com/office/officeart/2018/2/layout/IconVerticalSolidList"/>
    <dgm:cxn modelId="{22AAA9DD-FDA3-4785-B3EA-AC2B1BB89A88}" type="presParOf" srcId="{516AAF90-AD15-451F-95BE-1A939AE323AF}" destId="{024FC366-8054-4F73-AB34-588037126DEF}" srcOrd="1" destOrd="0" presId="urn:microsoft.com/office/officeart/2018/2/layout/IconVerticalSolidList"/>
    <dgm:cxn modelId="{87503DE4-A4A4-4975-9EE1-A34C767E6FDA}" type="presParOf" srcId="{516AAF90-AD15-451F-95BE-1A939AE323AF}" destId="{389BB5B7-F6D2-4588-A1C4-DC53DFD9DF30}" srcOrd="2" destOrd="0" presId="urn:microsoft.com/office/officeart/2018/2/layout/IconVerticalSolidList"/>
    <dgm:cxn modelId="{AD4F29D6-B1F1-49EA-9CDA-4465708BA026}" type="presParOf" srcId="{516AAF90-AD15-451F-95BE-1A939AE323AF}" destId="{F5A21B29-3822-45BC-B9AF-3618F98AFF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94614-DB3E-4834-A730-B510F77B9559}">
      <dsp:nvSpPr>
        <dsp:cNvPr id="0" name=""/>
        <dsp:cNvSpPr/>
      </dsp:nvSpPr>
      <dsp:spPr>
        <a:xfrm>
          <a:off x="0" y="7910"/>
          <a:ext cx="5098256" cy="1814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Open-source tool to interact with AWS services via commands.</a:t>
          </a:r>
        </a:p>
      </dsp:txBody>
      <dsp:txXfrm>
        <a:off x="88585" y="96495"/>
        <a:ext cx="4921086" cy="1637500"/>
      </dsp:txXfrm>
    </dsp:sp>
    <dsp:sp modelId="{6F0C95B5-0C78-4414-9878-D2AD5C1F0FD3}">
      <dsp:nvSpPr>
        <dsp:cNvPr id="0" name=""/>
        <dsp:cNvSpPr/>
      </dsp:nvSpPr>
      <dsp:spPr>
        <a:xfrm>
          <a:off x="0" y="1917621"/>
          <a:ext cx="5098256" cy="181467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Mirrors functionality of AWS Management Console.</a:t>
          </a:r>
        </a:p>
      </dsp:txBody>
      <dsp:txXfrm>
        <a:off x="88585" y="2006206"/>
        <a:ext cx="4921086" cy="1637500"/>
      </dsp:txXfrm>
    </dsp:sp>
    <dsp:sp modelId="{5372FC9C-ECD4-4394-90A8-FBE1E7C36FD3}">
      <dsp:nvSpPr>
        <dsp:cNvPr id="0" name=""/>
        <dsp:cNvSpPr/>
      </dsp:nvSpPr>
      <dsp:spPr>
        <a:xfrm>
          <a:off x="0" y="3827331"/>
          <a:ext cx="5098256" cy="181467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Works on Linux, macOS, Windows, and EC2.</a:t>
          </a:r>
        </a:p>
      </dsp:txBody>
      <dsp:txXfrm>
        <a:off x="88585" y="3915916"/>
        <a:ext cx="4921086" cy="163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24BD4-8102-4FCD-B849-631C7B19D1CF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B9B20-2D5B-4AC9-8C78-9A02F10FBCFA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B0AB5-6609-44D2-94B0-922983CCD0E3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Latest major version supporting new features.</a:t>
          </a:r>
        </a:p>
      </dsp:txBody>
      <dsp:txXfrm>
        <a:off x="1372680" y="2344"/>
        <a:ext cx="3725575" cy="1188467"/>
      </dsp:txXfrm>
    </dsp:sp>
    <dsp:sp modelId="{F5DD200F-2EB1-462E-8C33-05723888529D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6B104-4ACA-412D-BBEC-CA81DF04E0B2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5D46B-2D5A-4FDA-AE3E-7D090F0368C7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Some changes may require script updates.</a:t>
          </a:r>
        </a:p>
      </dsp:txBody>
      <dsp:txXfrm>
        <a:off x="1372680" y="1487929"/>
        <a:ext cx="3725575" cy="1188467"/>
      </dsp:txXfrm>
    </dsp:sp>
    <dsp:sp modelId="{ED8DCEB3-FC00-4C2A-9670-4F6EE13DC687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9C7CB-4045-4DB9-AD0D-CBBCDE6FE855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5B9B6-376C-4754-AA41-2DB81CA02D49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Check version: aws –version</a:t>
          </a:r>
        </a:p>
      </dsp:txBody>
      <dsp:txXfrm>
        <a:off x="1372680" y="2973514"/>
        <a:ext cx="3725575" cy="1188467"/>
      </dsp:txXfrm>
    </dsp:sp>
    <dsp:sp modelId="{E77D37AC-24BF-404D-AE35-28AC491E411E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807C0-A404-40F0-B114-83DD85A69A17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51A38-806C-48C1-967D-76B24F9A3C42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hlinkClick xmlns:r="http://schemas.openxmlformats.org/officeDocument/2006/relationships" r:id="rId9"/>
            </a:rPr>
            <a:t>SEE</a:t>
          </a:r>
          <a:r>
            <a:rPr lang="en-US" sz="2200" kern="1200" dirty="0"/>
            <a:t> the Changelog</a:t>
          </a:r>
        </a:p>
      </dsp:txBody>
      <dsp:txXfrm>
        <a:off x="1372680" y="4459099"/>
        <a:ext cx="3725575" cy="11884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D8860-F1EA-42FA-939F-2EA2D4F6B458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5D9C6-A9BA-4755-8388-F98E8CBFAAFB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59D91-B9CF-4581-9E82-538345E24170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Detailed changelog covers service updates, API changes, and bug fixes.</a:t>
          </a:r>
        </a:p>
      </dsp:txBody>
      <dsp:txXfrm>
        <a:off x="1864015" y="689"/>
        <a:ext cx="3234240" cy="1613866"/>
      </dsp:txXfrm>
    </dsp:sp>
    <dsp:sp modelId="{D16E0A79-7479-4639-8411-10D2D81424A1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38D18-5CD9-44AC-9238-A9687D492C77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5F44E-3593-4B3A-BC0E-A050DE03716B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Example: imagebuilder, ec2, s3 updates.</a:t>
          </a:r>
        </a:p>
      </dsp:txBody>
      <dsp:txXfrm>
        <a:off x="1864015" y="2018022"/>
        <a:ext cx="3234240" cy="1613866"/>
      </dsp:txXfrm>
    </dsp:sp>
    <dsp:sp modelId="{0EF81834-6C02-4F4C-9222-00B3941BFE17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252F9-C04A-48D1-A51E-5918D5E8B7E8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79096-84F6-4E94-B55C-8D5255153ABE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Stay updated for latest features.</a:t>
          </a:r>
        </a:p>
      </dsp:txBody>
      <dsp:txXfrm>
        <a:off x="1864015" y="4035355"/>
        <a:ext cx="3234240" cy="16138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DE963-6B96-4E2D-8D48-332AAADCA9E9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8E9C5-962A-41D5-9F44-0DB8B4246CAB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1FD5B-5D67-4394-B575-950F0956116C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Includes new parameters, APIs, and bug fixes.</a:t>
          </a:r>
        </a:p>
      </dsp:txBody>
      <dsp:txXfrm>
        <a:off x="3150" y="2433040"/>
        <a:ext cx="2250000" cy="720000"/>
      </dsp:txXfrm>
    </dsp:sp>
    <dsp:sp modelId="{D5CA24DC-4C37-4D82-BFDE-FA4EFDC9CA01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C3ED6-8CB9-46E9-BF17-48A69A4FA5DB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11E0F-2FCE-41B3-BCE3-30D0B763AD35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Always test scripts before upgrading.</a:t>
          </a:r>
        </a:p>
      </dsp:txBody>
      <dsp:txXfrm>
        <a:off x="2646900" y="2433040"/>
        <a:ext cx="2250000" cy="720000"/>
      </dsp:txXfrm>
    </dsp:sp>
    <dsp:sp modelId="{2B43E80C-2538-4C5D-A14C-8B83236A8BBF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0AD5E-BD9F-4293-8B81-5A2FDAB267CB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4BDA1-EC20-460F-9976-0709BA1FF474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Check current version: aws --version</a:t>
          </a:r>
        </a:p>
      </dsp:txBody>
      <dsp:txXfrm>
        <a:off x="5290650" y="2433040"/>
        <a:ext cx="225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B6099-7F4F-4485-82DA-04E662348F34}">
      <dsp:nvSpPr>
        <dsp:cNvPr id="0" name=""/>
        <dsp:cNvSpPr/>
      </dsp:nvSpPr>
      <dsp:spPr>
        <a:xfrm>
          <a:off x="920" y="696203"/>
          <a:ext cx="3232267" cy="2052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ADD18-FBC4-49A5-8700-8BDE0C009882}">
      <dsp:nvSpPr>
        <dsp:cNvPr id="0" name=""/>
        <dsp:cNvSpPr/>
      </dsp:nvSpPr>
      <dsp:spPr>
        <a:xfrm>
          <a:off x="360061" y="1037386"/>
          <a:ext cx="3232267" cy="2052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Documentation and examples on AWS CLI User Guide.</a:t>
          </a:r>
        </a:p>
      </dsp:txBody>
      <dsp:txXfrm>
        <a:off x="420176" y="1097501"/>
        <a:ext cx="3112037" cy="1932260"/>
      </dsp:txXfrm>
    </dsp:sp>
    <dsp:sp modelId="{5037871A-A473-49AB-A7D0-63B8E893D1A0}">
      <dsp:nvSpPr>
        <dsp:cNvPr id="0" name=""/>
        <dsp:cNvSpPr/>
      </dsp:nvSpPr>
      <dsp:spPr>
        <a:xfrm>
          <a:off x="3951470" y="696203"/>
          <a:ext cx="3232267" cy="2052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9D770-D902-4A67-90C5-A522EBFE28A6}">
      <dsp:nvSpPr>
        <dsp:cNvPr id="0" name=""/>
        <dsp:cNvSpPr/>
      </dsp:nvSpPr>
      <dsp:spPr>
        <a:xfrm>
          <a:off x="4310611" y="1037386"/>
          <a:ext cx="3232267" cy="2052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Access GitHub repo, SDKs, and tools reference.</a:t>
          </a:r>
        </a:p>
      </dsp:txBody>
      <dsp:txXfrm>
        <a:off x="4370726" y="1097501"/>
        <a:ext cx="3112037" cy="19322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ECF35-D254-4ABF-A846-39788B87799D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E30E4-9448-4DAF-BE5A-985CD1A83BB0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Built on Python and works with Boto3.</a:t>
          </a:r>
        </a:p>
      </dsp:txBody>
      <dsp:txXfrm>
        <a:off x="155595" y="2168110"/>
        <a:ext cx="2158987" cy="720000"/>
      </dsp:txXfrm>
    </dsp:sp>
    <dsp:sp modelId="{E9F1B527-2999-452D-AC39-C5007A7C8E72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34CB9-6CAD-4E9A-9ABA-44B1ABB14FA9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Combine CLI commands with Python automation.</a:t>
          </a:r>
        </a:p>
      </dsp:txBody>
      <dsp:txXfrm>
        <a:off x="2692406" y="2168110"/>
        <a:ext cx="2158987" cy="720000"/>
      </dsp:txXfrm>
    </dsp:sp>
    <dsp:sp modelId="{DDCC9820-17E2-4F55-BCEC-C7F532849080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C18A2-B6C8-42F8-A1F5-F42EC213C6F7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Useful in DevOps pipelines and scripts.</a:t>
          </a:r>
        </a:p>
      </dsp:txBody>
      <dsp:txXfrm>
        <a:off x="5229216" y="2168110"/>
        <a:ext cx="2158987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0A0F9-0FA4-407A-8E14-34A7B495C126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5A56A-E9AB-45A8-8721-CF377FDA7ED3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7CE63-2772-4584-A775-4008C830FA4E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Wait commands: aws &lt;service&gt; wait &lt;subcommand&gt;</a:t>
          </a:r>
        </a:p>
      </dsp:txBody>
      <dsp:txXfrm>
        <a:off x="1864015" y="689"/>
        <a:ext cx="3234240" cy="1613866"/>
      </dsp:txXfrm>
    </dsp:sp>
    <dsp:sp modelId="{BC454F78-9A50-4165-ABA1-04778824F920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69019-A452-49F4-832A-5879690F8199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F1C70-2173-4059-9922-8E88A9FB7381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Useful for automation (e.g., EC2 running).</a:t>
          </a:r>
        </a:p>
      </dsp:txBody>
      <dsp:txXfrm>
        <a:off x="1864015" y="2018022"/>
        <a:ext cx="3234240" cy="1613866"/>
      </dsp:txXfrm>
    </dsp:sp>
    <dsp:sp modelId="{D20C5339-507E-4F7E-848F-12FE5587D7FD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67D05-CFD0-4559-B6E3-5FBE966F07CB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8EE09-1939-4256-91AB-C644ED86727C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Check service docs for supported commands.</a:t>
          </a:r>
        </a:p>
      </dsp:txBody>
      <dsp:txXfrm>
        <a:off x="1864015" y="4035355"/>
        <a:ext cx="3234240" cy="16138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A6BDC-8761-457D-8919-CF9594C08D41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862E7-7935-41E9-93F3-DEFAB58B7BE6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480FB-C042-4EF1-B14F-41770199BA43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Shared responsibility model.</a:t>
          </a:r>
        </a:p>
      </dsp:txBody>
      <dsp:txXfrm>
        <a:off x="1864015" y="689"/>
        <a:ext cx="3234240" cy="1613866"/>
      </dsp:txXfrm>
    </dsp:sp>
    <dsp:sp modelId="{A37DE449-7CC2-447F-919A-0040FE6EEB8A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27216-75B8-4B87-9B60-1F3FCA314F00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88772-A774-42B9-A4FB-F843996310CF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Protect credentials and config files.</a:t>
          </a:r>
        </a:p>
      </dsp:txBody>
      <dsp:txXfrm>
        <a:off x="1864015" y="2018022"/>
        <a:ext cx="3234240" cy="1613866"/>
      </dsp:txXfrm>
    </dsp:sp>
    <dsp:sp modelId="{B022E30C-16C7-4CD5-8B7E-5EB2BE22917D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8EA29-6F48-4443-9F9A-CFB15782CC53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6FB25-5F01-4062-AFC5-48BE4FB93A8E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 IAM roles, least privilege, and CloudTrail auditing.</a:t>
          </a:r>
        </a:p>
      </dsp:txBody>
      <dsp:txXfrm>
        <a:off x="1864015" y="4035355"/>
        <a:ext cx="3234240" cy="16138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C10D5-1A79-4864-B728-2A0FD3FDF605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2C8AE-CF2F-4135-8FF0-2201224CA482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4389A-8DEC-485C-81CB-A3384C8119C3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High-level (aws s3) vs low-level (aws s3api).</a:t>
          </a:r>
        </a:p>
      </dsp:txBody>
      <dsp:txXfrm>
        <a:off x="1864015" y="689"/>
        <a:ext cx="3234240" cy="1613866"/>
      </dsp:txXfrm>
    </dsp:sp>
    <dsp:sp modelId="{212CD537-EB23-41FD-884C-D64241A0A631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1EC48-8011-47F0-9627-A83805CBE5B2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B02F9-2542-4468-9CF1-ABD3B5DFBDD2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s3api = full API access, e.g., aws s3api put-object.</a:t>
          </a:r>
        </a:p>
      </dsp:txBody>
      <dsp:txXfrm>
        <a:off x="1864015" y="2018022"/>
        <a:ext cx="3234240" cy="1613866"/>
      </dsp:txXfrm>
    </dsp:sp>
    <dsp:sp modelId="{8CCDB10E-A525-4525-B87C-37698177DF23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993E6-E16F-4417-83CD-5580A6131102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0924-7431-4258-9A50-CF6B63A82A15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 s3api for fine-grained control.</a:t>
          </a:r>
        </a:p>
      </dsp:txBody>
      <dsp:txXfrm>
        <a:off x="1864015" y="4035355"/>
        <a:ext cx="3234240" cy="16138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8310C-2DF0-4017-96BA-863AA25039E8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D9078-C0FF-4B35-A8F7-6B95EEDE3E4E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3C8E0-0F23-4944-AA13-D92AB514C864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Perform multiple writes (up to 25) per request.</a:t>
          </a:r>
        </a:p>
      </dsp:txBody>
      <dsp:txXfrm>
        <a:off x="1864015" y="689"/>
        <a:ext cx="3234240" cy="1613866"/>
      </dsp:txXfrm>
    </dsp:sp>
    <dsp:sp modelId="{B1280CB4-FBF8-4481-8E57-D1D19559785B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9A179-503A-477B-A243-44E3C4742BA7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6B3F2-C7D8-41D1-9DA3-F5D309AF9AF9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Efficient for bulk inserts and deletes.</a:t>
          </a:r>
        </a:p>
      </dsp:txBody>
      <dsp:txXfrm>
        <a:off x="1864015" y="2018022"/>
        <a:ext cx="3234240" cy="1613866"/>
      </dsp:txXfrm>
    </dsp:sp>
    <dsp:sp modelId="{B3EABACB-431B-44F7-AAAB-D24F2FC633BC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6641D-28E0-4BFA-AFAF-1784C015110D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4A2A8-B670-44CC-A841-2098B2F870E7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Example: aws dynamodb batch-write-item --request-items file://items.json</a:t>
          </a:r>
        </a:p>
      </dsp:txBody>
      <dsp:txXfrm>
        <a:off x="1864015" y="4035355"/>
        <a:ext cx="3234240" cy="161386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66F1A-A8C4-408B-935A-54F3489DAE7C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45125-2BBA-44F1-BF4D-671ED164E8B7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B6858-556B-40B2-A960-32AEA790356E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AWS CLI simplifies management of AWS services.</a:t>
          </a:r>
        </a:p>
      </dsp:txBody>
      <dsp:txXfrm>
        <a:off x="1864015" y="689"/>
        <a:ext cx="3234240" cy="1613866"/>
      </dsp:txXfrm>
    </dsp:sp>
    <dsp:sp modelId="{C6064484-3671-406E-BC52-107A157C243E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DAEDC-B54D-4F50-902E-E3922B7D5BB3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D494C-F7B3-4384-A3D4-5F6946090F32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Master structure, parameters, and security.</a:t>
          </a:r>
        </a:p>
      </dsp:txBody>
      <dsp:txXfrm>
        <a:off x="1864015" y="2018022"/>
        <a:ext cx="3234240" cy="1613866"/>
      </dsp:txXfrm>
    </dsp:sp>
    <dsp:sp modelId="{98D23B33-0DCB-462F-A6C9-9714644C08FB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FC366-8054-4F73-AB34-588037126DEF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21B29-3822-45BC-B9AF-3618F98AFF32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Explore documentation and automate workflows.</a:t>
          </a:r>
        </a:p>
      </dsp:txBody>
      <dsp:txXfrm>
        <a:off x="1864015" y="4035355"/>
        <a:ext cx="3234240" cy="161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8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7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39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75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6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5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2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52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5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9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4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67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li/latest/" TargetMode="External"/><Relationship Id="rId2" Type="http://schemas.openxmlformats.org/officeDocument/2006/relationships/hyperlink" Target="https://docs.aws.amazon.com/cli/latest/userguide/cli-chap-welcom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AWS CLI – Command Line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3143892"/>
            <a:ext cx="7543801" cy="2725202"/>
          </a:xfrm>
        </p:spPr>
        <p:txBody>
          <a:bodyPr/>
          <a:lstStyle/>
          <a:p>
            <a:r>
              <a:rPr dirty="0"/>
              <a:t>Efficient automation &amp; scripting for AWS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What is the AWS CLI?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7E44FA-E0E0-3A79-960D-C6D5CA972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83824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AWS CLI Version 2.31.37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559FB7-F365-3846-2976-48CC1F40C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96442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AWS CLI Changelog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3C0724-FB05-A1A3-3E3F-8DED87BAD7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792475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Latest AWS CLI Update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B4B7C6-7352-7DDB-5677-5EE307CC1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9302229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AWS CLI Resources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CC555B-36C2-4F1A-DC08-BA6A2F422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23247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Python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4BC7BE-0B40-FEF9-86A2-59EBCE6A13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00008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Command Structure Basics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dirty="0"/>
              <a:t>• Format: </a:t>
            </a:r>
            <a:r>
              <a:rPr dirty="0" err="1"/>
              <a:t>aws</a:t>
            </a:r>
            <a:r>
              <a:rPr dirty="0"/>
              <a:t> &lt;service&gt; &lt;operation&gt; [options]</a:t>
            </a:r>
          </a:p>
          <a:p>
            <a:r>
              <a:rPr dirty="0"/>
              <a:t>• Example: </a:t>
            </a:r>
            <a:r>
              <a:rPr dirty="0" err="1"/>
              <a:t>aws</a:t>
            </a:r>
            <a:r>
              <a:rPr dirty="0"/>
              <a:t> s3 ls</a:t>
            </a:r>
          </a:p>
          <a:p>
            <a:r>
              <a:rPr dirty="0"/>
              <a:t>• Order: base → service → subcommand → options.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Advanced Command Structure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EBE027-8963-8BB2-E0E7-895F01767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72064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Using Parameters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dirty="0"/>
              <a:t>• Basic example: </a:t>
            </a:r>
            <a:r>
              <a:rPr dirty="0" err="1"/>
              <a:t>aws</a:t>
            </a:r>
            <a:r>
              <a:rPr dirty="0"/>
              <a:t> ec2 create-key-pair --key-name my-key</a:t>
            </a:r>
          </a:p>
          <a:p>
            <a:r>
              <a:rPr dirty="0"/>
              <a:t>• Use quotes for strings with spaces.</a:t>
            </a:r>
          </a:p>
          <a:p>
            <a:r>
              <a:rPr dirty="0"/>
              <a:t>• Mind shell differences (bash vs PowerShell).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Shorthand: --tags Key=Env,Value=Prod</a:t>
            </a:r>
          </a:p>
          <a:p>
            <a:r>
              <a:t>• File input: --policy-document file://policy.json</a:t>
            </a:r>
          </a:p>
          <a:p>
            <a:r>
              <a:t>• Always check docs for parameter syntax.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Indicates command success/failure.</a:t>
            </a:r>
          </a:p>
          <a:p>
            <a:r>
              <a:t>• 0 = success, non-zero = error.</a:t>
            </a:r>
          </a:p>
          <a:p>
            <a:r>
              <a:t>• Check exit codes in scripts for automation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Security with AWS CLI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DDB806-4F22-645D-6809-019D49E9B6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98726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S3 API Commands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945631-C234-5F2F-071A-1753C52DD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244556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API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bucket policies and ACLs.</a:t>
            </a:r>
          </a:p>
          <a:p>
            <a:r>
              <a:t>• Configure replication and lifecycle.</a:t>
            </a:r>
          </a:p>
          <a:p>
            <a:r>
              <a:t>• Combine s3 and s3api for automation.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DynamoDB batch-write-item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0D81A1-8DCD-97E7-33E9-64406DB02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551284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batch-write-item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 unprocessed items via retry logic.</a:t>
            </a:r>
          </a:p>
          <a:p>
            <a:r>
              <a:t>• Used for data migration or cleanup.</a:t>
            </a:r>
          </a:p>
          <a:p>
            <a:r>
              <a:t>• Reference: AWS CLI DynamoDB docs.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350015-4F0C-D1F3-04DE-E12886C96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47941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C7D0-965B-065D-007F-63648B80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EE52E-F3CF-C00C-DA1C-598028B7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hlinkClick r:id="rId2"/>
              </a:rPr>
              <a:t>AWS CLI DOC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AWS CLI 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67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398</TotalTime>
  <Words>541</Words>
  <Application>Microsoft Office PowerPoint</Application>
  <PresentationFormat>On-screen Show (4:3)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Calibri</vt:lpstr>
      <vt:lpstr>Calibri Light</vt:lpstr>
      <vt:lpstr>Retrospect</vt:lpstr>
      <vt:lpstr>AWS CLI – Command Line Interface Overview</vt:lpstr>
      <vt:lpstr>What is the AWS CLI?</vt:lpstr>
      <vt:lpstr>AWS CLI Version 2.31.37</vt:lpstr>
      <vt:lpstr>AWS CLI Changelog Overview</vt:lpstr>
      <vt:lpstr>Latest AWS CLI Update</vt:lpstr>
      <vt:lpstr>AWS CLI Resources</vt:lpstr>
      <vt:lpstr>Python Integration</vt:lpstr>
      <vt:lpstr>Command Structure Basics</vt:lpstr>
      <vt:lpstr>Advanced Command Structure</vt:lpstr>
      <vt:lpstr>Using Parameters</vt:lpstr>
      <vt:lpstr>Advanced Parameters</vt:lpstr>
      <vt:lpstr>Return Codes</vt:lpstr>
      <vt:lpstr>Security with AWS CLI</vt:lpstr>
      <vt:lpstr>S3 API Commands Overview</vt:lpstr>
      <vt:lpstr>S3 API Use Cases</vt:lpstr>
      <vt:lpstr>DynamoDB batch-write-item</vt:lpstr>
      <vt:lpstr>batch-write-item Examples</vt:lpstr>
      <vt:lpstr>Conclusion</vt:lpstr>
      <vt:lpstr>Based 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2025-11-17T11:44:56Z</dcterms:modified>
  <cp:category/>
</cp:coreProperties>
</file>