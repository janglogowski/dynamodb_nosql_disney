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Disney+ and NoSQL (DynamoDB)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r>
              <a:rPr sz="1400" dirty="0"/>
              <a:t>Disney+ uses NoSQL (Amazon DynamoDB and similar systems) to power large-scale, low-latency workloads.</a:t>
            </a:r>
          </a:p>
          <a:p>
            <a:endParaRPr sz="1400" dirty="0"/>
          </a:p>
          <a:p>
            <a:r>
              <a:rPr sz="1400" dirty="0"/>
              <a:t>Architecture Highlights:</a:t>
            </a:r>
          </a:p>
          <a:p>
            <a:pPr lvl="1"/>
            <a:r>
              <a:rPr sz="1400" dirty="0"/>
              <a:t>• Global tables replicate user data (watchlists, playback state) across AWS regions.</a:t>
            </a:r>
          </a:p>
          <a:p>
            <a:pPr lvl="1"/>
            <a:r>
              <a:rPr sz="1400" dirty="0"/>
              <a:t>• Each user’s state (e.g., continue watching, preferences) stored as key-value items.</a:t>
            </a:r>
          </a:p>
          <a:p>
            <a:pPr lvl="1"/>
            <a:r>
              <a:rPr sz="1400" dirty="0"/>
              <a:t>• DynamoDB Streams trigger AWS Lambda for real-time synchronization across devices.</a:t>
            </a:r>
          </a:p>
          <a:p>
            <a:pPr lvl="1"/>
            <a:r>
              <a:rPr sz="1400" dirty="0"/>
              <a:t>• Data exported to S3 and analytics pipelines (Kinesis, Databricks) for recommendations and insights.</a:t>
            </a:r>
          </a:p>
          <a:p>
            <a:pPr lvl="1"/>
            <a:r>
              <a:rPr sz="1400" dirty="0"/>
              <a:t>• Integrated with caching layers (CloudFront, Redis) for ultra-low-latency content delivery.</a:t>
            </a:r>
          </a:p>
          <a:p>
            <a:endParaRPr sz="1400" dirty="0"/>
          </a:p>
          <a:p>
            <a:r>
              <a:rPr sz="1400" dirty="0"/>
              <a:t>Benefits Achieved:</a:t>
            </a:r>
          </a:p>
          <a:p>
            <a:pPr lvl="1"/>
            <a:r>
              <a:rPr sz="1400" dirty="0"/>
              <a:t>• Millisecond read/write performance globally.</a:t>
            </a:r>
          </a:p>
          <a:p>
            <a:pPr lvl="1"/>
            <a:r>
              <a:rPr sz="1400" dirty="0"/>
              <a:t>• Schema flexibility for evolving features (profiles, watchlists, personalization).</a:t>
            </a:r>
          </a:p>
          <a:p>
            <a:pPr lvl="1"/>
            <a:r>
              <a:rPr sz="1400" dirty="0"/>
              <a:t>• Fully managed scaling for unpredictable traffic (launches, premieres, live events).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Disney+ and NoSQL (DynamoDB) in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Arek Popa</cp:lastModifiedBy>
  <cp:revision>2</cp:revision>
  <dcterms:created xsi:type="dcterms:W3CDTF">2013-01-27T09:14:16Z</dcterms:created>
  <dcterms:modified xsi:type="dcterms:W3CDTF">2026-01-12T09:15:28Z</dcterms:modified>
  <cp:category/>
</cp:coreProperties>
</file>