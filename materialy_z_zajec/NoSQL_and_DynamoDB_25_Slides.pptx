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2" r:id="rId17"/>
    <p:sldId id="272" r:id="rId18"/>
    <p:sldId id="284" r:id="rId19"/>
    <p:sldId id="285" r:id="rId20"/>
    <p:sldId id="286" r:id="rId21"/>
    <p:sldId id="287" r:id="rId22"/>
    <p:sldId id="273" r:id="rId23"/>
    <p:sldId id="283" r:id="rId24"/>
    <p:sldId id="274" r:id="rId25"/>
    <p:sldId id="275" r:id="rId26"/>
    <p:sldId id="276" r:id="rId27"/>
    <p:sldId id="277" r:id="rId28"/>
    <p:sldId id="278" r:id="rId29"/>
    <p:sldId id="28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52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CE8224-E158-4E7F-B362-1F52DCF1586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AB4E50-1954-4E5C-9148-7A81C0243BD2}">
      <dgm:prSet/>
      <dgm:spPr/>
      <dgm:t>
        <a:bodyPr/>
        <a:lstStyle/>
        <a:p>
          <a:r>
            <a:rPr lang="en-US"/>
            <a:t>What is NoSQL?</a:t>
          </a:r>
        </a:p>
      </dgm:t>
    </dgm:pt>
    <dgm:pt modelId="{F1563E00-0999-4D2B-9B57-657D617AD6EE}" type="parTrans" cxnId="{54BD63A6-1C65-4A0B-9148-690AEE4DB9D0}">
      <dgm:prSet/>
      <dgm:spPr/>
      <dgm:t>
        <a:bodyPr/>
        <a:lstStyle/>
        <a:p>
          <a:endParaRPr lang="en-US"/>
        </a:p>
      </dgm:t>
    </dgm:pt>
    <dgm:pt modelId="{FB1F0005-A538-4387-9DB5-9C95DC896AF1}" type="sibTrans" cxnId="{54BD63A6-1C65-4A0B-9148-690AEE4DB9D0}">
      <dgm:prSet/>
      <dgm:spPr/>
      <dgm:t>
        <a:bodyPr/>
        <a:lstStyle/>
        <a:p>
          <a:endParaRPr lang="en-US"/>
        </a:p>
      </dgm:t>
    </dgm:pt>
    <dgm:pt modelId="{8B3D2ADB-C45F-4EF5-BC3C-B4603F669049}">
      <dgm:prSet/>
      <dgm:spPr/>
      <dgm:t>
        <a:bodyPr/>
        <a:lstStyle/>
        <a:p>
          <a:r>
            <a:rPr lang="en-US"/>
            <a:t>SQL vs NoSQL at a glance</a:t>
          </a:r>
        </a:p>
      </dgm:t>
    </dgm:pt>
    <dgm:pt modelId="{396C7889-D544-438E-918B-2FCE2C1F2676}" type="parTrans" cxnId="{A7B4CC57-26BF-44E0-82EF-716EB53965EF}">
      <dgm:prSet/>
      <dgm:spPr/>
      <dgm:t>
        <a:bodyPr/>
        <a:lstStyle/>
        <a:p>
          <a:endParaRPr lang="en-US"/>
        </a:p>
      </dgm:t>
    </dgm:pt>
    <dgm:pt modelId="{88353162-6617-4790-B8C9-A16F81713A2D}" type="sibTrans" cxnId="{A7B4CC57-26BF-44E0-82EF-716EB53965EF}">
      <dgm:prSet/>
      <dgm:spPr/>
      <dgm:t>
        <a:bodyPr/>
        <a:lstStyle/>
        <a:p>
          <a:endParaRPr lang="en-US"/>
        </a:p>
      </dgm:t>
    </dgm:pt>
    <dgm:pt modelId="{F87832F8-8B6E-4CFA-8C77-14B5EA7EE770}">
      <dgm:prSet/>
      <dgm:spPr/>
      <dgm:t>
        <a:bodyPr/>
        <a:lstStyle/>
        <a:p>
          <a:r>
            <a:rPr lang="en-US"/>
            <a:t>Core NoSQL data models</a:t>
          </a:r>
        </a:p>
      </dgm:t>
    </dgm:pt>
    <dgm:pt modelId="{23FF25A6-F1A9-418A-AAD5-D2245BEC99D4}" type="parTrans" cxnId="{582337A7-6591-4613-9860-B814B161011C}">
      <dgm:prSet/>
      <dgm:spPr/>
      <dgm:t>
        <a:bodyPr/>
        <a:lstStyle/>
        <a:p>
          <a:endParaRPr lang="en-US"/>
        </a:p>
      </dgm:t>
    </dgm:pt>
    <dgm:pt modelId="{D9BD5D7B-0C19-4E31-A37E-B56A2555ECB2}" type="sibTrans" cxnId="{582337A7-6591-4613-9860-B814B161011C}">
      <dgm:prSet/>
      <dgm:spPr/>
      <dgm:t>
        <a:bodyPr/>
        <a:lstStyle/>
        <a:p>
          <a:endParaRPr lang="en-US"/>
        </a:p>
      </dgm:t>
    </dgm:pt>
    <dgm:pt modelId="{DE9C8974-78F2-4C6E-A24E-F9DE8A363BC4}">
      <dgm:prSet/>
      <dgm:spPr/>
      <dgm:t>
        <a:bodyPr/>
        <a:lstStyle/>
        <a:p>
          <a:r>
            <a:rPr lang="en-US"/>
            <a:t>When to use (and avoid) NoSQL</a:t>
          </a:r>
        </a:p>
      </dgm:t>
    </dgm:pt>
    <dgm:pt modelId="{2CB262A0-63D6-41D4-9ED8-E3512DF2E4EC}" type="parTrans" cxnId="{53DF4EA7-C55D-43B9-A9BB-F7BE98D7AB43}">
      <dgm:prSet/>
      <dgm:spPr/>
      <dgm:t>
        <a:bodyPr/>
        <a:lstStyle/>
        <a:p>
          <a:endParaRPr lang="en-US"/>
        </a:p>
      </dgm:t>
    </dgm:pt>
    <dgm:pt modelId="{C0990FE8-C87A-4C8A-88FD-D65AA64827AE}" type="sibTrans" cxnId="{53DF4EA7-C55D-43B9-A9BB-F7BE98D7AB43}">
      <dgm:prSet/>
      <dgm:spPr/>
      <dgm:t>
        <a:bodyPr/>
        <a:lstStyle/>
        <a:p>
          <a:endParaRPr lang="en-US"/>
        </a:p>
      </dgm:t>
    </dgm:pt>
    <dgm:pt modelId="{9D7F62AA-8797-45C4-A96B-2B533D2AEAE5}">
      <dgm:prSet/>
      <dgm:spPr/>
      <dgm:t>
        <a:bodyPr/>
        <a:lstStyle/>
        <a:p>
          <a:r>
            <a:rPr lang="en-US"/>
            <a:t>Popular databases to know</a:t>
          </a:r>
        </a:p>
      </dgm:t>
    </dgm:pt>
    <dgm:pt modelId="{DAE65B47-D29F-4FE0-8A2D-9A564449EE7C}" type="parTrans" cxnId="{4D2A4F63-1975-41C4-A398-A291EE512FDF}">
      <dgm:prSet/>
      <dgm:spPr/>
      <dgm:t>
        <a:bodyPr/>
        <a:lstStyle/>
        <a:p>
          <a:endParaRPr lang="en-US"/>
        </a:p>
      </dgm:t>
    </dgm:pt>
    <dgm:pt modelId="{8357A9D7-5F9F-44E6-9D51-DB11F6C100DA}" type="sibTrans" cxnId="{4D2A4F63-1975-41C4-A398-A291EE512FDF}">
      <dgm:prSet/>
      <dgm:spPr/>
      <dgm:t>
        <a:bodyPr/>
        <a:lstStyle/>
        <a:p>
          <a:endParaRPr lang="en-US"/>
        </a:p>
      </dgm:t>
    </dgm:pt>
    <dgm:pt modelId="{FE474A51-7F72-4CD7-9678-D894BAEE7F4C}">
      <dgm:prSet/>
      <dgm:spPr/>
      <dgm:t>
        <a:bodyPr/>
        <a:lstStyle/>
        <a:p>
          <a:r>
            <a:rPr lang="en-US"/>
            <a:t>Amazon DynamoDB deep dive</a:t>
          </a:r>
        </a:p>
      </dgm:t>
    </dgm:pt>
    <dgm:pt modelId="{138EA9E3-A03E-4B85-BB57-28EAC68BC030}" type="parTrans" cxnId="{1001D8B9-C5C3-45BE-95E2-C1B32BDC5676}">
      <dgm:prSet/>
      <dgm:spPr/>
      <dgm:t>
        <a:bodyPr/>
        <a:lstStyle/>
        <a:p>
          <a:endParaRPr lang="en-US"/>
        </a:p>
      </dgm:t>
    </dgm:pt>
    <dgm:pt modelId="{C61723FF-9417-4658-B4D9-8D8C923039BC}" type="sibTrans" cxnId="{1001D8B9-C5C3-45BE-95E2-C1B32BDC5676}">
      <dgm:prSet/>
      <dgm:spPr/>
      <dgm:t>
        <a:bodyPr/>
        <a:lstStyle/>
        <a:p>
          <a:endParaRPr lang="en-US"/>
        </a:p>
      </dgm:t>
    </dgm:pt>
    <dgm:pt modelId="{71616BB4-0FE5-4089-A5FF-29CE69BF845D}">
      <dgm:prSet/>
      <dgm:spPr/>
      <dgm:t>
        <a:bodyPr/>
        <a:lstStyle/>
        <a:p>
          <a:r>
            <a:rPr lang="en-US"/>
            <a:t>Best practices &amp; takeaways</a:t>
          </a:r>
        </a:p>
      </dgm:t>
    </dgm:pt>
    <dgm:pt modelId="{F56BDA37-0F0C-4C01-B46B-2E84F4437A2F}" type="parTrans" cxnId="{0EFD8679-B7FC-4CEF-91F1-2011024A79A3}">
      <dgm:prSet/>
      <dgm:spPr/>
      <dgm:t>
        <a:bodyPr/>
        <a:lstStyle/>
        <a:p>
          <a:endParaRPr lang="en-US"/>
        </a:p>
      </dgm:t>
    </dgm:pt>
    <dgm:pt modelId="{C0515116-154F-4636-9C29-04A910DFF57D}" type="sibTrans" cxnId="{0EFD8679-B7FC-4CEF-91F1-2011024A79A3}">
      <dgm:prSet/>
      <dgm:spPr/>
      <dgm:t>
        <a:bodyPr/>
        <a:lstStyle/>
        <a:p>
          <a:endParaRPr lang="en-US"/>
        </a:p>
      </dgm:t>
    </dgm:pt>
    <dgm:pt modelId="{02274DE6-0098-4393-9282-003EC6C0CD0C}" type="pres">
      <dgm:prSet presAssocID="{B3CE8224-E158-4E7F-B362-1F52DCF15866}" presName="linear" presStyleCnt="0">
        <dgm:presLayoutVars>
          <dgm:animLvl val="lvl"/>
          <dgm:resizeHandles val="exact"/>
        </dgm:presLayoutVars>
      </dgm:prSet>
      <dgm:spPr/>
    </dgm:pt>
    <dgm:pt modelId="{2E17CD17-BFEF-4E98-BAA1-C659CF10F485}" type="pres">
      <dgm:prSet presAssocID="{05AB4E50-1954-4E5C-9148-7A81C0243BD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13B73E5-3660-4CFD-BF2F-7B85E4096084}" type="pres">
      <dgm:prSet presAssocID="{FB1F0005-A538-4387-9DB5-9C95DC896AF1}" presName="spacer" presStyleCnt="0"/>
      <dgm:spPr/>
    </dgm:pt>
    <dgm:pt modelId="{0500883C-2AE8-436A-8435-B42ACB0F3F99}" type="pres">
      <dgm:prSet presAssocID="{8B3D2ADB-C45F-4EF5-BC3C-B4603F66904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2BF23BC-A0FE-4342-8E7C-17C98727D95A}" type="pres">
      <dgm:prSet presAssocID="{88353162-6617-4790-B8C9-A16F81713A2D}" presName="spacer" presStyleCnt="0"/>
      <dgm:spPr/>
    </dgm:pt>
    <dgm:pt modelId="{F705B4BA-9CE9-4A01-A775-B2842E88933D}" type="pres">
      <dgm:prSet presAssocID="{F87832F8-8B6E-4CFA-8C77-14B5EA7EE77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C635219-E53D-47FD-A277-C563E5978919}" type="pres">
      <dgm:prSet presAssocID="{D9BD5D7B-0C19-4E31-A37E-B56A2555ECB2}" presName="spacer" presStyleCnt="0"/>
      <dgm:spPr/>
    </dgm:pt>
    <dgm:pt modelId="{FF90495D-8981-475D-A58E-DFD11FD9FD39}" type="pres">
      <dgm:prSet presAssocID="{DE9C8974-78F2-4C6E-A24E-F9DE8A363BC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D7467BE-5375-4906-B81D-D6C0F60ADA86}" type="pres">
      <dgm:prSet presAssocID="{C0990FE8-C87A-4C8A-88FD-D65AA64827AE}" presName="spacer" presStyleCnt="0"/>
      <dgm:spPr/>
    </dgm:pt>
    <dgm:pt modelId="{1A286632-355B-4243-9C07-89ABB3D1BE33}" type="pres">
      <dgm:prSet presAssocID="{9D7F62AA-8797-45C4-A96B-2B533D2AEAE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685CE10-02E3-4FBF-B3F7-8F8E89FC96C2}" type="pres">
      <dgm:prSet presAssocID="{8357A9D7-5F9F-44E6-9D51-DB11F6C100DA}" presName="spacer" presStyleCnt="0"/>
      <dgm:spPr/>
    </dgm:pt>
    <dgm:pt modelId="{0F37C6EE-648F-4939-A8BA-DD43AF150AB3}" type="pres">
      <dgm:prSet presAssocID="{FE474A51-7F72-4CD7-9678-D894BAEE7F4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9D258CA-7D62-4787-956C-115A7743BB60}" type="pres">
      <dgm:prSet presAssocID="{C61723FF-9417-4658-B4D9-8D8C923039BC}" presName="spacer" presStyleCnt="0"/>
      <dgm:spPr/>
    </dgm:pt>
    <dgm:pt modelId="{FB8A37F3-BE4C-4609-841F-7B96EDF489B3}" type="pres">
      <dgm:prSet presAssocID="{71616BB4-0FE5-4089-A5FF-29CE69BF845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E73021A-D7C7-46AD-AB11-9BEDF07094D9}" type="presOf" srcId="{DE9C8974-78F2-4C6E-A24E-F9DE8A363BC4}" destId="{FF90495D-8981-475D-A58E-DFD11FD9FD39}" srcOrd="0" destOrd="0" presId="urn:microsoft.com/office/officeart/2005/8/layout/vList2"/>
    <dgm:cxn modelId="{64E5A921-F0A5-4758-BC3D-3BADDE2ED87B}" type="presOf" srcId="{FE474A51-7F72-4CD7-9678-D894BAEE7F4C}" destId="{0F37C6EE-648F-4939-A8BA-DD43AF150AB3}" srcOrd="0" destOrd="0" presId="urn:microsoft.com/office/officeart/2005/8/layout/vList2"/>
    <dgm:cxn modelId="{4028C039-A931-4099-968B-9E3D6442EB57}" type="presOf" srcId="{8B3D2ADB-C45F-4EF5-BC3C-B4603F669049}" destId="{0500883C-2AE8-436A-8435-B42ACB0F3F99}" srcOrd="0" destOrd="0" presId="urn:microsoft.com/office/officeart/2005/8/layout/vList2"/>
    <dgm:cxn modelId="{4D2A4F63-1975-41C4-A398-A291EE512FDF}" srcId="{B3CE8224-E158-4E7F-B362-1F52DCF15866}" destId="{9D7F62AA-8797-45C4-A96B-2B533D2AEAE5}" srcOrd="4" destOrd="0" parTransId="{DAE65B47-D29F-4FE0-8A2D-9A564449EE7C}" sibTransId="{8357A9D7-5F9F-44E6-9D51-DB11F6C100DA}"/>
    <dgm:cxn modelId="{A7B4CC57-26BF-44E0-82EF-716EB53965EF}" srcId="{B3CE8224-E158-4E7F-B362-1F52DCF15866}" destId="{8B3D2ADB-C45F-4EF5-BC3C-B4603F669049}" srcOrd="1" destOrd="0" parTransId="{396C7889-D544-438E-918B-2FCE2C1F2676}" sibTransId="{88353162-6617-4790-B8C9-A16F81713A2D}"/>
    <dgm:cxn modelId="{0EFD8679-B7FC-4CEF-91F1-2011024A79A3}" srcId="{B3CE8224-E158-4E7F-B362-1F52DCF15866}" destId="{71616BB4-0FE5-4089-A5FF-29CE69BF845D}" srcOrd="6" destOrd="0" parTransId="{F56BDA37-0F0C-4C01-B46B-2E84F4437A2F}" sibTransId="{C0515116-154F-4636-9C29-04A910DFF57D}"/>
    <dgm:cxn modelId="{6726A759-43F5-4DEA-B3CA-3174275F36BA}" type="presOf" srcId="{9D7F62AA-8797-45C4-A96B-2B533D2AEAE5}" destId="{1A286632-355B-4243-9C07-89ABB3D1BE33}" srcOrd="0" destOrd="0" presId="urn:microsoft.com/office/officeart/2005/8/layout/vList2"/>
    <dgm:cxn modelId="{54BD63A6-1C65-4A0B-9148-690AEE4DB9D0}" srcId="{B3CE8224-E158-4E7F-B362-1F52DCF15866}" destId="{05AB4E50-1954-4E5C-9148-7A81C0243BD2}" srcOrd="0" destOrd="0" parTransId="{F1563E00-0999-4D2B-9B57-657D617AD6EE}" sibTransId="{FB1F0005-A538-4387-9DB5-9C95DC896AF1}"/>
    <dgm:cxn modelId="{582337A7-6591-4613-9860-B814B161011C}" srcId="{B3CE8224-E158-4E7F-B362-1F52DCF15866}" destId="{F87832F8-8B6E-4CFA-8C77-14B5EA7EE770}" srcOrd="2" destOrd="0" parTransId="{23FF25A6-F1A9-418A-AAD5-D2245BEC99D4}" sibTransId="{D9BD5D7B-0C19-4E31-A37E-B56A2555ECB2}"/>
    <dgm:cxn modelId="{53DF4EA7-C55D-43B9-A9BB-F7BE98D7AB43}" srcId="{B3CE8224-E158-4E7F-B362-1F52DCF15866}" destId="{DE9C8974-78F2-4C6E-A24E-F9DE8A363BC4}" srcOrd="3" destOrd="0" parTransId="{2CB262A0-63D6-41D4-9ED8-E3512DF2E4EC}" sibTransId="{C0990FE8-C87A-4C8A-88FD-D65AA64827AE}"/>
    <dgm:cxn modelId="{1001D8B9-C5C3-45BE-95E2-C1B32BDC5676}" srcId="{B3CE8224-E158-4E7F-B362-1F52DCF15866}" destId="{FE474A51-7F72-4CD7-9678-D894BAEE7F4C}" srcOrd="5" destOrd="0" parTransId="{138EA9E3-A03E-4B85-BB57-28EAC68BC030}" sibTransId="{C61723FF-9417-4658-B4D9-8D8C923039BC}"/>
    <dgm:cxn modelId="{69FBA1BD-CA3F-4D37-B336-D37B351F48D8}" type="presOf" srcId="{F87832F8-8B6E-4CFA-8C77-14B5EA7EE770}" destId="{F705B4BA-9CE9-4A01-A775-B2842E88933D}" srcOrd="0" destOrd="0" presId="urn:microsoft.com/office/officeart/2005/8/layout/vList2"/>
    <dgm:cxn modelId="{B49A94DA-DB62-4211-AEFB-DD324F5BCE24}" type="presOf" srcId="{71616BB4-0FE5-4089-A5FF-29CE69BF845D}" destId="{FB8A37F3-BE4C-4609-841F-7B96EDF489B3}" srcOrd="0" destOrd="0" presId="urn:microsoft.com/office/officeart/2005/8/layout/vList2"/>
    <dgm:cxn modelId="{C2931ADC-991F-4A77-9E77-41175CB4DC6F}" type="presOf" srcId="{B3CE8224-E158-4E7F-B362-1F52DCF15866}" destId="{02274DE6-0098-4393-9282-003EC6C0CD0C}" srcOrd="0" destOrd="0" presId="urn:microsoft.com/office/officeart/2005/8/layout/vList2"/>
    <dgm:cxn modelId="{091263F2-89A9-4D51-BF2A-542A0B3DD695}" type="presOf" srcId="{05AB4E50-1954-4E5C-9148-7A81C0243BD2}" destId="{2E17CD17-BFEF-4E98-BAA1-C659CF10F485}" srcOrd="0" destOrd="0" presId="urn:microsoft.com/office/officeart/2005/8/layout/vList2"/>
    <dgm:cxn modelId="{0D4F1815-57BF-4F71-ABBD-F6E922991EDD}" type="presParOf" srcId="{02274DE6-0098-4393-9282-003EC6C0CD0C}" destId="{2E17CD17-BFEF-4E98-BAA1-C659CF10F485}" srcOrd="0" destOrd="0" presId="urn:microsoft.com/office/officeart/2005/8/layout/vList2"/>
    <dgm:cxn modelId="{B0D0BB74-666C-4879-9C81-307AB37EA054}" type="presParOf" srcId="{02274DE6-0098-4393-9282-003EC6C0CD0C}" destId="{D13B73E5-3660-4CFD-BF2F-7B85E4096084}" srcOrd="1" destOrd="0" presId="urn:microsoft.com/office/officeart/2005/8/layout/vList2"/>
    <dgm:cxn modelId="{D884E347-D953-4F6B-9136-6F61096DE4CE}" type="presParOf" srcId="{02274DE6-0098-4393-9282-003EC6C0CD0C}" destId="{0500883C-2AE8-436A-8435-B42ACB0F3F99}" srcOrd="2" destOrd="0" presId="urn:microsoft.com/office/officeart/2005/8/layout/vList2"/>
    <dgm:cxn modelId="{0E0D41B0-1C15-49FA-AE0A-7DD7D8D7C077}" type="presParOf" srcId="{02274DE6-0098-4393-9282-003EC6C0CD0C}" destId="{32BF23BC-A0FE-4342-8E7C-17C98727D95A}" srcOrd="3" destOrd="0" presId="urn:microsoft.com/office/officeart/2005/8/layout/vList2"/>
    <dgm:cxn modelId="{C3C55CAA-737D-4C41-A3EF-28ED85103DA6}" type="presParOf" srcId="{02274DE6-0098-4393-9282-003EC6C0CD0C}" destId="{F705B4BA-9CE9-4A01-A775-B2842E88933D}" srcOrd="4" destOrd="0" presId="urn:microsoft.com/office/officeart/2005/8/layout/vList2"/>
    <dgm:cxn modelId="{E4F5ACEE-C6E1-487E-A538-B423C80161F4}" type="presParOf" srcId="{02274DE6-0098-4393-9282-003EC6C0CD0C}" destId="{7C635219-E53D-47FD-A277-C563E5978919}" srcOrd="5" destOrd="0" presId="urn:microsoft.com/office/officeart/2005/8/layout/vList2"/>
    <dgm:cxn modelId="{6C50A6BA-8488-4EAD-9D34-2D835098B295}" type="presParOf" srcId="{02274DE6-0098-4393-9282-003EC6C0CD0C}" destId="{FF90495D-8981-475D-A58E-DFD11FD9FD39}" srcOrd="6" destOrd="0" presId="urn:microsoft.com/office/officeart/2005/8/layout/vList2"/>
    <dgm:cxn modelId="{28AD91C2-51D6-4DD6-9798-B3F9EA64ACC4}" type="presParOf" srcId="{02274DE6-0098-4393-9282-003EC6C0CD0C}" destId="{CD7467BE-5375-4906-B81D-D6C0F60ADA86}" srcOrd="7" destOrd="0" presId="urn:microsoft.com/office/officeart/2005/8/layout/vList2"/>
    <dgm:cxn modelId="{950FC900-5DA0-4DD9-A6F4-B70C0E5A94B9}" type="presParOf" srcId="{02274DE6-0098-4393-9282-003EC6C0CD0C}" destId="{1A286632-355B-4243-9C07-89ABB3D1BE33}" srcOrd="8" destOrd="0" presId="urn:microsoft.com/office/officeart/2005/8/layout/vList2"/>
    <dgm:cxn modelId="{7EB0C7E2-B01C-4111-861D-81FAEAA7CAAF}" type="presParOf" srcId="{02274DE6-0098-4393-9282-003EC6C0CD0C}" destId="{E685CE10-02E3-4FBF-B3F7-8F8E89FC96C2}" srcOrd="9" destOrd="0" presId="urn:microsoft.com/office/officeart/2005/8/layout/vList2"/>
    <dgm:cxn modelId="{5531454F-379D-444D-A340-13752E22E82C}" type="presParOf" srcId="{02274DE6-0098-4393-9282-003EC6C0CD0C}" destId="{0F37C6EE-648F-4939-A8BA-DD43AF150AB3}" srcOrd="10" destOrd="0" presId="urn:microsoft.com/office/officeart/2005/8/layout/vList2"/>
    <dgm:cxn modelId="{F6FC101B-6F82-4290-88C5-D26DB38C1C6F}" type="presParOf" srcId="{02274DE6-0098-4393-9282-003EC6C0CD0C}" destId="{39D258CA-7D62-4787-956C-115A7743BB60}" srcOrd="11" destOrd="0" presId="urn:microsoft.com/office/officeart/2005/8/layout/vList2"/>
    <dgm:cxn modelId="{DC8994E2-EB64-4AFF-A1AB-C89F555D39DA}" type="presParOf" srcId="{02274DE6-0098-4393-9282-003EC6C0CD0C}" destId="{FB8A37F3-BE4C-4609-841F-7B96EDF489B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1D3170-1186-4557-96C5-F71CD314D2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C21BA0-6B3B-454F-8FED-DD7C2B0B4E94}">
      <dgm:prSet/>
      <dgm:spPr/>
      <dgm:t>
        <a:bodyPr/>
        <a:lstStyle/>
        <a:p>
          <a:r>
            <a:rPr lang="en-US"/>
            <a:t>Non‑relational, purpose‑built databases for specific data models</a:t>
          </a:r>
        </a:p>
      </dgm:t>
    </dgm:pt>
    <dgm:pt modelId="{A9C353D7-DC84-4212-86B4-3570DDA726F3}" type="parTrans" cxnId="{91B25E26-911E-4FC0-B474-17EF5F4F7C71}">
      <dgm:prSet/>
      <dgm:spPr/>
      <dgm:t>
        <a:bodyPr/>
        <a:lstStyle/>
        <a:p>
          <a:endParaRPr lang="en-US"/>
        </a:p>
      </dgm:t>
    </dgm:pt>
    <dgm:pt modelId="{2BB3CB1B-5F4C-48F6-A950-C85CCDC72C75}" type="sibTrans" cxnId="{91B25E26-911E-4FC0-B474-17EF5F4F7C71}">
      <dgm:prSet/>
      <dgm:spPr/>
      <dgm:t>
        <a:bodyPr/>
        <a:lstStyle/>
        <a:p>
          <a:endParaRPr lang="en-US"/>
        </a:p>
      </dgm:t>
    </dgm:pt>
    <dgm:pt modelId="{171D8B35-541E-4F29-8EC4-730C083C58C2}">
      <dgm:prSet/>
      <dgm:spPr/>
      <dgm:t>
        <a:bodyPr/>
        <a:lstStyle/>
        <a:p>
          <a:r>
            <a:rPr lang="en-US"/>
            <a:t>Flexible schemas; designed to scale horizontally</a:t>
          </a:r>
        </a:p>
      </dgm:t>
    </dgm:pt>
    <dgm:pt modelId="{93149C89-6C59-4E5A-8BD5-87DE4027D938}" type="parTrans" cxnId="{F8260235-B21F-4206-96EC-690434AB974A}">
      <dgm:prSet/>
      <dgm:spPr/>
      <dgm:t>
        <a:bodyPr/>
        <a:lstStyle/>
        <a:p>
          <a:endParaRPr lang="en-US"/>
        </a:p>
      </dgm:t>
    </dgm:pt>
    <dgm:pt modelId="{96F1784C-341E-4C9A-9459-5B968D9ECF1A}" type="sibTrans" cxnId="{F8260235-B21F-4206-96EC-690434AB974A}">
      <dgm:prSet/>
      <dgm:spPr/>
      <dgm:t>
        <a:bodyPr/>
        <a:lstStyle/>
        <a:p>
          <a:endParaRPr lang="en-US"/>
        </a:p>
      </dgm:t>
    </dgm:pt>
    <dgm:pt modelId="{CC2103FC-6C7D-4904-8C6B-7CB7E29EBAA4}">
      <dgm:prSet/>
      <dgm:spPr/>
      <dgm:t>
        <a:bodyPr/>
        <a:lstStyle/>
        <a:p>
          <a:r>
            <a:rPr lang="en-US"/>
            <a:t>Optimized for performance at scale and rapid development</a:t>
          </a:r>
        </a:p>
      </dgm:t>
    </dgm:pt>
    <dgm:pt modelId="{C3EB6994-C62B-4D74-B0DF-4BDE3D7C9856}" type="parTrans" cxnId="{25A86BEE-47A6-449E-9E80-EE294EA7CDEB}">
      <dgm:prSet/>
      <dgm:spPr/>
      <dgm:t>
        <a:bodyPr/>
        <a:lstStyle/>
        <a:p>
          <a:endParaRPr lang="en-US"/>
        </a:p>
      </dgm:t>
    </dgm:pt>
    <dgm:pt modelId="{2880E514-09D4-476F-AC13-801A21CEE448}" type="sibTrans" cxnId="{25A86BEE-47A6-449E-9E80-EE294EA7CDEB}">
      <dgm:prSet/>
      <dgm:spPr/>
      <dgm:t>
        <a:bodyPr/>
        <a:lstStyle/>
        <a:p>
          <a:endParaRPr lang="en-US"/>
        </a:p>
      </dgm:t>
    </dgm:pt>
    <dgm:pt modelId="{71571A4A-D8F6-418D-A4E7-6CA13EC0868C}" type="pres">
      <dgm:prSet presAssocID="{531D3170-1186-4557-96C5-F71CD314D2F6}" presName="linear" presStyleCnt="0">
        <dgm:presLayoutVars>
          <dgm:animLvl val="lvl"/>
          <dgm:resizeHandles val="exact"/>
        </dgm:presLayoutVars>
      </dgm:prSet>
      <dgm:spPr/>
    </dgm:pt>
    <dgm:pt modelId="{5C0B2DB4-551C-48D9-88F2-B2AEEA0BDC10}" type="pres">
      <dgm:prSet presAssocID="{67C21BA0-6B3B-454F-8FED-DD7C2B0B4E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B955A8-34A3-4E87-9BB7-891E6991AA8E}" type="pres">
      <dgm:prSet presAssocID="{2BB3CB1B-5F4C-48F6-A950-C85CCDC72C75}" presName="spacer" presStyleCnt="0"/>
      <dgm:spPr/>
    </dgm:pt>
    <dgm:pt modelId="{0670F26E-3108-4C0B-9B78-0CAB11FC0DD4}" type="pres">
      <dgm:prSet presAssocID="{171D8B35-541E-4F29-8EC4-730C083C58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383390-90ED-44DA-AA24-96CFA44E7821}" type="pres">
      <dgm:prSet presAssocID="{96F1784C-341E-4C9A-9459-5B968D9ECF1A}" presName="spacer" presStyleCnt="0"/>
      <dgm:spPr/>
    </dgm:pt>
    <dgm:pt modelId="{C10A9E94-B069-4943-8498-80AE7487D3BA}" type="pres">
      <dgm:prSet presAssocID="{CC2103FC-6C7D-4904-8C6B-7CB7E29EBAA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B25E26-911E-4FC0-B474-17EF5F4F7C71}" srcId="{531D3170-1186-4557-96C5-F71CD314D2F6}" destId="{67C21BA0-6B3B-454F-8FED-DD7C2B0B4E94}" srcOrd="0" destOrd="0" parTransId="{A9C353D7-DC84-4212-86B4-3570DDA726F3}" sibTransId="{2BB3CB1B-5F4C-48F6-A950-C85CCDC72C75}"/>
    <dgm:cxn modelId="{F8260235-B21F-4206-96EC-690434AB974A}" srcId="{531D3170-1186-4557-96C5-F71CD314D2F6}" destId="{171D8B35-541E-4F29-8EC4-730C083C58C2}" srcOrd="1" destOrd="0" parTransId="{93149C89-6C59-4E5A-8BD5-87DE4027D938}" sibTransId="{96F1784C-341E-4C9A-9459-5B968D9ECF1A}"/>
    <dgm:cxn modelId="{83A1415F-F8C5-4D40-84EE-3C3A471DC89F}" type="presOf" srcId="{67C21BA0-6B3B-454F-8FED-DD7C2B0B4E94}" destId="{5C0B2DB4-551C-48D9-88F2-B2AEEA0BDC10}" srcOrd="0" destOrd="0" presId="urn:microsoft.com/office/officeart/2005/8/layout/vList2"/>
    <dgm:cxn modelId="{456E637D-7C21-4040-98CA-5F3B4D50A333}" type="presOf" srcId="{CC2103FC-6C7D-4904-8C6B-7CB7E29EBAA4}" destId="{C10A9E94-B069-4943-8498-80AE7487D3BA}" srcOrd="0" destOrd="0" presId="urn:microsoft.com/office/officeart/2005/8/layout/vList2"/>
    <dgm:cxn modelId="{8D45E2C6-B717-4255-9E6F-818856563DAD}" type="presOf" srcId="{531D3170-1186-4557-96C5-F71CD314D2F6}" destId="{71571A4A-D8F6-418D-A4E7-6CA13EC0868C}" srcOrd="0" destOrd="0" presId="urn:microsoft.com/office/officeart/2005/8/layout/vList2"/>
    <dgm:cxn modelId="{0FF7ABC9-F453-4B8D-A753-A80E65DA3DC9}" type="presOf" srcId="{171D8B35-541E-4F29-8EC4-730C083C58C2}" destId="{0670F26E-3108-4C0B-9B78-0CAB11FC0DD4}" srcOrd="0" destOrd="0" presId="urn:microsoft.com/office/officeart/2005/8/layout/vList2"/>
    <dgm:cxn modelId="{25A86BEE-47A6-449E-9E80-EE294EA7CDEB}" srcId="{531D3170-1186-4557-96C5-F71CD314D2F6}" destId="{CC2103FC-6C7D-4904-8C6B-7CB7E29EBAA4}" srcOrd="2" destOrd="0" parTransId="{C3EB6994-C62B-4D74-B0DF-4BDE3D7C9856}" sibTransId="{2880E514-09D4-476F-AC13-801A21CEE448}"/>
    <dgm:cxn modelId="{92361DAD-EAF7-4B7C-AF41-5EC9CFFC9434}" type="presParOf" srcId="{71571A4A-D8F6-418D-A4E7-6CA13EC0868C}" destId="{5C0B2DB4-551C-48D9-88F2-B2AEEA0BDC10}" srcOrd="0" destOrd="0" presId="urn:microsoft.com/office/officeart/2005/8/layout/vList2"/>
    <dgm:cxn modelId="{0B6B02B3-00E8-43EC-9727-5FD04B4D04D8}" type="presParOf" srcId="{71571A4A-D8F6-418D-A4E7-6CA13EC0868C}" destId="{AEB955A8-34A3-4E87-9BB7-891E6991AA8E}" srcOrd="1" destOrd="0" presId="urn:microsoft.com/office/officeart/2005/8/layout/vList2"/>
    <dgm:cxn modelId="{B3B15AB9-FF41-4363-8D9B-2F731EC2BF1B}" type="presParOf" srcId="{71571A4A-D8F6-418D-A4E7-6CA13EC0868C}" destId="{0670F26E-3108-4C0B-9B78-0CAB11FC0DD4}" srcOrd="2" destOrd="0" presId="urn:microsoft.com/office/officeart/2005/8/layout/vList2"/>
    <dgm:cxn modelId="{58A5469A-CF02-43B5-BE84-20E16DB5E989}" type="presParOf" srcId="{71571A4A-D8F6-418D-A4E7-6CA13EC0868C}" destId="{87383390-90ED-44DA-AA24-96CFA44E7821}" srcOrd="3" destOrd="0" presId="urn:microsoft.com/office/officeart/2005/8/layout/vList2"/>
    <dgm:cxn modelId="{8DF47EE2-AA09-46D9-B4A1-AB7078A073C6}" type="presParOf" srcId="{71571A4A-D8F6-418D-A4E7-6CA13EC0868C}" destId="{C10A9E94-B069-4943-8498-80AE7487D3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63ED1E-21BC-4359-9C2F-8FFA9820C8D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E39AB9C-4296-4357-A43D-87C5A4399BCA}">
      <dgm:prSet/>
      <dgm:spPr/>
      <dgm:t>
        <a:bodyPr/>
        <a:lstStyle/>
        <a:p>
          <a:r>
            <a:rPr lang="en-US"/>
            <a:t>Modern apps ingest large, diverse, rapidly changing data</a:t>
          </a:r>
        </a:p>
      </dgm:t>
    </dgm:pt>
    <dgm:pt modelId="{393FA92C-1FA1-4484-871E-488B5C44A8AB}" type="parTrans" cxnId="{39985413-60F0-4401-B7DC-F8850055C5DE}">
      <dgm:prSet/>
      <dgm:spPr/>
      <dgm:t>
        <a:bodyPr/>
        <a:lstStyle/>
        <a:p>
          <a:endParaRPr lang="en-US"/>
        </a:p>
      </dgm:t>
    </dgm:pt>
    <dgm:pt modelId="{84A15736-2A86-465C-9A21-48FEE928D20C}" type="sibTrans" cxnId="{39985413-60F0-4401-B7DC-F8850055C5DE}">
      <dgm:prSet/>
      <dgm:spPr/>
      <dgm:t>
        <a:bodyPr/>
        <a:lstStyle/>
        <a:p>
          <a:endParaRPr lang="en-US"/>
        </a:p>
      </dgm:t>
    </dgm:pt>
    <dgm:pt modelId="{428A8E07-4419-4D86-A856-FFAF075C1BD0}">
      <dgm:prSet/>
      <dgm:spPr/>
      <dgm:t>
        <a:bodyPr/>
        <a:lstStyle/>
        <a:p>
          <a:r>
            <a:rPr lang="en-US"/>
            <a:t>Rigid schemas can cause duplication and slow iteration</a:t>
          </a:r>
        </a:p>
      </dgm:t>
    </dgm:pt>
    <dgm:pt modelId="{3EA9BF29-C6BE-4006-A001-D0C1E7862D4E}" type="parTrans" cxnId="{D874E247-EC99-4E07-B076-C3543A202AC4}">
      <dgm:prSet/>
      <dgm:spPr/>
      <dgm:t>
        <a:bodyPr/>
        <a:lstStyle/>
        <a:p>
          <a:endParaRPr lang="en-US"/>
        </a:p>
      </dgm:t>
    </dgm:pt>
    <dgm:pt modelId="{40413B03-FB27-4DF3-AC59-A7475FA32031}" type="sibTrans" cxnId="{D874E247-EC99-4E07-B076-C3543A202AC4}">
      <dgm:prSet/>
      <dgm:spPr/>
      <dgm:t>
        <a:bodyPr/>
        <a:lstStyle/>
        <a:p>
          <a:endParaRPr lang="en-US"/>
        </a:p>
      </dgm:t>
    </dgm:pt>
    <dgm:pt modelId="{7F747842-BFDF-4736-ADA1-9F9F0244C5E0}">
      <dgm:prSet/>
      <dgm:spPr/>
      <dgm:t>
        <a:bodyPr/>
        <a:lstStyle/>
        <a:p>
          <a:r>
            <a:rPr lang="en-US"/>
            <a:t>NoSQL fits semi‑structured/unstructured data and varied access patterns</a:t>
          </a:r>
        </a:p>
      </dgm:t>
    </dgm:pt>
    <dgm:pt modelId="{C5E0ACEE-D2A3-4FCD-A7EF-5D25738C9AB8}" type="parTrans" cxnId="{04A8ADD2-CD3B-4CC1-8DB0-9910A2CC6C90}">
      <dgm:prSet/>
      <dgm:spPr/>
      <dgm:t>
        <a:bodyPr/>
        <a:lstStyle/>
        <a:p>
          <a:endParaRPr lang="en-US"/>
        </a:p>
      </dgm:t>
    </dgm:pt>
    <dgm:pt modelId="{D3BE2F33-C31A-4A09-9E13-0F4A87AA9A7A}" type="sibTrans" cxnId="{04A8ADD2-CD3B-4CC1-8DB0-9910A2CC6C90}">
      <dgm:prSet/>
      <dgm:spPr/>
      <dgm:t>
        <a:bodyPr/>
        <a:lstStyle/>
        <a:p>
          <a:endParaRPr lang="en-US"/>
        </a:p>
      </dgm:t>
    </dgm:pt>
    <dgm:pt modelId="{64EBF2B3-3F07-4624-B8FA-EE990D1ECC78}" type="pres">
      <dgm:prSet presAssocID="{C863ED1E-21BC-4359-9C2F-8FFA9820C8D4}" presName="vert0" presStyleCnt="0">
        <dgm:presLayoutVars>
          <dgm:dir/>
          <dgm:animOne val="branch"/>
          <dgm:animLvl val="lvl"/>
        </dgm:presLayoutVars>
      </dgm:prSet>
      <dgm:spPr/>
    </dgm:pt>
    <dgm:pt modelId="{AE616D10-81D0-4156-8A50-E9D97DDFC036}" type="pres">
      <dgm:prSet presAssocID="{BE39AB9C-4296-4357-A43D-87C5A4399BCA}" presName="thickLine" presStyleLbl="alignNode1" presStyleIdx="0" presStyleCnt="3"/>
      <dgm:spPr/>
    </dgm:pt>
    <dgm:pt modelId="{A20AABB1-831C-4486-A00A-F34A98F17589}" type="pres">
      <dgm:prSet presAssocID="{BE39AB9C-4296-4357-A43D-87C5A4399BCA}" presName="horz1" presStyleCnt="0"/>
      <dgm:spPr/>
    </dgm:pt>
    <dgm:pt modelId="{E15A2E43-E8B8-4AED-A89C-42D562A6A267}" type="pres">
      <dgm:prSet presAssocID="{BE39AB9C-4296-4357-A43D-87C5A4399BCA}" presName="tx1" presStyleLbl="revTx" presStyleIdx="0" presStyleCnt="3"/>
      <dgm:spPr/>
    </dgm:pt>
    <dgm:pt modelId="{85971D21-D5CD-4D12-ADF8-B9DF6B4BBDE9}" type="pres">
      <dgm:prSet presAssocID="{BE39AB9C-4296-4357-A43D-87C5A4399BCA}" presName="vert1" presStyleCnt="0"/>
      <dgm:spPr/>
    </dgm:pt>
    <dgm:pt modelId="{5DAD9B2A-4264-4461-B0BD-C3AC060406EF}" type="pres">
      <dgm:prSet presAssocID="{428A8E07-4419-4D86-A856-FFAF075C1BD0}" presName="thickLine" presStyleLbl="alignNode1" presStyleIdx="1" presStyleCnt="3"/>
      <dgm:spPr/>
    </dgm:pt>
    <dgm:pt modelId="{A3F79923-332A-4651-BDBF-66129C80530E}" type="pres">
      <dgm:prSet presAssocID="{428A8E07-4419-4D86-A856-FFAF075C1BD0}" presName="horz1" presStyleCnt="0"/>
      <dgm:spPr/>
    </dgm:pt>
    <dgm:pt modelId="{A83BDD2C-BF27-44E3-9F37-5F3407866EAD}" type="pres">
      <dgm:prSet presAssocID="{428A8E07-4419-4D86-A856-FFAF075C1BD0}" presName="tx1" presStyleLbl="revTx" presStyleIdx="1" presStyleCnt="3"/>
      <dgm:spPr/>
    </dgm:pt>
    <dgm:pt modelId="{6B56D742-E815-4D3A-9F7F-4F8B15CFC467}" type="pres">
      <dgm:prSet presAssocID="{428A8E07-4419-4D86-A856-FFAF075C1BD0}" presName="vert1" presStyleCnt="0"/>
      <dgm:spPr/>
    </dgm:pt>
    <dgm:pt modelId="{4148A936-DC72-465B-B781-06F25EB03E7F}" type="pres">
      <dgm:prSet presAssocID="{7F747842-BFDF-4736-ADA1-9F9F0244C5E0}" presName="thickLine" presStyleLbl="alignNode1" presStyleIdx="2" presStyleCnt="3"/>
      <dgm:spPr/>
    </dgm:pt>
    <dgm:pt modelId="{33F42341-4CC9-470B-A73B-1BC5A77CF0F1}" type="pres">
      <dgm:prSet presAssocID="{7F747842-BFDF-4736-ADA1-9F9F0244C5E0}" presName="horz1" presStyleCnt="0"/>
      <dgm:spPr/>
    </dgm:pt>
    <dgm:pt modelId="{8C45D7D5-E154-4F9A-BA84-1A85CCC7C645}" type="pres">
      <dgm:prSet presAssocID="{7F747842-BFDF-4736-ADA1-9F9F0244C5E0}" presName="tx1" presStyleLbl="revTx" presStyleIdx="2" presStyleCnt="3"/>
      <dgm:spPr/>
    </dgm:pt>
    <dgm:pt modelId="{24D3E735-A5F4-42E1-BD66-42CD017FB1CD}" type="pres">
      <dgm:prSet presAssocID="{7F747842-BFDF-4736-ADA1-9F9F0244C5E0}" presName="vert1" presStyleCnt="0"/>
      <dgm:spPr/>
    </dgm:pt>
  </dgm:ptLst>
  <dgm:cxnLst>
    <dgm:cxn modelId="{39985413-60F0-4401-B7DC-F8850055C5DE}" srcId="{C863ED1E-21BC-4359-9C2F-8FFA9820C8D4}" destId="{BE39AB9C-4296-4357-A43D-87C5A4399BCA}" srcOrd="0" destOrd="0" parTransId="{393FA92C-1FA1-4484-871E-488B5C44A8AB}" sibTransId="{84A15736-2A86-465C-9A21-48FEE928D20C}"/>
    <dgm:cxn modelId="{C1DF8616-20B9-4089-A16A-3371F6BA3247}" type="presOf" srcId="{C863ED1E-21BC-4359-9C2F-8FFA9820C8D4}" destId="{64EBF2B3-3F07-4624-B8FA-EE990D1ECC78}" srcOrd="0" destOrd="0" presId="urn:microsoft.com/office/officeart/2008/layout/LinedList"/>
    <dgm:cxn modelId="{674D2665-B2D5-4BA5-AC2F-9C83A9194002}" type="presOf" srcId="{428A8E07-4419-4D86-A856-FFAF075C1BD0}" destId="{A83BDD2C-BF27-44E3-9F37-5F3407866EAD}" srcOrd="0" destOrd="0" presId="urn:microsoft.com/office/officeart/2008/layout/LinedList"/>
    <dgm:cxn modelId="{D874E247-EC99-4E07-B076-C3543A202AC4}" srcId="{C863ED1E-21BC-4359-9C2F-8FFA9820C8D4}" destId="{428A8E07-4419-4D86-A856-FFAF075C1BD0}" srcOrd="1" destOrd="0" parTransId="{3EA9BF29-C6BE-4006-A001-D0C1E7862D4E}" sibTransId="{40413B03-FB27-4DF3-AC59-A7475FA32031}"/>
    <dgm:cxn modelId="{5BA6E34E-3F22-4672-8C8D-22BA2A3F9D27}" type="presOf" srcId="{7F747842-BFDF-4736-ADA1-9F9F0244C5E0}" destId="{8C45D7D5-E154-4F9A-BA84-1A85CCC7C645}" srcOrd="0" destOrd="0" presId="urn:microsoft.com/office/officeart/2008/layout/LinedList"/>
    <dgm:cxn modelId="{04A8ADD2-CD3B-4CC1-8DB0-9910A2CC6C90}" srcId="{C863ED1E-21BC-4359-9C2F-8FFA9820C8D4}" destId="{7F747842-BFDF-4736-ADA1-9F9F0244C5E0}" srcOrd="2" destOrd="0" parTransId="{C5E0ACEE-D2A3-4FCD-A7EF-5D25738C9AB8}" sibTransId="{D3BE2F33-C31A-4A09-9E13-0F4A87AA9A7A}"/>
    <dgm:cxn modelId="{EFD480D5-DEC1-46EA-B305-AABC47ED8ADF}" type="presOf" srcId="{BE39AB9C-4296-4357-A43D-87C5A4399BCA}" destId="{E15A2E43-E8B8-4AED-A89C-42D562A6A267}" srcOrd="0" destOrd="0" presId="urn:microsoft.com/office/officeart/2008/layout/LinedList"/>
    <dgm:cxn modelId="{929E299E-E74B-4E9B-8079-CEA75E8C24A1}" type="presParOf" srcId="{64EBF2B3-3F07-4624-B8FA-EE990D1ECC78}" destId="{AE616D10-81D0-4156-8A50-E9D97DDFC036}" srcOrd="0" destOrd="0" presId="urn:microsoft.com/office/officeart/2008/layout/LinedList"/>
    <dgm:cxn modelId="{78FD0E41-4555-49B6-B3BA-52ACB4037B59}" type="presParOf" srcId="{64EBF2B3-3F07-4624-B8FA-EE990D1ECC78}" destId="{A20AABB1-831C-4486-A00A-F34A98F17589}" srcOrd="1" destOrd="0" presId="urn:microsoft.com/office/officeart/2008/layout/LinedList"/>
    <dgm:cxn modelId="{15341B03-7597-465D-8718-D54CFAF76813}" type="presParOf" srcId="{A20AABB1-831C-4486-A00A-F34A98F17589}" destId="{E15A2E43-E8B8-4AED-A89C-42D562A6A267}" srcOrd="0" destOrd="0" presId="urn:microsoft.com/office/officeart/2008/layout/LinedList"/>
    <dgm:cxn modelId="{9ED9DE15-773A-4831-984E-BF52C9C1798D}" type="presParOf" srcId="{A20AABB1-831C-4486-A00A-F34A98F17589}" destId="{85971D21-D5CD-4D12-ADF8-B9DF6B4BBDE9}" srcOrd="1" destOrd="0" presId="urn:microsoft.com/office/officeart/2008/layout/LinedList"/>
    <dgm:cxn modelId="{5879A7CD-5A88-44C7-B200-A5EE5218769B}" type="presParOf" srcId="{64EBF2B3-3F07-4624-B8FA-EE990D1ECC78}" destId="{5DAD9B2A-4264-4461-B0BD-C3AC060406EF}" srcOrd="2" destOrd="0" presId="urn:microsoft.com/office/officeart/2008/layout/LinedList"/>
    <dgm:cxn modelId="{22286DD5-08F3-4136-88E6-9F79BAA03D1C}" type="presParOf" srcId="{64EBF2B3-3F07-4624-B8FA-EE990D1ECC78}" destId="{A3F79923-332A-4651-BDBF-66129C80530E}" srcOrd="3" destOrd="0" presId="urn:microsoft.com/office/officeart/2008/layout/LinedList"/>
    <dgm:cxn modelId="{CC3A4EE8-7558-4B9D-9AFC-943F69A75C73}" type="presParOf" srcId="{A3F79923-332A-4651-BDBF-66129C80530E}" destId="{A83BDD2C-BF27-44E3-9F37-5F3407866EAD}" srcOrd="0" destOrd="0" presId="urn:microsoft.com/office/officeart/2008/layout/LinedList"/>
    <dgm:cxn modelId="{66AFF091-AAF5-4C39-814B-994FAC3E1192}" type="presParOf" srcId="{A3F79923-332A-4651-BDBF-66129C80530E}" destId="{6B56D742-E815-4D3A-9F7F-4F8B15CFC467}" srcOrd="1" destOrd="0" presId="urn:microsoft.com/office/officeart/2008/layout/LinedList"/>
    <dgm:cxn modelId="{09A6C111-FA96-46A7-B494-F79951F07DDD}" type="presParOf" srcId="{64EBF2B3-3F07-4624-B8FA-EE990D1ECC78}" destId="{4148A936-DC72-465B-B781-06F25EB03E7F}" srcOrd="4" destOrd="0" presId="urn:microsoft.com/office/officeart/2008/layout/LinedList"/>
    <dgm:cxn modelId="{808E0A74-DFCA-43E0-8FA5-447813BB5048}" type="presParOf" srcId="{64EBF2B3-3F07-4624-B8FA-EE990D1ECC78}" destId="{33F42341-4CC9-470B-A73B-1BC5A77CF0F1}" srcOrd="5" destOrd="0" presId="urn:microsoft.com/office/officeart/2008/layout/LinedList"/>
    <dgm:cxn modelId="{FC80A8F1-B544-4274-A75B-970DD171079E}" type="presParOf" srcId="{33F42341-4CC9-470B-A73B-1BC5A77CF0F1}" destId="{8C45D7D5-E154-4F9A-BA84-1A85CCC7C645}" srcOrd="0" destOrd="0" presId="urn:microsoft.com/office/officeart/2008/layout/LinedList"/>
    <dgm:cxn modelId="{328BED21-9ED8-4C1E-97D4-CF47C2D6184C}" type="presParOf" srcId="{33F42341-4CC9-470B-A73B-1BC5A77CF0F1}" destId="{24D3E735-A5F4-42E1-BD66-42CD017FB1C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97C3CC-8613-472B-BB43-F9D883FBD9D3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0CB8328-A583-482B-81B6-4A15F4EA3DD1}">
      <dgm:prSet/>
      <dgm:spPr/>
      <dgm:t>
        <a:bodyPr/>
        <a:lstStyle/>
        <a:p>
          <a:r>
            <a:rPr lang="en-US"/>
            <a:t>Relational tables + SQL vs flexible models (key‑value, document, graph, wide‑column)</a:t>
          </a:r>
        </a:p>
      </dgm:t>
    </dgm:pt>
    <dgm:pt modelId="{24295DCD-FA83-477B-B24F-EC5641FC7A33}" type="parTrans" cxnId="{D492CC3E-D9C8-4C04-A010-F584B6B319D3}">
      <dgm:prSet/>
      <dgm:spPr/>
      <dgm:t>
        <a:bodyPr/>
        <a:lstStyle/>
        <a:p>
          <a:endParaRPr lang="en-US"/>
        </a:p>
      </dgm:t>
    </dgm:pt>
    <dgm:pt modelId="{385D8B1D-C3F7-4977-B95F-0833B4D7DF2A}" type="sibTrans" cxnId="{D492CC3E-D9C8-4C04-A010-F584B6B319D3}">
      <dgm:prSet/>
      <dgm:spPr/>
      <dgm:t>
        <a:bodyPr/>
        <a:lstStyle/>
        <a:p>
          <a:endParaRPr lang="en-US"/>
        </a:p>
      </dgm:t>
    </dgm:pt>
    <dgm:pt modelId="{9500402A-C60E-4086-98CE-58CAA0E9308A}">
      <dgm:prSet/>
      <dgm:spPr/>
      <dgm:t>
        <a:bodyPr/>
        <a:lstStyle/>
        <a:p>
          <a:r>
            <a:rPr lang="en-US"/>
            <a:t>Predefined schema vs dynamic schema</a:t>
          </a:r>
        </a:p>
      </dgm:t>
    </dgm:pt>
    <dgm:pt modelId="{230B7D70-2503-49CA-A267-472D173EFD2C}" type="parTrans" cxnId="{719D0621-3C1C-4D69-8414-C8B368656715}">
      <dgm:prSet/>
      <dgm:spPr/>
      <dgm:t>
        <a:bodyPr/>
        <a:lstStyle/>
        <a:p>
          <a:endParaRPr lang="en-US"/>
        </a:p>
      </dgm:t>
    </dgm:pt>
    <dgm:pt modelId="{727144EF-2527-4D38-96B1-FB4842502AB1}" type="sibTrans" cxnId="{719D0621-3C1C-4D69-8414-C8B368656715}">
      <dgm:prSet/>
      <dgm:spPr/>
      <dgm:t>
        <a:bodyPr/>
        <a:lstStyle/>
        <a:p>
          <a:endParaRPr lang="en-US"/>
        </a:p>
      </dgm:t>
    </dgm:pt>
    <dgm:pt modelId="{2F3AE5AF-7A1D-47C1-A73A-51A5D3B24DE6}">
      <dgm:prSet/>
      <dgm:spPr/>
      <dgm:t>
        <a:bodyPr/>
        <a:lstStyle/>
        <a:p>
          <a:r>
            <a:rPr lang="en-US"/>
            <a:t>Vertical scaling vs horizontal sharding/partitioning</a:t>
          </a:r>
        </a:p>
      </dgm:t>
    </dgm:pt>
    <dgm:pt modelId="{1684E6DA-0F7B-40B4-8A46-07AAA2DBAD23}" type="parTrans" cxnId="{1A4B4417-2DF8-4D28-B9A2-0E8C42FA51C2}">
      <dgm:prSet/>
      <dgm:spPr/>
      <dgm:t>
        <a:bodyPr/>
        <a:lstStyle/>
        <a:p>
          <a:endParaRPr lang="en-US"/>
        </a:p>
      </dgm:t>
    </dgm:pt>
    <dgm:pt modelId="{ADB41B0B-0C29-405C-A06A-9B233465E9F0}" type="sibTrans" cxnId="{1A4B4417-2DF8-4D28-B9A2-0E8C42FA51C2}">
      <dgm:prSet/>
      <dgm:spPr/>
      <dgm:t>
        <a:bodyPr/>
        <a:lstStyle/>
        <a:p>
          <a:endParaRPr lang="en-US"/>
        </a:p>
      </dgm:t>
    </dgm:pt>
    <dgm:pt modelId="{80600293-02C2-4B75-A349-A3A7F155D6A3}">
      <dgm:prSet/>
      <dgm:spPr/>
      <dgm:t>
        <a:bodyPr/>
        <a:lstStyle/>
        <a:p>
          <a:r>
            <a:rPr lang="en-US"/>
            <a:t>Strong ACID by default vs selective trade‑offs for scale/availability</a:t>
          </a:r>
        </a:p>
      </dgm:t>
    </dgm:pt>
    <dgm:pt modelId="{78F91D97-3D09-4A35-A712-8BE4DACA4F6D}" type="parTrans" cxnId="{0CE2A3C1-FC35-4901-886C-B1BC2509CAAA}">
      <dgm:prSet/>
      <dgm:spPr/>
      <dgm:t>
        <a:bodyPr/>
        <a:lstStyle/>
        <a:p>
          <a:endParaRPr lang="en-US"/>
        </a:p>
      </dgm:t>
    </dgm:pt>
    <dgm:pt modelId="{6DBE869E-2019-4E09-95DD-4EAFA6D9415F}" type="sibTrans" cxnId="{0CE2A3C1-FC35-4901-886C-B1BC2509CAAA}">
      <dgm:prSet/>
      <dgm:spPr/>
      <dgm:t>
        <a:bodyPr/>
        <a:lstStyle/>
        <a:p>
          <a:endParaRPr lang="en-US"/>
        </a:p>
      </dgm:t>
    </dgm:pt>
    <dgm:pt modelId="{E3173D5D-0CB7-4730-9FAA-665AD88DCB74}" type="pres">
      <dgm:prSet presAssocID="{AA97C3CC-8613-472B-BB43-F9D883FBD9D3}" presName="diagram" presStyleCnt="0">
        <dgm:presLayoutVars>
          <dgm:dir/>
          <dgm:resizeHandles val="exact"/>
        </dgm:presLayoutVars>
      </dgm:prSet>
      <dgm:spPr/>
    </dgm:pt>
    <dgm:pt modelId="{7B04E9C6-232C-4664-8976-08470CE613EC}" type="pres">
      <dgm:prSet presAssocID="{D0CB8328-A583-482B-81B6-4A15F4EA3DD1}" presName="node" presStyleLbl="node1" presStyleIdx="0" presStyleCnt="4">
        <dgm:presLayoutVars>
          <dgm:bulletEnabled val="1"/>
        </dgm:presLayoutVars>
      </dgm:prSet>
      <dgm:spPr/>
    </dgm:pt>
    <dgm:pt modelId="{B813BFBE-9097-4802-9040-1B0569111CC2}" type="pres">
      <dgm:prSet presAssocID="{385D8B1D-C3F7-4977-B95F-0833B4D7DF2A}" presName="sibTrans" presStyleCnt="0"/>
      <dgm:spPr/>
    </dgm:pt>
    <dgm:pt modelId="{598AEB6F-A6B5-4D69-9A5E-561828312180}" type="pres">
      <dgm:prSet presAssocID="{9500402A-C60E-4086-98CE-58CAA0E9308A}" presName="node" presStyleLbl="node1" presStyleIdx="1" presStyleCnt="4">
        <dgm:presLayoutVars>
          <dgm:bulletEnabled val="1"/>
        </dgm:presLayoutVars>
      </dgm:prSet>
      <dgm:spPr/>
    </dgm:pt>
    <dgm:pt modelId="{20C7CEBC-CB40-4E0D-9FAC-D5F3AE3F8E80}" type="pres">
      <dgm:prSet presAssocID="{727144EF-2527-4D38-96B1-FB4842502AB1}" presName="sibTrans" presStyleCnt="0"/>
      <dgm:spPr/>
    </dgm:pt>
    <dgm:pt modelId="{7B493488-E568-476D-B290-7218C2D70F93}" type="pres">
      <dgm:prSet presAssocID="{2F3AE5AF-7A1D-47C1-A73A-51A5D3B24DE6}" presName="node" presStyleLbl="node1" presStyleIdx="2" presStyleCnt="4">
        <dgm:presLayoutVars>
          <dgm:bulletEnabled val="1"/>
        </dgm:presLayoutVars>
      </dgm:prSet>
      <dgm:spPr/>
    </dgm:pt>
    <dgm:pt modelId="{6E17E703-EEB5-44E3-8B47-8D8515FA4D69}" type="pres">
      <dgm:prSet presAssocID="{ADB41B0B-0C29-405C-A06A-9B233465E9F0}" presName="sibTrans" presStyleCnt="0"/>
      <dgm:spPr/>
    </dgm:pt>
    <dgm:pt modelId="{798BDCC5-2FEC-42D2-8446-22A229116399}" type="pres">
      <dgm:prSet presAssocID="{80600293-02C2-4B75-A349-A3A7F155D6A3}" presName="node" presStyleLbl="node1" presStyleIdx="3" presStyleCnt="4">
        <dgm:presLayoutVars>
          <dgm:bulletEnabled val="1"/>
        </dgm:presLayoutVars>
      </dgm:prSet>
      <dgm:spPr/>
    </dgm:pt>
  </dgm:ptLst>
  <dgm:cxnLst>
    <dgm:cxn modelId="{1A4B4417-2DF8-4D28-B9A2-0E8C42FA51C2}" srcId="{AA97C3CC-8613-472B-BB43-F9D883FBD9D3}" destId="{2F3AE5AF-7A1D-47C1-A73A-51A5D3B24DE6}" srcOrd="2" destOrd="0" parTransId="{1684E6DA-0F7B-40B4-8A46-07AAA2DBAD23}" sibTransId="{ADB41B0B-0C29-405C-A06A-9B233465E9F0}"/>
    <dgm:cxn modelId="{719D0621-3C1C-4D69-8414-C8B368656715}" srcId="{AA97C3CC-8613-472B-BB43-F9D883FBD9D3}" destId="{9500402A-C60E-4086-98CE-58CAA0E9308A}" srcOrd="1" destOrd="0" parTransId="{230B7D70-2503-49CA-A267-472D173EFD2C}" sibTransId="{727144EF-2527-4D38-96B1-FB4842502AB1}"/>
    <dgm:cxn modelId="{BE865639-F6BF-4618-AE1B-D7B22BE94316}" type="presOf" srcId="{AA97C3CC-8613-472B-BB43-F9D883FBD9D3}" destId="{E3173D5D-0CB7-4730-9FAA-665AD88DCB74}" srcOrd="0" destOrd="0" presId="urn:microsoft.com/office/officeart/2005/8/layout/default"/>
    <dgm:cxn modelId="{D492CC3E-D9C8-4C04-A010-F584B6B319D3}" srcId="{AA97C3CC-8613-472B-BB43-F9D883FBD9D3}" destId="{D0CB8328-A583-482B-81B6-4A15F4EA3DD1}" srcOrd="0" destOrd="0" parTransId="{24295DCD-FA83-477B-B24F-EC5641FC7A33}" sibTransId="{385D8B1D-C3F7-4977-B95F-0833B4D7DF2A}"/>
    <dgm:cxn modelId="{468B1699-C952-4306-9374-7826EC5C649D}" type="presOf" srcId="{2F3AE5AF-7A1D-47C1-A73A-51A5D3B24DE6}" destId="{7B493488-E568-476D-B290-7218C2D70F93}" srcOrd="0" destOrd="0" presId="urn:microsoft.com/office/officeart/2005/8/layout/default"/>
    <dgm:cxn modelId="{0CE2A3C1-FC35-4901-886C-B1BC2509CAAA}" srcId="{AA97C3CC-8613-472B-BB43-F9D883FBD9D3}" destId="{80600293-02C2-4B75-A349-A3A7F155D6A3}" srcOrd="3" destOrd="0" parTransId="{78F91D97-3D09-4A35-A712-8BE4DACA4F6D}" sibTransId="{6DBE869E-2019-4E09-95DD-4EAFA6D9415F}"/>
    <dgm:cxn modelId="{37EF26D6-BC06-4A0B-A042-161D2850D65B}" type="presOf" srcId="{9500402A-C60E-4086-98CE-58CAA0E9308A}" destId="{598AEB6F-A6B5-4D69-9A5E-561828312180}" srcOrd="0" destOrd="0" presId="urn:microsoft.com/office/officeart/2005/8/layout/default"/>
    <dgm:cxn modelId="{E013A9F4-23D1-4FD7-ABF4-AFA5278FE624}" type="presOf" srcId="{80600293-02C2-4B75-A349-A3A7F155D6A3}" destId="{798BDCC5-2FEC-42D2-8446-22A229116399}" srcOrd="0" destOrd="0" presId="urn:microsoft.com/office/officeart/2005/8/layout/default"/>
    <dgm:cxn modelId="{D209BAFC-DB9E-4E40-BD19-A1F945C39AEE}" type="presOf" srcId="{D0CB8328-A583-482B-81B6-4A15F4EA3DD1}" destId="{7B04E9C6-232C-4664-8976-08470CE613EC}" srcOrd="0" destOrd="0" presId="urn:microsoft.com/office/officeart/2005/8/layout/default"/>
    <dgm:cxn modelId="{AE74B7A4-C8A7-48B7-A33D-AF3DDAF3CC47}" type="presParOf" srcId="{E3173D5D-0CB7-4730-9FAA-665AD88DCB74}" destId="{7B04E9C6-232C-4664-8976-08470CE613EC}" srcOrd="0" destOrd="0" presId="urn:microsoft.com/office/officeart/2005/8/layout/default"/>
    <dgm:cxn modelId="{F8D28E96-1176-4864-B100-66DDE98E03C3}" type="presParOf" srcId="{E3173D5D-0CB7-4730-9FAA-665AD88DCB74}" destId="{B813BFBE-9097-4802-9040-1B0569111CC2}" srcOrd="1" destOrd="0" presId="urn:microsoft.com/office/officeart/2005/8/layout/default"/>
    <dgm:cxn modelId="{CB8F5A60-646A-4DD7-B3A6-742D7A5D480E}" type="presParOf" srcId="{E3173D5D-0CB7-4730-9FAA-665AD88DCB74}" destId="{598AEB6F-A6B5-4D69-9A5E-561828312180}" srcOrd="2" destOrd="0" presId="urn:microsoft.com/office/officeart/2005/8/layout/default"/>
    <dgm:cxn modelId="{D5439B09-482D-43C4-83CC-EF87EDCACB1D}" type="presParOf" srcId="{E3173D5D-0CB7-4730-9FAA-665AD88DCB74}" destId="{20C7CEBC-CB40-4E0D-9FAC-D5F3AE3F8E80}" srcOrd="3" destOrd="0" presId="urn:microsoft.com/office/officeart/2005/8/layout/default"/>
    <dgm:cxn modelId="{4418C039-7722-4309-A5AA-ABC8CF7E10E8}" type="presParOf" srcId="{E3173D5D-0CB7-4730-9FAA-665AD88DCB74}" destId="{7B493488-E568-476D-B290-7218C2D70F93}" srcOrd="4" destOrd="0" presId="urn:microsoft.com/office/officeart/2005/8/layout/default"/>
    <dgm:cxn modelId="{D512C823-DEAD-4EF4-817E-83DFD27CE097}" type="presParOf" srcId="{E3173D5D-0CB7-4730-9FAA-665AD88DCB74}" destId="{6E17E703-EEB5-44E3-8B47-8D8515FA4D69}" srcOrd="5" destOrd="0" presId="urn:microsoft.com/office/officeart/2005/8/layout/default"/>
    <dgm:cxn modelId="{EE991B4D-9CD7-4C1B-BDD8-47046AD49156}" type="presParOf" srcId="{E3173D5D-0CB7-4730-9FAA-665AD88DCB74}" destId="{798BDCC5-2FEC-42D2-8446-22A22911639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89AB52-21CE-4908-949D-52FE5EEA4A02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1C6199-D697-40F2-B0FA-B9D45F36FAD8}">
      <dgm:prSet/>
      <dgm:spPr/>
      <dgm:t>
        <a:bodyPr/>
        <a:lstStyle/>
        <a:p>
          <a:r>
            <a:rPr lang="en-US"/>
            <a:t>Key‑value</a:t>
          </a:r>
        </a:p>
      </dgm:t>
    </dgm:pt>
    <dgm:pt modelId="{E377D137-5243-4163-AE85-CA45EA5A2B3B}" type="parTrans" cxnId="{486D04CB-FAA9-4DC3-89E5-19D2437D77E4}">
      <dgm:prSet/>
      <dgm:spPr/>
      <dgm:t>
        <a:bodyPr/>
        <a:lstStyle/>
        <a:p>
          <a:endParaRPr lang="en-US"/>
        </a:p>
      </dgm:t>
    </dgm:pt>
    <dgm:pt modelId="{AB34424F-4C00-4A14-A861-9925A1BD4B1E}" type="sibTrans" cxnId="{486D04CB-FAA9-4DC3-89E5-19D2437D77E4}">
      <dgm:prSet/>
      <dgm:spPr/>
      <dgm:t>
        <a:bodyPr/>
        <a:lstStyle/>
        <a:p>
          <a:endParaRPr lang="en-US"/>
        </a:p>
      </dgm:t>
    </dgm:pt>
    <dgm:pt modelId="{ACAB4D24-725F-40B3-BEFB-640CC8348578}">
      <dgm:prSet/>
      <dgm:spPr/>
      <dgm:t>
        <a:bodyPr/>
        <a:lstStyle/>
        <a:p>
          <a:r>
            <a:rPr lang="en-US"/>
            <a:t>Document (JSON‑like)</a:t>
          </a:r>
        </a:p>
      </dgm:t>
    </dgm:pt>
    <dgm:pt modelId="{36CB14CD-8F57-4B81-BEAC-A17479E1E80F}" type="parTrans" cxnId="{74A85293-01E3-4C8F-9254-1DCE763DF521}">
      <dgm:prSet/>
      <dgm:spPr/>
      <dgm:t>
        <a:bodyPr/>
        <a:lstStyle/>
        <a:p>
          <a:endParaRPr lang="en-US"/>
        </a:p>
      </dgm:t>
    </dgm:pt>
    <dgm:pt modelId="{6623F73F-5539-4CD1-9E74-AE094E42DECB}" type="sibTrans" cxnId="{74A85293-01E3-4C8F-9254-1DCE763DF521}">
      <dgm:prSet/>
      <dgm:spPr/>
      <dgm:t>
        <a:bodyPr/>
        <a:lstStyle/>
        <a:p>
          <a:endParaRPr lang="en-US"/>
        </a:p>
      </dgm:t>
    </dgm:pt>
    <dgm:pt modelId="{272945B3-2AE4-4B4B-97B1-7A576703D702}">
      <dgm:prSet/>
      <dgm:spPr/>
      <dgm:t>
        <a:bodyPr/>
        <a:lstStyle/>
        <a:p>
          <a:r>
            <a:rPr lang="en-US"/>
            <a:t>Wide‑column (a.k.a. column‑family)</a:t>
          </a:r>
        </a:p>
      </dgm:t>
    </dgm:pt>
    <dgm:pt modelId="{357E206E-7B3B-4394-9C70-81B4D6BDB47C}" type="parTrans" cxnId="{EF34EEA5-7AC5-491E-B3B0-F62EB01C9B1A}">
      <dgm:prSet/>
      <dgm:spPr/>
      <dgm:t>
        <a:bodyPr/>
        <a:lstStyle/>
        <a:p>
          <a:endParaRPr lang="en-US"/>
        </a:p>
      </dgm:t>
    </dgm:pt>
    <dgm:pt modelId="{37B60A1F-BE5B-4D68-9F4F-38FE08B6E4EE}" type="sibTrans" cxnId="{EF34EEA5-7AC5-491E-B3B0-F62EB01C9B1A}">
      <dgm:prSet/>
      <dgm:spPr/>
      <dgm:t>
        <a:bodyPr/>
        <a:lstStyle/>
        <a:p>
          <a:endParaRPr lang="en-US"/>
        </a:p>
      </dgm:t>
    </dgm:pt>
    <dgm:pt modelId="{228315C6-3A68-4017-8599-1813A2A01577}">
      <dgm:prSet/>
      <dgm:spPr/>
      <dgm:t>
        <a:bodyPr/>
        <a:lstStyle/>
        <a:p>
          <a:r>
            <a:rPr lang="en-US"/>
            <a:t>Graph</a:t>
          </a:r>
        </a:p>
      </dgm:t>
    </dgm:pt>
    <dgm:pt modelId="{7FEB050B-4533-4009-9AC8-13F00F131C81}" type="parTrans" cxnId="{B545C459-18D3-41AE-800D-65A102698084}">
      <dgm:prSet/>
      <dgm:spPr/>
      <dgm:t>
        <a:bodyPr/>
        <a:lstStyle/>
        <a:p>
          <a:endParaRPr lang="en-US"/>
        </a:p>
      </dgm:t>
    </dgm:pt>
    <dgm:pt modelId="{F338F745-DAFC-4D75-A7D1-3A44F800F8A4}" type="sibTrans" cxnId="{B545C459-18D3-41AE-800D-65A102698084}">
      <dgm:prSet/>
      <dgm:spPr/>
      <dgm:t>
        <a:bodyPr/>
        <a:lstStyle/>
        <a:p>
          <a:endParaRPr lang="en-US"/>
        </a:p>
      </dgm:t>
    </dgm:pt>
    <dgm:pt modelId="{BBA47B6F-24F2-4D17-8C24-0FAA37D6D8CD}" type="pres">
      <dgm:prSet presAssocID="{D089AB52-21CE-4908-949D-52FE5EEA4A02}" presName="matrix" presStyleCnt="0">
        <dgm:presLayoutVars>
          <dgm:chMax val="1"/>
          <dgm:dir/>
          <dgm:resizeHandles val="exact"/>
        </dgm:presLayoutVars>
      </dgm:prSet>
      <dgm:spPr/>
    </dgm:pt>
    <dgm:pt modelId="{C6F204F7-DF70-4C18-A22C-F5E4D77084C7}" type="pres">
      <dgm:prSet presAssocID="{D089AB52-21CE-4908-949D-52FE5EEA4A02}" presName="diamond" presStyleLbl="bgShp" presStyleIdx="0" presStyleCnt="1"/>
      <dgm:spPr/>
    </dgm:pt>
    <dgm:pt modelId="{90925CAE-FFF5-4FD1-ACC4-151A8A942EB8}" type="pres">
      <dgm:prSet presAssocID="{D089AB52-21CE-4908-949D-52FE5EEA4A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F12F121-4802-4CAF-ADB4-DC77F2245AF1}" type="pres">
      <dgm:prSet presAssocID="{D089AB52-21CE-4908-949D-52FE5EEA4A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9986DC7-8FE8-41FF-B4A5-82687CCD4146}" type="pres">
      <dgm:prSet presAssocID="{D089AB52-21CE-4908-949D-52FE5EEA4A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955E981-549B-4917-99C7-6F01825B365B}" type="pres">
      <dgm:prSet presAssocID="{D089AB52-21CE-4908-949D-52FE5EEA4A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60D60A-B16B-483A-B76D-EC6CEA39E069}" type="presOf" srcId="{D089AB52-21CE-4908-949D-52FE5EEA4A02}" destId="{BBA47B6F-24F2-4D17-8C24-0FAA37D6D8CD}" srcOrd="0" destOrd="0" presId="urn:microsoft.com/office/officeart/2005/8/layout/matrix3"/>
    <dgm:cxn modelId="{B545C459-18D3-41AE-800D-65A102698084}" srcId="{D089AB52-21CE-4908-949D-52FE5EEA4A02}" destId="{228315C6-3A68-4017-8599-1813A2A01577}" srcOrd="3" destOrd="0" parTransId="{7FEB050B-4533-4009-9AC8-13F00F131C81}" sibTransId="{F338F745-DAFC-4D75-A7D1-3A44F800F8A4}"/>
    <dgm:cxn modelId="{74A85293-01E3-4C8F-9254-1DCE763DF521}" srcId="{D089AB52-21CE-4908-949D-52FE5EEA4A02}" destId="{ACAB4D24-725F-40B3-BEFB-640CC8348578}" srcOrd="1" destOrd="0" parTransId="{36CB14CD-8F57-4B81-BEAC-A17479E1E80F}" sibTransId="{6623F73F-5539-4CD1-9E74-AE094E42DECB}"/>
    <dgm:cxn modelId="{09D4499C-328F-42AE-BCB1-DE2D4670094D}" type="presOf" srcId="{ACAB4D24-725F-40B3-BEFB-640CC8348578}" destId="{DF12F121-4802-4CAF-ADB4-DC77F2245AF1}" srcOrd="0" destOrd="0" presId="urn:microsoft.com/office/officeart/2005/8/layout/matrix3"/>
    <dgm:cxn modelId="{EF34EEA5-7AC5-491E-B3B0-F62EB01C9B1A}" srcId="{D089AB52-21CE-4908-949D-52FE5EEA4A02}" destId="{272945B3-2AE4-4B4B-97B1-7A576703D702}" srcOrd="2" destOrd="0" parTransId="{357E206E-7B3B-4394-9C70-81B4D6BDB47C}" sibTransId="{37B60A1F-BE5B-4D68-9F4F-38FE08B6E4EE}"/>
    <dgm:cxn modelId="{929373AA-F460-4C64-90E0-AFE72EE6B42E}" type="presOf" srcId="{272945B3-2AE4-4B4B-97B1-7A576703D702}" destId="{49986DC7-8FE8-41FF-B4A5-82687CCD4146}" srcOrd="0" destOrd="0" presId="urn:microsoft.com/office/officeart/2005/8/layout/matrix3"/>
    <dgm:cxn modelId="{0922D6B5-1D92-4DDC-B610-2D5A1252AC47}" type="presOf" srcId="{4F1C6199-D697-40F2-B0FA-B9D45F36FAD8}" destId="{90925CAE-FFF5-4FD1-ACC4-151A8A942EB8}" srcOrd="0" destOrd="0" presId="urn:microsoft.com/office/officeart/2005/8/layout/matrix3"/>
    <dgm:cxn modelId="{BBED7EC7-6F1D-445B-BA42-3CC20DA6223A}" type="presOf" srcId="{228315C6-3A68-4017-8599-1813A2A01577}" destId="{B955E981-549B-4917-99C7-6F01825B365B}" srcOrd="0" destOrd="0" presId="urn:microsoft.com/office/officeart/2005/8/layout/matrix3"/>
    <dgm:cxn modelId="{486D04CB-FAA9-4DC3-89E5-19D2437D77E4}" srcId="{D089AB52-21CE-4908-949D-52FE5EEA4A02}" destId="{4F1C6199-D697-40F2-B0FA-B9D45F36FAD8}" srcOrd="0" destOrd="0" parTransId="{E377D137-5243-4163-AE85-CA45EA5A2B3B}" sibTransId="{AB34424F-4C00-4A14-A861-9925A1BD4B1E}"/>
    <dgm:cxn modelId="{6557C497-1398-4997-AB95-CE66D545E002}" type="presParOf" srcId="{BBA47B6F-24F2-4D17-8C24-0FAA37D6D8CD}" destId="{C6F204F7-DF70-4C18-A22C-F5E4D77084C7}" srcOrd="0" destOrd="0" presId="urn:microsoft.com/office/officeart/2005/8/layout/matrix3"/>
    <dgm:cxn modelId="{6CB0B1FD-BAB4-4C6A-90E4-1C4DE333DF15}" type="presParOf" srcId="{BBA47B6F-24F2-4D17-8C24-0FAA37D6D8CD}" destId="{90925CAE-FFF5-4FD1-ACC4-151A8A942EB8}" srcOrd="1" destOrd="0" presId="urn:microsoft.com/office/officeart/2005/8/layout/matrix3"/>
    <dgm:cxn modelId="{073578F2-FD6C-4A91-8417-5993AA92E303}" type="presParOf" srcId="{BBA47B6F-24F2-4D17-8C24-0FAA37D6D8CD}" destId="{DF12F121-4802-4CAF-ADB4-DC77F2245AF1}" srcOrd="2" destOrd="0" presId="urn:microsoft.com/office/officeart/2005/8/layout/matrix3"/>
    <dgm:cxn modelId="{372F3E85-E59C-461A-9671-0ABBF770534C}" type="presParOf" srcId="{BBA47B6F-24F2-4D17-8C24-0FAA37D6D8CD}" destId="{49986DC7-8FE8-41FF-B4A5-82687CCD4146}" srcOrd="3" destOrd="0" presId="urn:microsoft.com/office/officeart/2005/8/layout/matrix3"/>
    <dgm:cxn modelId="{6AB8F10A-CF4F-412B-8213-43CA4512B141}" type="presParOf" srcId="{BBA47B6F-24F2-4D17-8C24-0FAA37D6D8CD}" destId="{B955E981-549B-4917-99C7-6F01825B36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531BC5-FC91-4000-9190-95BB57E4A85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2B042C-7D45-4C70-81AC-4004883E44BC}">
      <dgm:prSet/>
      <dgm:spPr/>
      <dgm:t>
        <a:bodyPr/>
        <a:lstStyle/>
        <a:p>
          <a:r>
            <a:rPr lang="en-US"/>
            <a:t>Highly partitionable; simple get/put by key</a:t>
          </a:r>
        </a:p>
      </dgm:t>
    </dgm:pt>
    <dgm:pt modelId="{A539D10C-E6E6-4729-A341-1ED6EFAF41B9}" type="parTrans" cxnId="{41675969-BB02-49D9-A928-EAB0DDE5CDF3}">
      <dgm:prSet/>
      <dgm:spPr/>
      <dgm:t>
        <a:bodyPr/>
        <a:lstStyle/>
        <a:p>
          <a:endParaRPr lang="en-US"/>
        </a:p>
      </dgm:t>
    </dgm:pt>
    <dgm:pt modelId="{53C9EC86-5E93-4EC2-BF84-5F533CFFF473}" type="sibTrans" cxnId="{41675969-BB02-49D9-A928-EAB0DDE5CDF3}">
      <dgm:prSet/>
      <dgm:spPr/>
      <dgm:t>
        <a:bodyPr/>
        <a:lstStyle/>
        <a:p>
          <a:endParaRPr lang="en-US"/>
        </a:p>
      </dgm:t>
    </dgm:pt>
    <dgm:pt modelId="{F80ECF76-1687-4EF8-A72D-B4626F340B11}">
      <dgm:prSet/>
      <dgm:spPr/>
      <dgm:t>
        <a:bodyPr/>
        <a:lstStyle/>
        <a:p>
          <a:r>
            <a:rPr lang="en-US"/>
            <a:t>Extreme horizontal scale, very low latency</a:t>
          </a:r>
        </a:p>
      </dgm:t>
    </dgm:pt>
    <dgm:pt modelId="{FB4AE5D0-009D-472E-BA90-27AA73954F1D}" type="parTrans" cxnId="{3647EDB5-82B0-4929-B033-F51F4FA2C6FB}">
      <dgm:prSet/>
      <dgm:spPr/>
      <dgm:t>
        <a:bodyPr/>
        <a:lstStyle/>
        <a:p>
          <a:endParaRPr lang="en-US"/>
        </a:p>
      </dgm:t>
    </dgm:pt>
    <dgm:pt modelId="{1FC2A112-D381-4401-9534-14BCA06EAF5C}" type="sibTrans" cxnId="{3647EDB5-82B0-4929-B033-F51F4FA2C6FB}">
      <dgm:prSet/>
      <dgm:spPr/>
      <dgm:t>
        <a:bodyPr/>
        <a:lstStyle/>
        <a:p>
          <a:endParaRPr lang="en-US"/>
        </a:p>
      </dgm:t>
    </dgm:pt>
    <dgm:pt modelId="{08862AB0-E762-493C-97A6-AE5A1101E870}">
      <dgm:prSet/>
      <dgm:spPr/>
      <dgm:t>
        <a:bodyPr/>
        <a:lstStyle/>
        <a:p>
          <a:r>
            <a:rPr lang="en-US"/>
            <a:t>Use cases: gaming leaderboards, ad tech events, session stores, IoT data</a:t>
          </a:r>
        </a:p>
      </dgm:t>
    </dgm:pt>
    <dgm:pt modelId="{45073AD0-F281-4004-A2BC-6026E13EE7B0}" type="parTrans" cxnId="{3DA17673-A0A8-417E-9FFA-98096F061D89}">
      <dgm:prSet/>
      <dgm:spPr/>
      <dgm:t>
        <a:bodyPr/>
        <a:lstStyle/>
        <a:p>
          <a:endParaRPr lang="en-US"/>
        </a:p>
      </dgm:t>
    </dgm:pt>
    <dgm:pt modelId="{43825EF1-CDC8-4A7C-A6DE-93E96340EA16}" type="sibTrans" cxnId="{3DA17673-A0A8-417E-9FFA-98096F061D89}">
      <dgm:prSet/>
      <dgm:spPr/>
      <dgm:t>
        <a:bodyPr/>
        <a:lstStyle/>
        <a:p>
          <a:endParaRPr lang="en-US"/>
        </a:p>
      </dgm:t>
    </dgm:pt>
    <dgm:pt modelId="{AC3D641B-3797-417E-8FE2-DCC6602B6631}" type="pres">
      <dgm:prSet presAssocID="{13531BC5-FC91-4000-9190-95BB57E4A856}" presName="diagram" presStyleCnt="0">
        <dgm:presLayoutVars>
          <dgm:dir/>
          <dgm:resizeHandles val="exact"/>
        </dgm:presLayoutVars>
      </dgm:prSet>
      <dgm:spPr/>
    </dgm:pt>
    <dgm:pt modelId="{79BB36FA-52CA-4845-8405-F45B9933354E}" type="pres">
      <dgm:prSet presAssocID="{242B042C-7D45-4C70-81AC-4004883E44BC}" presName="node" presStyleLbl="node1" presStyleIdx="0" presStyleCnt="3">
        <dgm:presLayoutVars>
          <dgm:bulletEnabled val="1"/>
        </dgm:presLayoutVars>
      </dgm:prSet>
      <dgm:spPr/>
    </dgm:pt>
    <dgm:pt modelId="{69514B90-89FF-413F-9825-24861901B15E}" type="pres">
      <dgm:prSet presAssocID="{53C9EC86-5E93-4EC2-BF84-5F533CFFF473}" presName="sibTrans" presStyleCnt="0"/>
      <dgm:spPr/>
    </dgm:pt>
    <dgm:pt modelId="{215B1463-6391-496B-9F00-6F5A62C01835}" type="pres">
      <dgm:prSet presAssocID="{F80ECF76-1687-4EF8-A72D-B4626F340B11}" presName="node" presStyleLbl="node1" presStyleIdx="1" presStyleCnt="3">
        <dgm:presLayoutVars>
          <dgm:bulletEnabled val="1"/>
        </dgm:presLayoutVars>
      </dgm:prSet>
      <dgm:spPr/>
    </dgm:pt>
    <dgm:pt modelId="{87854C44-0E95-4977-9B89-44CC5A674CAB}" type="pres">
      <dgm:prSet presAssocID="{1FC2A112-D381-4401-9534-14BCA06EAF5C}" presName="sibTrans" presStyleCnt="0"/>
      <dgm:spPr/>
    </dgm:pt>
    <dgm:pt modelId="{62CE1D85-5C6C-48B7-82D0-27742A3DBA29}" type="pres">
      <dgm:prSet presAssocID="{08862AB0-E762-493C-97A6-AE5A1101E870}" presName="node" presStyleLbl="node1" presStyleIdx="2" presStyleCnt="3">
        <dgm:presLayoutVars>
          <dgm:bulletEnabled val="1"/>
        </dgm:presLayoutVars>
      </dgm:prSet>
      <dgm:spPr/>
    </dgm:pt>
  </dgm:ptLst>
  <dgm:cxnLst>
    <dgm:cxn modelId="{2C3C3707-1EDB-4627-9A0E-5E6C80257E85}" type="presOf" srcId="{08862AB0-E762-493C-97A6-AE5A1101E870}" destId="{62CE1D85-5C6C-48B7-82D0-27742A3DBA29}" srcOrd="0" destOrd="0" presId="urn:microsoft.com/office/officeart/2005/8/layout/default"/>
    <dgm:cxn modelId="{DF8EF013-668D-439E-A978-DA4A475A517F}" type="presOf" srcId="{242B042C-7D45-4C70-81AC-4004883E44BC}" destId="{79BB36FA-52CA-4845-8405-F45B9933354E}" srcOrd="0" destOrd="0" presId="urn:microsoft.com/office/officeart/2005/8/layout/default"/>
    <dgm:cxn modelId="{41675969-BB02-49D9-A928-EAB0DDE5CDF3}" srcId="{13531BC5-FC91-4000-9190-95BB57E4A856}" destId="{242B042C-7D45-4C70-81AC-4004883E44BC}" srcOrd="0" destOrd="0" parTransId="{A539D10C-E6E6-4729-A341-1ED6EFAF41B9}" sibTransId="{53C9EC86-5E93-4EC2-BF84-5F533CFFF473}"/>
    <dgm:cxn modelId="{3DA17673-A0A8-417E-9FFA-98096F061D89}" srcId="{13531BC5-FC91-4000-9190-95BB57E4A856}" destId="{08862AB0-E762-493C-97A6-AE5A1101E870}" srcOrd="2" destOrd="0" parTransId="{45073AD0-F281-4004-A2BC-6026E13EE7B0}" sibTransId="{43825EF1-CDC8-4A7C-A6DE-93E96340EA16}"/>
    <dgm:cxn modelId="{3647EDB5-82B0-4929-B033-F51F4FA2C6FB}" srcId="{13531BC5-FC91-4000-9190-95BB57E4A856}" destId="{F80ECF76-1687-4EF8-A72D-B4626F340B11}" srcOrd="1" destOrd="0" parTransId="{FB4AE5D0-009D-472E-BA90-27AA73954F1D}" sibTransId="{1FC2A112-D381-4401-9534-14BCA06EAF5C}"/>
    <dgm:cxn modelId="{0C4384EA-5EDC-48A0-906E-08591404078C}" type="presOf" srcId="{F80ECF76-1687-4EF8-A72D-B4626F340B11}" destId="{215B1463-6391-496B-9F00-6F5A62C01835}" srcOrd="0" destOrd="0" presId="urn:microsoft.com/office/officeart/2005/8/layout/default"/>
    <dgm:cxn modelId="{A4245AFC-3CB9-40D1-B0EA-BA580BAEA4AC}" type="presOf" srcId="{13531BC5-FC91-4000-9190-95BB57E4A856}" destId="{AC3D641B-3797-417E-8FE2-DCC6602B6631}" srcOrd="0" destOrd="0" presId="urn:microsoft.com/office/officeart/2005/8/layout/default"/>
    <dgm:cxn modelId="{2A47E747-4FA0-4C4A-ADFD-23DE86391C3A}" type="presParOf" srcId="{AC3D641B-3797-417E-8FE2-DCC6602B6631}" destId="{79BB36FA-52CA-4845-8405-F45B9933354E}" srcOrd="0" destOrd="0" presId="urn:microsoft.com/office/officeart/2005/8/layout/default"/>
    <dgm:cxn modelId="{8EFE7FB9-3C4D-4967-B25B-D5ECBCA3E359}" type="presParOf" srcId="{AC3D641B-3797-417E-8FE2-DCC6602B6631}" destId="{69514B90-89FF-413F-9825-24861901B15E}" srcOrd="1" destOrd="0" presId="urn:microsoft.com/office/officeart/2005/8/layout/default"/>
    <dgm:cxn modelId="{1ADA352E-FD6E-4266-BC28-5A548714A3ED}" type="presParOf" srcId="{AC3D641B-3797-417E-8FE2-DCC6602B6631}" destId="{215B1463-6391-496B-9F00-6F5A62C01835}" srcOrd="2" destOrd="0" presId="urn:microsoft.com/office/officeart/2005/8/layout/default"/>
    <dgm:cxn modelId="{10161011-48EA-4786-8639-3E425D5501EB}" type="presParOf" srcId="{AC3D641B-3797-417E-8FE2-DCC6602B6631}" destId="{87854C44-0E95-4977-9B89-44CC5A674CAB}" srcOrd="3" destOrd="0" presId="urn:microsoft.com/office/officeart/2005/8/layout/default"/>
    <dgm:cxn modelId="{FC60627F-9E1F-44BA-B653-7EDF016A45BD}" type="presParOf" srcId="{AC3D641B-3797-417E-8FE2-DCC6602B6631}" destId="{62CE1D85-5C6C-48B7-82D0-27742A3DBA2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173619-798E-4753-9D9E-B8F6E20B00D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FB14E80-26D2-4A06-A880-34A44AE26F04}">
      <dgm:prSet/>
      <dgm:spPr/>
      <dgm:t>
        <a:bodyPr/>
        <a:lstStyle/>
        <a:p>
          <a:r>
            <a:rPr lang="en-US"/>
            <a:t>Store semi‑structured documents (often JSON); each can evolve independently</a:t>
          </a:r>
        </a:p>
      </dgm:t>
    </dgm:pt>
    <dgm:pt modelId="{ECEFACFC-FF0F-4364-908D-91DCF5A20659}" type="parTrans" cxnId="{1EA9C068-FD65-48CD-A2E5-41423B9AD3B9}">
      <dgm:prSet/>
      <dgm:spPr/>
      <dgm:t>
        <a:bodyPr/>
        <a:lstStyle/>
        <a:p>
          <a:endParaRPr lang="en-US"/>
        </a:p>
      </dgm:t>
    </dgm:pt>
    <dgm:pt modelId="{BE7A23C8-CC6A-4B52-9C04-264471D32AC1}" type="sibTrans" cxnId="{1EA9C068-FD65-48CD-A2E5-41423B9AD3B9}">
      <dgm:prSet/>
      <dgm:spPr/>
      <dgm:t>
        <a:bodyPr/>
        <a:lstStyle/>
        <a:p>
          <a:endParaRPr lang="en-US"/>
        </a:p>
      </dgm:t>
    </dgm:pt>
    <dgm:pt modelId="{159326AC-3C34-4F79-A28F-F283C484D8B9}">
      <dgm:prSet/>
      <dgm:spPr/>
      <dgm:t>
        <a:bodyPr/>
        <a:lstStyle/>
        <a:p>
          <a:r>
            <a:rPr lang="en-US"/>
            <a:t>Natural fit with application objects; flexible indexing &amp; queries</a:t>
          </a:r>
        </a:p>
      </dgm:t>
    </dgm:pt>
    <dgm:pt modelId="{CFF15834-DE54-4A94-9775-BFCAF87CCC3D}" type="parTrans" cxnId="{656F0636-99EC-4913-BF61-122F5AE874C9}">
      <dgm:prSet/>
      <dgm:spPr/>
      <dgm:t>
        <a:bodyPr/>
        <a:lstStyle/>
        <a:p>
          <a:endParaRPr lang="en-US"/>
        </a:p>
      </dgm:t>
    </dgm:pt>
    <dgm:pt modelId="{B3C120B8-4824-453B-967F-E0A7F2165F6D}" type="sibTrans" cxnId="{656F0636-99EC-4913-BF61-122F5AE874C9}">
      <dgm:prSet/>
      <dgm:spPr/>
      <dgm:t>
        <a:bodyPr/>
        <a:lstStyle/>
        <a:p>
          <a:endParaRPr lang="en-US"/>
        </a:p>
      </dgm:t>
    </dgm:pt>
    <dgm:pt modelId="{4BAD3DB0-D7E6-44B7-B8C0-0CF6FB01031E}">
      <dgm:prSet/>
      <dgm:spPr/>
      <dgm:t>
        <a:bodyPr/>
        <a:lstStyle/>
        <a:p>
          <a:r>
            <a:rPr lang="en-US"/>
            <a:t>Use cases: catalogs, user profiles, CMS, product content</a:t>
          </a:r>
        </a:p>
      </dgm:t>
    </dgm:pt>
    <dgm:pt modelId="{5872CB7E-448C-49D0-A24F-E3E6D63775E0}" type="parTrans" cxnId="{84387F86-AE88-4DA3-9A0F-ED8253A92774}">
      <dgm:prSet/>
      <dgm:spPr/>
      <dgm:t>
        <a:bodyPr/>
        <a:lstStyle/>
        <a:p>
          <a:endParaRPr lang="en-US"/>
        </a:p>
      </dgm:t>
    </dgm:pt>
    <dgm:pt modelId="{97669B09-0C41-4848-94AE-57DA4AF8AC6B}" type="sibTrans" cxnId="{84387F86-AE88-4DA3-9A0F-ED8253A92774}">
      <dgm:prSet/>
      <dgm:spPr/>
      <dgm:t>
        <a:bodyPr/>
        <a:lstStyle/>
        <a:p>
          <a:endParaRPr lang="en-US"/>
        </a:p>
      </dgm:t>
    </dgm:pt>
    <dgm:pt modelId="{908319DC-33B6-4994-90DB-42028163BB12}" type="pres">
      <dgm:prSet presAssocID="{41173619-798E-4753-9D9E-B8F6E20B00DB}" presName="linear" presStyleCnt="0">
        <dgm:presLayoutVars>
          <dgm:animLvl val="lvl"/>
          <dgm:resizeHandles val="exact"/>
        </dgm:presLayoutVars>
      </dgm:prSet>
      <dgm:spPr/>
    </dgm:pt>
    <dgm:pt modelId="{52D127DF-B67E-4814-A00F-C0B7CDF3460E}" type="pres">
      <dgm:prSet presAssocID="{EFB14E80-26D2-4A06-A880-34A44AE26F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379C6C-D7FB-4A61-AF5A-39EED95800E3}" type="pres">
      <dgm:prSet presAssocID="{BE7A23C8-CC6A-4B52-9C04-264471D32AC1}" presName="spacer" presStyleCnt="0"/>
      <dgm:spPr/>
    </dgm:pt>
    <dgm:pt modelId="{8E187B89-61E3-49D2-ACEE-87AF0CC4C485}" type="pres">
      <dgm:prSet presAssocID="{159326AC-3C34-4F79-A28F-F283C484D8B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32D30E3-938F-4541-A01C-BDC27488466A}" type="pres">
      <dgm:prSet presAssocID="{B3C120B8-4824-453B-967F-E0A7F2165F6D}" presName="spacer" presStyleCnt="0"/>
      <dgm:spPr/>
    </dgm:pt>
    <dgm:pt modelId="{E9EBD3D0-3DED-40A6-BA75-74676F8160DB}" type="pres">
      <dgm:prSet presAssocID="{4BAD3DB0-D7E6-44B7-B8C0-0CF6FB01031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56F0636-99EC-4913-BF61-122F5AE874C9}" srcId="{41173619-798E-4753-9D9E-B8F6E20B00DB}" destId="{159326AC-3C34-4F79-A28F-F283C484D8B9}" srcOrd="1" destOrd="0" parTransId="{CFF15834-DE54-4A94-9775-BFCAF87CCC3D}" sibTransId="{B3C120B8-4824-453B-967F-E0A7F2165F6D}"/>
    <dgm:cxn modelId="{2FB58B63-014D-4C7B-8C75-FDDB8CBE2EBA}" type="presOf" srcId="{159326AC-3C34-4F79-A28F-F283C484D8B9}" destId="{8E187B89-61E3-49D2-ACEE-87AF0CC4C485}" srcOrd="0" destOrd="0" presId="urn:microsoft.com/office/officeart/2005/8/layout/vList2"/>
    <dgm:cxn modelId="{1EA9C068-FD65-48CD-A2E5-41423B9AD3B9}" srcId="{41173619-798E-4753-9D9E-B8F6E20B00DB}" destId="{EFB14E80-26D2-4A06-A880-34A44AE26F04}" srcOrd="0" destOrd="0" parTransId="{ECEFACFC-FF0F-4364-908D-91DCF5A20659}" sibTransId="{BE7A23C8-CC6A-4B52-9C04-264471D32AC1}"/>
    <dgm:cxn modelId="{8854ED4C-F995-4905-9F47-D2055C4C0453}" type="presOf" srcId="{EFB14E80-26D2-4A06-A880-34A44AE26F04}" destId="{52D127DF-B67E-4814-A00F-C0B7CDF3460E}" srcOrd="0" destOrd="0" presId="urn:microsoft.com/office/officeart/2005/8/layout/vList2"/>
    <dgm:cxn modelId="{84387F86-AE88-4DA3-9A0F-ED8253A92774}" srcId="{41173619-798E-4753-9D9E-B8F6E20B00DB}" destId="{4BAD3DB0-D7E6-44B7-B8C0-0CF6FB01031E}" srcOrd="2" destOrd="0" parTransId="{5872CB7E-448C-49D0-A24F-E3E6D63775E0}" sibTransId="{97669B09-0C41-4848-94AE-57DA4AF8AC6B}"/>
    <dgm:cxn modelId="{1B2097A2-9BF9-4412-902E-6A6FF2789FA5}" type="presOf" srcId="{4BAD3DB0-D7E6-44B7-B8C0-0CF6FB01031E}" destId="{E9EBD3D0-3DED-40A6-BA75-74676F8160DB}" srcOrd="0" destOrd="0" presId="urn:microsoft.com/office/officeart/2005/8/layout/vList2"/>
    <dgm:cxn modelId="{BB1081DC-8343-4E7E-B8A8-8A6C93D21492}" type="presOf" srcId="{41173619-798E-4753-9D9E-B8F6E20B00DB}" destId="{908319DC-33B6-4994-90DB-42028163BB12}" srcOrd="0" destOrd="0" presId="urn:microsoft.com/office/officeart/2005/8/layout/vList2"/>
    <dgm:cxn modelId="{A8B1B55D-4177-4517-8904-8163ED149A53}" type="presParOf" srcId="{908319DC-33B6-4994-90DB-42028163BB12}" destId="{52D127DF-B67E-4814-A00F-C0B7CDF3460E}" srcOrd="0" destOrd="0" presId="urn:microsoft.com/office/officeart/2005/8/layout/vList2"/>
    <dgm:cxn modelId="{A5514EB8-A91C-4D86-8E8B-241D22663B9F}" type="presParOf" srcId="{908319DC-33B6-4994-90DB-42028163BB12}" destId="{D0379C6C-D7FB-4A61-AF5A-39EED95800E3}" srcOrd="1" destOrd="0" presId="urn:microsoft.com/office/officeart/2005/8/layout/vList2"/>
    <dgm:cxn modelId="{BBC517D6-0EB1-4124-B908-14C4BB79E79F}" type="presParOf" srcId="{908319DC-33B6-4994-90DB-42028163BB12}" destId="{8E187B89-61E3-49D2-ACEE-87AF0CC4C485}" srcOrd="2" destOrd="0" presId="urn:microsoft.com/office/officeart/2005/8/layout/vList2"/>
    <dgm:cxn modelId="{BEFF7260-0ACD-404F-9479-D2E4600B83BC}" type="presParOf" srcId="{908319DC-33B6-4994-90DB-42028163BB12}" destId="{A32D30E3-938F-4541-A01C-BDC27488466A}" srcOrd="3" destOrd="0" presId="urn:microsoft.com/office/officeart/2005/8/layout/vList2"/>
    <dgm:cxn modelId="{A79863CC-7B38-482B-A5CA-BA5776AE3E3E}" type="presParOf" srcId="{908319DC-33B6-4994-90DB-42028163BB12}" destId="{E9EBD3D0-3DED-40A6-BA75-74676F8160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CB8A53-B7D3-4BFB-9900-A0FBD4D8BF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E1CC56-C88D-4701-9151-2BDE2AFC43A1}">
      <dgm:prSet/>
      <dgm:spPr/>
      <dgm:t>
        <a:bodyPr/>
        <a:lstStyle/>
        <a:p>
          <a:r>
            <a:rPr lang="en-US"/>
            <a:t>Rows with sparse, dynamic columns grouped into families</a:t>
          </a:r>
        </a:p>
      </dgm:t>
    </dgm:pt>
    <dgm:pt modelId="{A311924B-F296-41A5-A300-C1AB864CA102}" type="parTrans" cxnId="{A2AAF5D9-5A36-4CF7-9D50-7968E6E6D436}">
      <dgm:prSet/>
      <dgm:spPr/>
      <dgm:t>
        <a:bodyPr/>
        <a:lstStyle/>
        <a:p>
          <a:endParaRPr lang="en-US"/>
        </a:p>
      </dgm:t>
    </dgm:pt>
    <dgm:pt modelId="{732CE7A1-0557-42E6-B09B-28EE10681766}" type="sibTrans" cxnId="{A2AAF5D9-5A36-4CF7-9D50-7968E6E6D436}">
      <dgm:prSet/>
      <dgm:spPr/>
      <dgm:t>
        <a:bodyPr/>
        <a:lstStyle/>
        <a:p>
          <a:endParaRPr lang="en-US"/>
        </a:p>
      </dgm:t>
    </dgm:pt>
    <dgm:pt modelId="{197AD432-F637-4C91-8C67-665B23DCF30B}">
      <dgm:prSet/>
      <dgm:spPr/>
      <dgm:t>
        <a:bodyPr/>
        <a:lstStyle/>
        <a:p>
          <a:r>
            <a:rPr lang="en-US"/>
            <a:t>Excellent for time‑series and large‑scale write/read workloads</a:t>
          </a:r>
        </a:p>
      </dgm:t>
    </dgm:pt>
    <dgm:pt modelId="{8D25D9A3-52A9-4419-B832-DF85564B0AD1}" type="parTrans" cxnId="{400BDDE6-DB76-48E0-BE6F-346DCA01A863}">
      <dgm:prSet/>
      <dgm:spPr/>
      <dgm:t>
        <a:bodyPr/>
        <a:lstStyle/>
        <a:p>
          <a:endParaRPr lang="en-US"/>
        </a:p>
      </dgm:t>
    </dgm:pt>
    <dgm:pt modelId="{52E7F4DB-3E31-47D2-9D2B-8405E458F684}" type="sibTrans" cxnId="{400BDDE6-DB76-48E0-BE6F-346DCA01A863}">
      <dgm:prSet/>
      <dgm:spPr/>
      <dgm:t>
        <a:bodyPr/>
        <a:lstStyle/>
        <a:p>
          <a:endParaRPr lang="en-US"/>
        </a:p>
      </dgm:t>
    </dgm:pt>
    <dgm:pt modelId="{CA8577E7-64EC-4155-9480-9A7C8199BFD4}">
      <dgm:prSet/>
      <dgm:spPr/>
      <dgm:t>
        <a:bodyPr/>
        <a:lstStyle/>
        <a:p>
          <a:r>
            <a:rPr lang="en-US"/>
            <a:t>Use cases: telemetry, log analytics, time‑series, recommendation feeds</a:t>
          </a:r>
        </a:p>
      </dgm:t>
    </dgm:pt>
    <dgm:pt modelId="{708419A2-75D0-40CE-B17E-55A28C413789}" type="parTrans" cxnId="{6CF0E202-D4F5-42FF-BBB2-FEAD314E8410}">
      <dgm:prSet/>
      <dgm:spPr/>
      <dgm:t>
        <a:bodyPr/>
        <a:lstStyle/>
        <a:p>
          <a:endParaRPr lang="en-US"/>
        </a:p>
      </dgm:t>
    </dgm:pt>
    <dgm:pt modelId="{CF2E8B97-1157-439D-9C12-8CB99F3BA0C1}" type="sibTrans" cxnId="{6CF0E202-D4F5-42FF-BBB2-FEAD314E8410}">
      <dgm:prSet/>
      <dgm:spPr/>
      <dgm:t>
        <a:bodyPr/>
        <a:lstStyle/>
        <a:p>
          <a:endParaRPr lang="en-US"/>
        </a:p>
      </dgm:t>
    </dgm:pt>
    <dgm:pt modelId="{0A096CD0-C586-48DD-901C-427D0237105D}" type="pres">
      <dgm:prSet presAssocID="{EDCB8A53-B7D3-4BFB-9900-A0FBD4D8BF9D}" presName="linear" presStyleCnt="0">
        <dgm:presLayoutVars>
          <dgm:animLvl val="lvl"/>
          <dgm:resizeHandles val="exact"/>
        </dgm:presLayoutVars>
      </dgm:prSet>
      <dgm:spPr/>
    </dgm:pt>
    <dgm:pt modelId="{14987025-7DAF-4F90-8EA4-B47E7D639539}" type="pres">
      <dgm:prSet presAssocID="{87E1CC56-C88D-4701-9151-2BDE2AFC43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027DFC-B87A-4EAC-99D1-98CA92BEDE79}" type="pres">
      <dgm:prSet presAssocID="{732CE7A1-0557-42E6-B09B-28EE10681766}" presName="spacer" presStyleCnt="0"/>
      <dgm:spPr/>
    </dgm:pt>
    <dgm:pt modelId="{DE706C34-04BC-4FDF-84C5-66359DB581FE}" type="pres">
      <dgm:prSet presAssocID="{197AD432-F637-4C91-8C67-665B23DCF3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CB6354-E934-4A65-BEB3-06A822610CBF}" type="pres">
      <dgm:prSet presAssocID="{52E7F4DB-3E31-47D2-9D2B-8405E458F684}" presName="spacer" presStyleCnt="0"/>
      <dgm:spPr/>
    </dgm:pt>
    <dgm:pt modelId="{D8720E6E-0AE6-4FC8-9867-14F47CFD1BA7}" type="pres">
      <dgm:prSet presAssocID="{CA8577E7-64EC-4155-9480-9A7C8199BF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CF0E202-D4F5-42FF-BBB2-FEAD314E8410}" srcId="{EDCB8A53-B7D3-4BFB-9900-A0FBD4D8BF9D}" destId="{CA8577E7-64EC-4155-9480-9A7C8199BFD4}" srcOrd="2" destOrd="0" parTransId="{708419A2-75D0-40CE-B17E-55A28C413789}" sibTransId="{CF2E8B97-1157-439D-9C12-8CB99F3BA0C1}"/>
    <dgm:cxn modelId="{5A040D0F-74C3-4555-8754-C90F5F061406}" type="presOf" srcId="{CA8577E7-64EC-4155-9480-9A7C8199BFD4}" destId="{D8720E6E-0AE6-4FC8-9867-14F47CFD1BA7}" srcOrd="0" destOrd="0" presId="urn:microsoft.com/office/officeart/2005/8/layout/vList2"/>
    <dgm:cxn modelId="{A5C6D724-1B70-442C-A286-FC949EA6159D}" type="presOf" srcId="{197AD432-F637-4C91-8C67-665B23DCF30B}" destId="{DE706C34-04BC-4FDF-84C5-66359DB581FE}" srcOrd="0" destOrd="0" presId="urn:microsoft.com/office/officeart/2005/8/layout/vList2"/>
    <dgm:cxn modelId="{B52CBBC7-56B1-4883-BE71-93E4FDA7BF1D}" type="presOf" srcId="{87E1CC56-C88D-4701-9151-2BDE2AFC43A1}" destId="{14987025-7DAF-4F90-8EA4-B47E7D639539}" srcOrd="0" destOrd="0" presId="urn:microsoft.com/office/officeart/2005/8/layout/vList2"/>
    <dgm:cxn modelId="{109450CB-77C8-45B9-A1D3-0E34386CC3C5}" type="presOf" srcId="{EDCB8A53-B7D3-4BFB-9900-A0FBD4D8BF9D}" destId="{0A096CD0-C586-48DD-901C-427D0237105D}" srcOrd="0" destOrd="0" presId="urn:microsoft.com/office/officeart/2005/8/layout/vList2"/>
    <dgm:cxn modelId="{A2AAF5D9-5A36-4CF7-9D50-7968E6E6D436}" srcId="{EDCB8A53-B7D3-4BFB-9900-A0FBD4D8BF9D}" destId="{87E1CC56-C88D-4701-9151-2BDE2AFC43A1}" srcOrd="0" destOrd="0" parTransId="{A311924B-F296-41A5-A300-C1AB864CA102}" sibTransId="{732CE7A1-0557-42E6-B09B-28EE10681766}"/>
    <dgm:cxn modelId="{400BDDE6-DB76-48E0-BE6F-346DCA01A863}" srcId="{EDCB8A53-B7D3-4BFB-9900-A0FBD4D8BF9D}" destId="{197AD432-F637-4C91-8C67-665B23DCF30B}" srcOrd="1" destOrd="0" parTransId="{8D25D9A3-52A9-4419-B832-DF85564B0AD1}" sibTransId="{52E7F4DB-3E31-47D2-9D2B-8405E458F684}"/>
    <dgm:cxn modelId="{440366F0-DAB5-4DCA-A848-C9C08216A337}" type="presParOf" srcId="{0A096CD0-C586-48DD-901C-427D0237105D}" destId="{14987025-7DAF-4F90-8EA4-B47E7D639539}" srcOrd="0" destOrd="0" presId="urn:microsoft.com/office/officeart/2005/8/layout/vList2"/>
    <dgm:cxn modelId="{2DC96CBF-821E-46B9-AE01-0867E19826A8}" type="presParOf" srcId="{0A096CD0-C586-48DD-901C-427D0237105D}" destId="{FF027DFC-B87A-4EAC-99D1-98CA92BEDE79}" srcOrd="1" destOrd="0" presId="urn:microsoft.com/office/officeart/2005/8/layout/vList2"/>
    <dgm:cxn modelId="{DDF40518-301B-44D4-91F4-496BA8BF11BC}" type="presParOf" srcId="{0A096CD0-C586-48DD-901C-427D0237105D}" destId="{DE706C34-04BC-4FDF-84C5-66359DB581FE}" srcOrd="2" destOrd="0" presId="urn:microsoft.com/office/officeart/2005/8/layout/vList2"/>
    <dgm:cxn modelId="{AB15F6ED-B628-437B-B9E6-39AA718968A9}" type="presParOf" srcId="{0A096CD0-C586-48DD-901C-427D0237105D}" destId="{B5CB6354-E934-4A65-BEB3-06A822610CBF}" srcOrd="3" destOrd="0" presId="urn:microsoft.com/office/officeart/2005/8/layout/vList2"/>
    <dgm:cxn modelId="{BDFED59E-D84A-4739-AB82-A094C936EF94}" type="presParOf" srcId="{0A096CD0-C586-48DD-901C-427D0237105D}" destId="{D8720E6E-0AE6-4FC8-9867-14F47CFD1BA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7E692CE-FF52-4CBB-A9F4-1F52B877AC7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1D1DB6A-3388-43F9-B7A3-4BA0586D841F}">
      <dgm:prSet/>
      <dgm:spPr/>
      <dgm:t>
        <a:bodyPr/>
        <a:lstStyle/>
        <a:p>
          <a:r>
            <a:rPr lang="en-US"/>
            <a:t>Nodes + edges to model relationships; traversals answer relationship‑heavy queries</a:t>
          </a:r>
        </a:p>
      </dgm:t>
    </dgm:pt>
    <dgm:pt modelId="{CE3D86E9-AF46-42FD-A393-9C9923046A76}" type="parTrans" cxnId="{01CAC53C-B87D-494B-BD37-AF358A9946FF}">
      <dgm:prSet/>
      <dgm:spPr/>
      <dgm:t>
        <a:bodyPr/>
        <a:lstStyle/>
        <a:p>
          <a:endParaRPr lang="en-US"/>
        </a:p>
      </dgm:t>
    </dgm:pt>
    <dgm:pt modelId="{37BB72BB-3662-40AE-939F-4724C7407683}" type="sibTrans" cxnId="{01CAC53C-B87D-494B-BD37-AF358A9946FF}">
      <dgm:prSet/>
      <dgm:spPr/>
      <dgm:t>
        <a:bodyPr/>
        <a:lstStyle/>
        <a:p>
          <a:endParaRPr lang="en-US"/>
        </a:p>
      </dgm:t>
    </dgm:pt>
    <dgm:pt modelId="{BB4A3726-849A-4710-9214-FA18126357F8}">
      <dgm:prSet/>
      <dgm:spPr/>
      <dgm:t>
        <a:bodyPr/>
        <a:lstStyle/>
        <a:p>
          <a:r>
            <a:rPr lang="en-US"/>
            <a:t>Use cases: social networks, fraud detection, recommendations, knowledge graphs</a:t>
          </a:r>
        </a:p>
      </dgm:t>
    </dgm:pt>
    <dgm:pt modelId="{52A6D65A-8B08-4E0C-BE57-A2A74C8297CC}" type="parTrans" cxnId="{98C38CB4-AE1A-493D-B7C9-B702A2BBAB14}">
      <dgm:prSet/>
      <dgm:spPr/>
      <dgm:t>
        <a:bodyPr/>
        <a:lstStyle/>
        <a:p>
          <a:endParaRPr lang="en-US"/>
        </a:p>
      </dgm:t>
    </dgm:pt>
    <dgm:pt modelId="{67A8E4FF-723D-4F76-A12D-068E81734FBA}" type="sibTrans" cxnId="{98C38CB4-AE1A-493D-B7C9-B702A2BBAB14}">
      <dgm:prSet/>
      <dgm:spPr/>
      <dgm:t>
        <a:bodyPr/>
        <a:lstStyle/>
        <a:p>
          <a:endParaRPr lang="en-US"/>
        </a:p>
      </dgm:t>
    </dgm:pt>
    <dgm:pt modelId="{B2216886-FF4B-4C8D-A671-8DC9182AFC3D}" type="pres">
      <dgm:prSet presAssocID="{A7E692CE-FF52-4CBB-A9F4-1F52B877AC75}" presName="linear" presStyleCnt="0">
        <dgm:presLayoutVars>
          <dgm:animLvl val="lvl"/>
          <dgm:resizeHandles val="exact"/>
        </dgm:presLayoutVars>
      </dgm:prSet>
      <dgm:spPr/>
    </dgm:pt>
    <dgm:pt modelId="{6D1C73CD-237C-43FB-BF8E-3AE31E8846C3}" type="pres">
      <dgm:prSet presAssocID="{C1D1DB6A-3388-43F9-B7A3-4BA0586D841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4F18E2-42EA-498A-A703-9E3644EC8E2F}" type="pres">
      <dgm:prSet presAssocID="{37BB72BB-3662-40AE-939F-4724C7407683}" presName="spacer" presStyleCnt="0"/>
      <dgm:spPr/>
    </dgm:pt>
    <dgm:pt modelId="{5396A149-E469-4022-A7DF-7B06ABCB87B9}" type="pres">
      <dgm:prSet presAssocID="{BB4A3726-849A-4710-9214-FA18126357F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CAC53C-B87D-494B-BD37-AF358A9946FF}" srcId="{A7E692CE-FF52-4CBB-A9F4-1F52B877AC75}" destId="{C1D1DB6A-3388-43F9-B7A3-4BA0586D841F}" srcOrd="0" destOrd="0" parTransId="{CE3D86E9-AF46-42FD-A393-9C9923046A76}" sibTransId="{37BB72BB-3662-40AE-939F-4724C7407683}"/>
    <dgm:cxn modelId="{9344CE48-5542-411A-86FC-2E4C250397AF}" type="presOf" srcId="{C1D1DB6A-3388-43F9-B7A3-4BA0586D841F}" destId="{6D1C73CD-237C-43FB-BF8E-3AE31E8846C3}" srcOrd="0" destOrd="0" presId="urn:microsoft.com/office/officeart/2005/8/layout/vList2"/>
    <dgm:cxn modelId="{A828D384-0B2A-4EF2-B394-BD287323A15D}" type="presOf" srcId="{A7E692CE-FF52-4CBB-A9F4-1F52B877AC75}" destId="{B2216886-FF4B-4C8D-A671-8DC9182AFC3D}" srcOrd="0" destOrd="0" presId="urn:microsoft.com/office/officeart/2005/8/layout/vList2"/>
    <dgm:cxn modelId="{98C38CB4-AE1A-493D-B7C9-B702A2BBAB14}" srcId="{A7E692CE-FF52-4CBB-A9F4-1F52B877AC75}" destId="{BB4A3726-849A-4710-9214-FA18126357F8}" srcOrd="1" destOrd="0" parTransId="{52A6D65A-8B08-4E0C-BE57-A2A74C8297CC}" sibTransId="{67A8E4FF-723D-4F76-A12D-068E81734FBA}"/>
    <dgm:cxn modelId="{AC3A7EF2-20D9-48DD-92FD-F731960FEC9E}" type="presOf" srcId="{BB4A3726-849A-4710-9214-FA18126357F8}" destId="{5396A149-E469-4022-A7DF-7B06ABCB87B9}" srcOrd="0" destOrd="0" presId="urn:microsoft.com/office/officeart/2005/8/layout/vList2"/>
    <dgm:cxn modelId="{DF93C71B-60A5-4B11-8B0F-8BF8C5656534}" type="presParOf" srcId="{B2216886-FF4B-4C8D-A671-8DC9182AFC3D}" destId="{6D1C73CD-237C-43FB-BF8E-3AE31E8846C3}" srcOrd="0" destOrd="0" presId="urn:microsoft.com/office/officeart/2005/8/layout/vList2"/>
    <dgm:cxn modelId="{C4E2C98D-213D-42E2-8ECB-824784A3674C}" type="presParOf" srcId="{B2216886-FF4B-4C8D-A671-8DC9182AFC3D}" destId="{E04F18E2-42EA-498A-A703-9E3644EC8E2F}" srcOrd="1" destOrd="0" presId="urn:microsoft.com/office/officeart/2005/8/layout/vList2"/>
    <dgm:cxn modelId="{5D7E0134-030A-4A89-A4A4-1806D4BEDDED}" type="presParOf" srcId="{B2216886-FF4B-4C8D-A671-8DC9182AFC3D}" destId="{5396A149-E469-4022-A7DF-7B06ABCB87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58692B-3B64-48FA-B15D-B378617B648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E3C602-CF22-4AB6-8F5D-5A7C38251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SQL: predefined schema, strong joins, complex queries</a:t>
          </a:r>
        </a:p>
      </dgm:t>
    </dgm:pt>
    <dgm:pt modelId="{CD17FA78-51C5-47C7-AF71-676E8F425C03}" type="parTrans" cxnId="{81844112-9D6F-42A1-AEB2-CCBF239A1B8A}">
      <dgm:prSet/>
      <dgm:spPr/>
      <dgm:t>
        <a:bodyPr/>
        <a:lstStyle/>
        <a:p>
          <a:endParaRPr lang="en-US"/>
        </a:p>
      </dgm:t>
    </dgm:pt>
    <dgm:pt modelId="{B031C450-DB12-48F9-9333-2570E8178AE3}" type="sibTrans" cxnId="{81844112-9D6F-42A1-AEB2-CCBF239A1B8A}">
      <dgm:prSet/>
      <dgm:spPr/>
      <dgm:t>
        <a:bodyPr/>
        <a:lstStyle/>
        <a:p>
          <a:endParaRPr lang="en-US"/>
        </a:p>
      </dgm:t>
    </dgm:pt>
    <dgm:pt modelId="{D42D3ED2-D1FF-4B8F-BAA1-FC1B3C6218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NoSQL: dynamic schemas; query models vary by database type</a:t>
          </a:r>
        </a:p>
      </dgm:t>
    </dgm:pt>
    <dgm:pt modelId="{FD544C3B-0BA6-4A09-8613-9E94F0EADE3E}" type="parTrans" cxnId="{93067A8E-B689-4198-A1D3-F448899BAFC3}">
      <dgm:prSet/>
      <dgm:spPr/>
      <dgm:t>
        <a:bodyPr/>
        <a:lstStyle/>
        <a:p>
          <a:endParaRPr lang="en-US"/>
        </a:p>
      </dgm:t>
    </dgm:pt>
    <dgm:pt modelId="{265C247E-C599-46D4-A451-456B0B44AF9B}" type="sibTrans" cxnId="{93067A8E-B689-4198-A1D3-F448899BAFC3}">
      <dgm:prSet/>
      <dgm:spPr/>
      <dgm:t>
        <a:bodyPr/>
        <a:lstStyle/>
        <a:p>
          <a:endParaRPr lang="en-US"/>
        </a:p>
      </dgm:t>
    </dgm:pt>
    <dgm:pt modelId="{181834AF-1E6F-4C1E-B711-BCB21BE2D3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 starts with access patterns, not just entities</a:t>
          </a:r>
        </a:p>
      </dgm:t>
    </dgm:pt>
    <dgm:pt modelId="{6F338DC7-168E-49BF-AFC4-841A61767961}" type="parTrans" cxnId="{E210DE04-A717-4280-ABF4-3004B3296251}">
      <dgm:prSet/>
      <dgm:spPr/>
      <dgm:t>
        <a:bodyPr/>
        <a:lstStyle/>
        <a:p>
          <a:endParaRPr lang="en-US"/>
        </a:p>
      </dgm:t>
    </dgm:pt>
    <dgm:pt modelId="{08AB7A96-2DF2-4096-A02E-E5EB55267336}" type="sibTrans" cxnId="{E210DE04-A717-4280-ABF4-3004B3296251}">
      <dgm:prSet/>
      <dgm:spPr/>
      <dgm:t>
        <a:bodyPr/>
        <a:lstStyle/>
        <a:p>
          <a:endParaRPr lang="en-US"/>
        </a:p>
      </dgm:t>
    </dgm:pt>
    <dgm:pt modelId="{F8A3BAFD-848C-4A69-8F49-3F2590E89030}" type="pres">
      <dgm:prSet presAssocID="{E858692B-3B64-48FA-B15D-B378617B648C}" presName="root" presStyleCnt="0">
        <dgm:presLayoutVars>
          <dgm:dir/>
          <dgm:resizeHandles val="exact"/>
        </dgm:presLayoutVars>
      </dgm:prSet>
      <dgm:spPr/>
    </dgm:pt>
    <dgm:pt modelId="{51CBB8D3-717F-40B9-9B53-DD4EF77D33E4}" type="pres">
      <dgm:prSet presAssocID="{20E3C602-CF22-4AB6-8F5D-5A7C38251F66}" presName="compNode" presStyleCnt="0"/>
      <dgm:spPr/>
    </dgm:pt>
    <dgm:pt modelId="{B5D06199-BCD8-4434-878F-97F4FB67BF22}" type="pres">
      <dgm:prSet presAssocID="{20E3C602-CF22-4AB6-8F5D-5A7C38251F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E21AA72-9BB9-4085-B8D7-6A0AA8BF1293}" type="pres">
      <dgm:prSet presAssocID="{20E3C602-CF22-4AB6-8F5D-5A7C38251F66}" presName="spaceRect" presStyleCnt="0"/>
      <dgm:spPr/>
    </dgm:pt>
    <dgm:pt modelId="{95EEAEFD-E850-4EA5-B708-503F3180828D}" type="pres">
      <dgm:prSet presAssocID="{20E3C602-CF22-4AB6-8F5D-5A7C38251F66}" presName="textRect" presStyleLbl="revTx" presStyleIdx="0" presStyleCnt="3">
        <dgm:presLayoutVars>
          <dgm:chMax val="1"/>
          <dgm:chPref val="1"/>
        </dgm:presLayoutVars>
      </dgm:prSet>
      <dgm:spPr/>
    </dgm:pt>
    <dgm:pt modelId="{932621A8-D844-4710-B889-7F4D8C6048C0}" type="pres">
      <dgm:prSet presAssocID="{B031C450-DB12-48F9-9333-2570E8178AE3}" presName="sibTrans" presStyleCnt="0"/>
      <dgm:spPr/>
    </dgm:pt>
    <dgm:pt modelId="{B732AEBE-5AD1-4CF9-B5F9-A5F1C22640B0}" type="pres">
      <dgm:prSet presAssocID="{D42D3ED2-D1FF-4B8F-BAA1-FC1B3C62187D}" presName="compNode" presStyleCnt="0"/>
      <dgm:spPr/>
    </dgm:pt>
    <dgm:pt modelId="{B7493E31-31F3-4579-8244-F99D8A21BC86}" type="pres">
      <dgm:prSet presAssocID="{D42D3ED2-D1FF-4B8F-BAA1-FC1B3C6218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D1DA779-F9D7-49F3-B336-8AF612B3D95A}" type="pres">
      <dgm:prSet presAssocID="{D42D3ED2-D1FF-4B8F-BAA1-FC1B3C62187D}" presName="spaceRect" presStyleCnt="0"/>
      <dgm:spPr/>
    </dgm:pt>
    <dgm:pt modelId="{FBDE50F6-A562-419E-A9C8-541295B0A7BA}" type="pres">
      <dgm:prSet presAssocID="{D42D3ED2-D1FF-4B8F-BAA1-FC1B3C62187D}" presName="textRect" presStyleLbl="revTx" presStyleIdx="1" presStyleCnt="3">
        <dgm:presLayoutVars>
          <dgm:chMax val="1"/>
          <dgm:chPref val="1"/>
        </dgm:presLayoutVars>
      </dgm:prSet>
      <dgm:spPr/>
    </dgm:pt>
    <dgm:pt modelId="{4389D9DA-51B9-4485-B652-9B4B1ED7CAFB}" type="pres">
      <dgm:prSet presAssocID="{265C247E-C599-46D4-A451-456B0B44AF9B}" presName="sibTrans" presStyleCnt="0"/>
      <dgm:spPr/>
    </dgm:pt>
    <dgm:pt modelId="{E5B9F99A-0840-4171-A2A9-CBFA6DD67A77}" type="pres">
      <dgm:prSet presAssocID="{181834AF-1E6F-4C1E-B711-BCB21BE2D3F6}" presName="compNode" presStyleCnt="0"/>
      <dgm:spPr/>
    </dgm:pt>
    <dgm:pt modelId="{F14AF6A2-D8E7-412D-94EC-0AC6376EC36E}" type="pres">
      <dgm:prSet presAssocID="{181834AF-1E6F-4C1E-B711-BCB21BE2D3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9315D4A-C53D-417A-ACE0-6D7C6F5CC055}" type="pres">
      <dgm:prSet presAssocID="{181834AF-1E6F-4C1E-B711-BCB21BE2D3F6}" presName="spaceRect" presStyleCnt="0"/>
      <dgm:spPr/>
    </dgm:pt>
    <dgm:pt modelId="{35B3242A-A61C-4D37-A18B-65ED4E6625D0}" type="pres">
      <dgm:prSet presAssocID="{181834AF-1E6F-4C1E-B711-BCB21BE2D3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B41401-4EB8-49FA-8123-2CF03F8BC3F9}" type="presOf" srcId="{D42D3ED2-D1FF-4B8F-BAA1-FC1B3C62187D}" destId="{FBDE50F6-A562-419E-A9C8-541295B0A7BA}" srcOrd="0" destOrd="0" presId="urn:microsoft.com/office/officeart/2018/2/layout/IconLabelList"/>
    <dgm:cxn modelId="{E210DE04-A717-4280-ABF4-3004B3296251}" srcId="{E858692B-3B64-48FA-B15D-B378617B648C}" destId="{181834AF-1E6F-4C1E-B711-BCB21BE2D3F6}" srcOrd="2" destOrd="0" parTransId="{6F338DC7-168E-49BF-AFC4-841A61767961}" sibTransId="{08AB7A96-2DF2-4096-A02E-E5EB55267336}"/>
    <dgm:cxn modelId="{81844112-9D6F-42A1-AEB2-CCBF239A1B8A}" srcId="{E858692B-3B64-48FA-B15D-B378617B648C}" destId="{20E3C602-CF22-4AB6-8F5D-5A7C38251F66}" srcOrd="0" destOrd="0" parTransId="{CD17FA78-51C5-47C7-AF71-676E8F425C03}" sibTransId="{B031C450-DB12-48F9-9333-2570E8178AE3}"/>
    <dgm:cxn modelId="{93067A8E-B689-4198-A1D3-F448899BAFC3}" srcId="{E858692B-3B64-48FA-B15D-B378617B648C}" destId="{D42D3ED2-D1FF-4B8F-BAA1-FC1B3C62187D}" srcOrd="1" destOrd="0" parTransId="{FD544C3B-0BA6-4A09-8613-9E94F0EADE3E}" sibTransId="{265C247E-C599-46D4-A451-456B0B44AF9B}"/>
    <dgm:cxn modelId="{F0460E95-1A50-403D-8D8C-3DD4F5A1CADF}" type="presOf" srcId="{20E3C602-CF22-4AB6-8F5D-5A7C38251F66}" destId="{95EEAEFD-E850-4EA5-B708-503F3180828D}" srcOrd="0" destOrd="0" presId="urn:microsoft.com/office/officeart/2018/2/layout/IconLabelList"/>
    <dgm:cxn modelId="{9276A0CD-AE9C-44B2-9552-E5D2102BDAB1}" type="presOf" srcId="{E858692B-3B64-48FA-B15D-B378617B648C}" destId="{F8A3BAFD-848C-4A69-8F49-3F2590E89030}" srcOrd="0" destOrd="0" presId="urn:microsoft.com/office/officeart/2018/2/layout/IconLabelList"/>
    <dgm:cxn modelId="{5834A5DF-DF9A-46DF-8698-DFA372608FDE}" type="presOf" srcId="{181834AF-1E6F-4C1E-B711-BCB21BE2D3F6}" destId="{35B3242A-A61C-4D37-A18B-65ED4E6625D0}" srcOrd="0" destOrd="0" presId="urn:microsoft.com/office/officeart/2018/2/layout/IconLabelList"/>
    <dgm:cxn modelId="{EE1DB158-D92D-4206-A1FE-A7CF640CA894}" type="presParOf" srcId="{F8A3BAFD-848C-4A69-8F49-3F2590E89030}" destId="{51CBB8D3-717F-40B9-9B53-DD4EF77D33E4}" srcOrd="0" destOrd="0" presId="urn:microsoft.com/office/officeart/2018/2/layout/IconLabelList"/>
    <dgm:cxn modelId="{685E74B7-592B-494C-AAB6-4010A9CA5DA8}" type="presParOf" srcId="{51CBB8D3-717F-40B9-9B53-DD4EF77D33E4}" destId="{B5D06199-BCD8-4434-878F-97F4FB67BF22}" srcOrd="0" destOrd="0" presId="urn:microsoft.com/office/officeart/2018/2/layout/IconLabelList"/>
    <dgm:cxn modelId="{E3CC7A7B-D6AF-4828-A6E1-90276FE44F79}" type="presParOf" srcId="{51CBB8D3-717F-40B9-9B53-DD4EF77D33E4}" destId="{CE21AA72-9BB9-4085-B8D7-6A0AA8BF1293}" srcOrd="1" destOrd="0" presId="urn:microsoft.com/office/officeart/2018/2/layout/IconLabelList"/>
    <dgm:cxn modelId="{2FF3474A-6E7C-4F02-95FB-BA9D81774BD3}" type="presParOf" srcId="{51CBB8D3-717F-40B9-9B53-DD4EF77D33E4}" destId="{95EEAEFD-E850-4EA5-B708-503F3180828D}" srcOrd="2" destOrd="0" presId="urn:microsoft.com/office/officeart/2018/2/layout/IconLabelList"/>
    <dgm:cxn modelId="{18B408C4-D264-4A23-B4DB-A642DD5451FB}" type="presParOf" srcId="{F8A3BAFD-848C-4A69-8F49-3F2590E89030}" destId="{932621A8-D844-4710-B889-7F4D8C6048C0}" srcOrd="1" destOrd="0" presId="urn:microsoft.com/office/officeart/2018/2/layout/IconLabelList"/>
    <dgm:cxn modelId="{CD4D6BC2-8C40-4C7F-8665-51728E3C37B6}" type="presParOf" srcId="{F8A3BAFD-848C-4A69-8F49-3F2590E89030}" destId="{B732AEBE-5AD1-4CF9-B5F9-A5F1C22640B0}" srcOrd="2" destOrd="0" presId="urn:microsoft.com/office/officeart/2018/2/layout/IconLabelList"/>
    <dgm:cxn modelId="{594440DA-033D-40FD-AD2C-CA17A432C8E1}" type="presParOf" srcId="{B732AEBE-5AD1-4CF9-B5F9-A5F1C22640B0}" destId="{B7493E31-31F3-4579-8244-F99D8A21BC86}" srcOrd="0" destOrd="0" presId="urn:microsoft.com/office/officeart/2018/2/layout/IconLabelList"/>
    <dgm:cxn modelId="{6B5A44F5-1C15-44D3-8BED-72AE26998A5C}" type="presParOf" srcId="{B732AEBE-5AD1-4CF9-B5F9-A5F1C22640B0}" destId="{CD1DA779-F9D7-49F3-B336-8AF612B3D95A}" srcOrd="1" destOrd="0" presId="urn:microsoft.com/office/officeart/2018/2/layout/IconLabelList"/>
    <dgm:cxn modelId="{460054E2-D20D-49BA-BE72-4C9FBCA1721C}" type="presParOf" srcId="{B732AEBE-5AD1-4CF9-B5F9-A5F1C22640B0}" destId="{FBDE50F6-A562-419E-A9C8-541295B0A7BA}" srcOrd="2" destOrd="0" presId="urn:microsoft.com/office/officeart/2018/2/layout/IconLabelList"/>
    <dgm:cxn modelId="{CBE9AA51-EE99-4F2F-B5B5-4ADB3301528C}" type="presParOf" srcId="{F8A3BAFD-848C-4A69-8F49-3F2590E89030}" destId="{4389D9DA-51B9-4485-B652-9B4B1ED7CAFB}" srcOrd="3" destOrd="0" presId="urn:microsoft.com/office/officeart/2018/2/layout/IconLabelList"/>
    <dgm:cxn modelId="{CADFD3B2-166F-4C53-BF6E-C2155B1345C6}" type="presParOf" srcId="{F8A3BAFD-848C-4A69-8F49-3F2590E89030}" destId="{E5B9F99A-0840-4171-A2A9-CBFA6DD67A77}" srcOrd="4" destOrd="0" presId="urn:microsoft.com/office/officeart/2018/2/layout/IconLabelList"/>
    <dgm:cxn modelId="{393D36EF-2220-423F-B568-12352620A3D1}" type="presParOf" srcId="{E5B9F99A-0840-4171-A2A9-CBFA6DD67A77}" destId="{F14AF6A2-D8E7-412D-94EC-0AC6376EC36E}" srcOrd="0" destOrd="0" presId="urn:microsoft.com/office/officeart/2018/2/layout/IconLabelList"/>
    <dgm:cxn modelId="{78096AC3-8E99-43B1-A1F7-3286EDB4C3EB}" type="presParOf" srcId="{E5B9F99A-0840-4171-A2A9-CBFA6DD67A77}" destId="{59315D4A-C53D-417A-ACE0-6D7C6F5CC055}" srcOrd="1" destOrd="0" presId="urn:microsoft.com/office/officeart/2018/2/layout/IconLabelList"/>
    <dgm:cxn modelId="{51CA05D6-7848-4ECC-B3D2-AEC8238C76D2}" type="presParOf" srcId="{E5B9F99A-0840-4171-A2A9-CBFA6DD67A77}" destId="{35B3242A-A61C-4D37-A18B-65ED4E6625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B5C67E0-81E2-421E-B4A0-1A1F43BEC2E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B2609E-4E5D-4D78-B41B-B6D6408FE8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typically scales up; replicas help reads</a:t>
          </a:r>
        </a:p>
      </dgm:t>
    </dgm:pt>
    <dgm:pt modelId="{57B527E3-EC4F-4727-BF89-C8808DC292FC}" type="parTrans" cxnId="{24A7C17D-8588-44D1-8950-48F5FA11F8C1}">
      <dgm:prSet/>
      <dgm:spPr/>
      <dgm:t>
        <a:bodyPr/>
        <a:lstStyle/>
        <a:p>
          <a:endParaRPr lang="en-US"/>
        </a:p>
      </dgm:t>
    </dgm:pt>
    <dgm:pt modelId="{5173004E-2D04-4C51-B99E-DE994D521826}" type="sibTrans" cxnId="{24A7C17D-8588-44D1-8950-48F5FA11F8C1}">
      <dgm:prSet/>
      <dgm:spPr/>
      <dgm:t>
        <a:bodyPr/>
        <a:lstStyle/>
        <a:p>
          <a:endParaRPr lang="en-US"/>
        </a:p>
      </dgm:t>
    </dgm:pt>
    <dgm:pt modelId="{AD1A9E75-B5D3-430A-95D8-122FE04C0C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NoSQL scales out via sharding/partitioning across clusters</a:t>
          </a:r>
        </a:p>
      </dgm:t>
    </dgm:pt>
    <dgm:pt modelId="{1DB19ECA-FACC-46CF-AB79-233BAE74C9E3}" type="parTrans" cxnId="{8695DA27-14BA-469F-9178-0C6127E40BB1}">
      <dgm:prSet/>
      <dgm:spPr/>
      <dgm:t>
        <a:bodyPr/>
        <a:lstStyle/>
        <a:p>
          <a:endParaRPr lang="en-US"/>
        </a:p>
      </dgm:t>
    </dgm:pt>
    <dgm:pt modelId="{FE17E01A-83FC-4E62-B208-A360AFD31455}" type="sibTrans" cxnId="{8695DA27-14BA-469F-9178-0C6127E40BB1}">
      <dgm:prSet/>
      <dgm:spPr/>
      <dgm:t>
        <a:bodyPr/>
        <a:lstStyle/>
        <a:p>
          <a:endParaRPr lang="en-US"/>
        </a:p>
      </dgm:t>
    </dgm:pt>
    <dgm:pt modelId="{1DAED8D0-3399-4784-A0AB-A1F516CF7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Trade‑off: operational simplicity vs distributed design upfront</a:t>
          </a:r>
        </a:p>
      </dgm:t>
    </dgm:pt>
    <dgm:pt modelId="{72D426C1-C22A-423F-BBBD-F4D0C04AD922}" type="parTrans" cxnId="{49D8FB3E-EE91-4A15-AD81-7701F4BEB752}">
      <dgm:prSet/>
      <dgm:spPr/>
      <dgm:t>
        <a:bodyPr/>
        <a:lstStyle/>
        <a:p>
          <a:endParaRPr lang="en-US"/>
        </a:p>
      </dgm:t>
    </dgm:pt>
    <dgm:pt modelId="{3179274B-2A9C-424D-8A43-8382E7A98AC3}" type="sibTrans" cxnId="{49D8FB3E-EE91-4A15-AD81-7701F4BEB752}">
      <dgm:prSet/>
      <dgm:spPr/>
      <dgm:t>
        <a:bodyPr/>
        <a:lstStyle/>
        <a:p>
          <a:endParaRPr lang="en-US"/>
        </a:p>
      </dgm:t>
    </dgm:pt>
    <dgm:pt modelId="{743736BC-8177-48AF-BFCC-BB4D12D9A98F}" type="pres">
      <dgm:prSet presAssocID="{AB5C67E0-81E2-421E-B4A0-1A1F43BEC2E5}" presName="root" presStyleCnt="0">
        <dgm:presLayoutVars>
          <dgm:dir/>
          <dgm:resizeHandles val="exact"/>
        </dgm:presLayoutVars>
      </dgm:prSet>
      <dgm:spPr/>
    </dgm:pt>
    <dgm:pt modelId="{72F21AF9-D71F-4C0A-A448-1B8064B6D227}" type="pres">
      <dgm:prSet presAssocID="{C5B2609E-4E5D-4D78-B41B-B6D6408FE846}" presName="compNode" presStyleCnt="0"/>
      <dgm:spPr/>
    </dgm:pt>
    <dgm:pt modelId="{A6006C1E-6565-48EA-A283-84437B2277A5}" type="pres">
      <dgm:prSet presAssocID="{C5B2609E-4E5D-4D78-B41B-B6D6408FE8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BE4182-2B1D-4A4C-BEA4-28C399A46C54}" type="pres">
      <dgm:prSet presAssocID="{C5B2609E-4E5D-4D78-B41B-B6D6408FE846}" presName="spaceRect" presStyleCnt="0"/>
      <dgm:spPr/>
    </dgm:pt>
    <dgm:pt modelId="{7CC3B7EB-3678-4796-8F7B-B890FA26CFF3}" type="pres">
      <dgm:prSet presAssocID="{C5B2609E-4E5D-4D78-B41B-B6D6408FE846}" presName="textRect" presStyleLbl="revTx" presStyleIdx="0" presStyleCnt="3">
        <dgm:presLayoutVars>
          <dgm:chMax val="1"/>
          <dgm:chPref val="1"/>
        </dgm:presLayoutVars>
      </dgm:prSet>
      <dgm:spPr/>
    </dgm:pt>
    <dgm:pt modelId="{7F0395B5-476E-45C1-A933-631EBF2BA0B1}" type="pres">
      <dgm:prSet presAssocID="{5173004E-2D04-4C51-B99E-DE994D521826}" presName="sibTrans" presStyleCnt="0"/>
      <dgm:spPr/>
    </dgm:pt>
    <dgm:pt modelId="{684949FE-4F64-4B6E-B07E-BA2C0E0E18B5}" type="pres">
      <dgm:prSet presAssocID="{AD1A9E75-B5D3-430A-95D8-122FE04C0C63}" presName="compNode" presStyleCnt="0"/>
      <dgm:spPr/>
    </dgm:pt>
    <dgm:pt modelId="{5E5FDD4B-6676-43E3-B868-B5B9E9EC9815}" type="pres">
      <dgm:prSet presAssocID="{AD1A9E75-B5D3-430A-95D8-122FE04C0C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AF922AC-87EC-48F4-B62C-6E9A6ECF7DCD}" type="pres">
      <dgm:prSet presAssocID="{AD1A9E75-B5D3-430A-95D8-122FE04C0C63}" presName="spaceRect" presStyleCnt="0"/>
      <dgm:spPr/>
    </dgm:pt>
    <dgm:pt modelId="{06866742-5A2E-41B8-8DEA-0A8BD1E8DC3F}" type="pres">
      <dgm:prSet presAssocID="{AD1A9E75-B5D3-430A-95D8-122FE04C0C63}" presName="textRect" presStyleLbl="revTx" presStyleIdx="1" presStyleCnt="3">
        <dgm:presLayoutVars>
          <dgm:chMax val="1"/>
          <dgm:chPref val="1"/>
        </dgm:presLayoutVars>
      </dgm:prSet>
      <dgm:spPr/>
    </dgm:pt>
    <dgm:pt modelId="{D4BB5FA1-605F-4E21-B636-04C0B3E805CA}" type="pres">
      <dgm:prSet presAssocID="{FE17E01A-83FC-4E62-B208-A360AFD31455}" presName="sibTrans" presStyleCnt="0"/>
      <dgm:spPr/>
    </dgm:pt>
    <dgm:pt modelId="{426C5131-C869-4DC5-9413-23B008083851}" type="pres">
      <dgm:prSet presAssocID="{1DAED8D0-3399-4784-A0AB-A1F516CF729A}" presName="compNode" presStyleCnt="0"/>
      <dgm:spPr/>
    </dgm:pt>
    <dgm:pt modelId="{6EAF4938-97A9-4C67-A27E-B31355DE4EEF}" type="pres">
      <dgm:prSet presAssocID="{1DAED8D0-3399-4784-A0AB-A1F516CF72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F131BB36-6D71-4ABC-B2D5-BA47DD6CBE38}" type="pres">
      <dgm:prSet presAssocID="{1DAED8D0-3399-4784-A0AB-A1F516CF729A}" presName="spaceRect" presStyleCnt="0"/>
      <dgm:spPr/>
    </dgm:pt>
    <dgm:pt modelId="{4E42DA65-1895-4C09-99C0-0C99FC16062B}" type="pres">
      <dgm:prSet presAssocID="{1DAED8D0-3399-4784-A0AB-A1F516CF72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1965918-783D-4AC6-8EA3-37A97DCC7B39}" type="presOf" srcId="{AB5C67E0-81E2-421E-B4A0-1A1F43BEC2E5}" destId="{743736BC-8177-48AF-BFCC-BB4D12D9A98F}" srcOrd="0" destOrd="0" presId="urn:microsoft.com/office/officeart/2018/2/layout/IconLabelList"/>
    <dgm:cxn modelId="{0ECFC01D-AA22-41EB-AA7A-DC72C1AA2417}" type="presOf" srcId="{1DAED8D0-3399-4784-A0AB-A1F516CF729A}" destId="{4E42DA65-1895-4C09-99C0-0C99FC16062B}" srcOrd="0" destOrd="0" presId="urn:microsoft.com/office/officeart/2018/2/layout/IconLabelList"/>
    <dgm:cxn modelId="{8695DA27-14BA-469F-9178-0C6127E40BB1}" srcId="{AB5C67E0-81E2-421E-B4A0-1A1F43BEC2E5}" destId="{AD1A9E75-B5D3-430A-95D8-122FE04C0C63}" srcOrd="1" destOrd="0" parTransId="{1DB19ECA-FACC-46CF-AB79-233BAE74C9E3}" sibTransId="{FE17E01A-83FC-4E62-B208-A360AFD31455}"/>
    <dgm:cxn modelId="{49D8FB3E-EE91-4A15-AD81-7701F4BEB752}" srcId="{AB5C67E0-81E2-421E-B4A0-1A1F43BEC2E5}" destId="{1DAED8D0-3399-4784-A0AB-A1F516CF729A}" srcOrd="2" destOrd="0" parTransId="{72D426C1-C22A-423F-BBBD-F4D0C04AD922}" sibTransId="{3179274B-2A9C-424D-8A43-8382E7A98AC3}"/>
    <dgm:cxn modelId="{224E0F47-BC82-4168-A546-8E335A33C957}" type="presOf" srcId="{AD1A9E75-B5D3-430A-95D8-122FE04C0C63}" destId="{06866742-5A2E-41B8-8DEA-0A8BD1E8DC3F}" srcOrd="0" destOrd="0" presId="urn:microsoft.com/office/officeart/2018/2/layout/IconLabelList"/>
    <dgm:cxn modelId="{24A7C17D-8588-44D1-8950-48F5FA11F8C1}" srcId="{AB5C67E0-81E2-421E-B4A0-1A1F43BEC2E5}" destId="{C5B2609E-4E5D-4D78-B41B-B6D6408FE846}" srcOrd="0" destOrd="0" parTransId="{57B527E3-EC4F-4727-BF89-C8808DC292FC}" sibTransId="{5173004E-2D04-4C51-B99E-DE994D521826}"/>
    <dgm:cxn modelId="{E6CEE4C2-593F-40D6-99DC-A516A1D65086}" type="presOf" srcId="{C5B2609E-4E5D-4D78-B41B-B6D6408FE846}" destId="{7CC3B7EB-3678-4796-8F7B-B890FA26CFF3}" srcOrd="0" destOrd="0" presId="urn:microsoft.com/office/officeart/2018/2/layout/IconLabelList"/>
    <dgm:cxn modelId="{7FFAEB0A-6FDF-47E1-BA24-35608C08CEC2}" type="presParOf" srcId="{743736BC-8177-48AF-BFCC-BB4D12D9A98F}" destId="{72F21AF9-D71F-4C0A-A448-1B8064B6D227}" srcOrd="0" destOrd="0" presId="urn:microsoft.com/office/officeart/2018/2/layout/IconLabelList"/>
    <dgm:cxn modelId="{C063BBF8-D8C1-4530-AAF3-91FD01173AEC}" type="presParOf" srcId="{72F21AF9-D71F-4C0A-A448-1B8064B6D227}" destId="{A6006C1E-6565-48EA-A283-84437B2277A5}" srcOrd="0" destOrd="0" presId="urn:microsoft.com/office/officeart/2018/2/layout/IconLabelList"/>
    <dgm:cxn modelId="{5770A31B-7914-4A75-BA3C-C25805C57B48}" type="presParOf" srcId="{72F21AF9-D71F-4C0A-A448-1B8064B6D227}" destId="{03BE4182-2B1D-4A4C-BEA4-28C399A46C54}" srcOrd="1" destOrd="0" presId="urn:microsoft.com/office/officeart/2018/2/layout/IconLabelList"/>
    <dgm:cxn modelId="{BF2ABBDF-A1B6-48E0-94D7-A4DE246EEA3C}" type="presParOf" srcId="{72F21AF9-D71F-4C0A-A448-1B8064B6D227}" destId="{7CC3B7EB-3678-4796-8F7B-B890FA26CFF3}" srcOrd="2" destOrd="0" presId="urn:microsoft.com/office/officeart/2018/2/layout/IconLabelList"/>
    <dgm:cxn modelId="{89648830-F589-47DC-B9CA-FDAFE81B385A}" type="presParOf" srcId="{743736BC-8177-48AF-BFCC-BB4D12D9A98F}" destId="{7F0395B5-476E-45C1-A933-631EBF2BA0B1}" srcOrd="1" destOrd="0" presId="urn:microsoft.com/office/officeart/2018/2/layout/IconLabelList"/>
    <dgm:cxn modelId="{F247FA7F-70BB-4271-9E2D-9E98606D1178}" type="presParOf" srcId="{743736BC-8177-48AF-BFCC-BB4D12D9A98F}" destId="{684949FE-4F64-4B6E-B07E-BA2C0E0E18B5}" srcOrd="2" destOrd="0" presId="urn:microsoft.com/office/officeart/2018/2/layout/IconLabelList"/>
    <dgm:cxn modelId="{AE712F80-866D-497B-AFCC-CECF5B6CF697}" type="presParOf" srcId="{684949FE-4F64-4B6E-B07E-BA2C0E0E18B5}" destId="{5E5FDD4B-6676-43E3-B868-B5B9E9EC9815}" srcOrd="0" destOrd="0" presId="urn:microsoft.com/office/officeart/2018/2/layout/IconLabelList"/>
    <dgm:cxn modelId="{C1D44F1E-19F8-47A8-A37F-79C5A98F1DB6}" type="presParOf" srcId="{684949FE-4F64-4B6E-B07E-BA2C0E0E18B5}" destId="{3AF922AC-87EC-48F4-B62C-6E9A6ECF7DCD}" srcOrd="1" destOrd="0" presId="urn:microsoft.com/office/officeart/2018/2/layout/IconLabelList"/>
    <dgm:cxn modelId="{41AA57D3-CA73-4CDE-8367-FE743108E8B3}" type="presParOf" srcId="{684949FE-4F64-4B6E-B07E-BA2C0E0E18B5}" destId="{06866742-5A2E-41B8-8DEA-0A8BD1E8DC3F}" srcOrd="2" destOrd="0" presId="urn:microsoft.com/office/officeart/2018/2/layout/IconLabelList"/>
    <dgm:cxn modelId="{1D267CEC-65D1-4D17-971B-D09B2F10E102}" type="presParOf" srcId="{743736BC-8177-48AF-BFCC-BB4D12D9A98F}" destId="{D4BB5FA1-605F-4E21-B636-04C0B3E805CA}" srcOrd="3" destOrd="0" presId="urn:microsoft.com/office/officeart/2018/2/layout/IconLabelList"/>
    <dgm:cxn modelId="{FFBDC19B-7F12-454A-8C6A-5A8C3AB879D1}" type="presParOf" srcId="{743736BC-8177-48AF-BFCC-BB4D12D9A98F}" destId="{426C5131-C869-4DC5-9413-23B008083851}" srcOrd="4" destOrd="0" presId="urn:microsoft.com/office/officeart/2018/2/layout/IconLabelList"/>
    <dgm:cxn modelId="{7EF9D3C3-127F-432B-BB9E-92A11DE7E9F5}" type="presParOf" srcId="{426C5131-C869-4DC5-9413-23B008083851}" destId="{6EAF4938-97A9-4C67-A27E-B31355DE4EEF}" srcOrd="0" destOrd="0" presId="urn:microsoft.com/office/officeart/2018/2/layout/IconLabelList"/>
    <dgm:cxn modelId="{5DD5CB2E-B61F-4F44-8AE2-EF1615BBAC1B}" type="presParOf" srcId="{426C5131-C869-4DC5-9413-23B008083851}" destId="{F131BB36-6D71-4ABC-B2D5-BA47DD6CBE38}" srcOrd="1" destOrd="0" presId="urn:microsoft.com/office/officeart/2018/2/layout/IconLabelList"/>
    <dgm:cxn modelId="{B964E06E-D791-483F-BCEC-01E5621F7299}" type="presParOf" srcId="{426C5131-C869-4DC5-9413-23B008083851}" destId="{4E42DA65-1895-4C09-99C0-0C99FC16062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0055D0-8F40-49E7-BDC0-08999D36DD96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5792F4-D424-4A8B-BA63-E3D7FFF2AAE8}">
      <dgm:prSet/>
      <dgm:spPr/>
      <dgm:t>
        <a:bodyPr/>
        <a:lstStyle/>
        <a:p>
          <a:r>
            <a:rPr lang="en-US"/>
            <a:t>Complex multi‑row transactions and joins</a:t>
          </a:r>
        </a:p>
      </dgm:t>
    </dgm:pt>
    <dgm:pt modelId="{F8385F8C-9BA6-4EF0-9D1B-A3431943A5D1}" type="parTrans" cxnId="{320FF8D7-ADBB-469F-ACE4-BEDBC3E39F92}">
      <dgm:prSet/>
      <dgm:spPr/>
      <dgm:t>
        <a:bodyPr/>
        <a:lstStyle/>
        <a:p>
          <a:endParaRPr lang="en-US"/>
        </a:p>
      </dgm:t>
    </dgm:pt>
    <dgm:pt modelId="{F1542448-B07F-4A1E-9A7B-A60552DC3B71}" type="sibTrans" cxnId="{320FF8D7-ADBB-469F-ACE4-BEDBC3E39F92}">
      <dgm:prSet/>
      <dgm:spPr/>
      <dgm:t>
        <a:bodyPr/>
        <a:lstStyle/>
        <a:p>
          <a:endParaRPr lang="en-US"/>
        </a:p>
      </dgm:t>
    </dgm:pt>
    <dgm:pt modelId="{20CA9831-EE08-4F6C-808E-FF97C79553BF}">
      <dgm:prSet/>
      <dgm:spPr/>
      <dgm:t>
        <a:bodyPr/>
        <a:lstStyle/>
        <a:p>
          <a:r>
            <a:rPr lang="en-US"/>
            <a:t>Mature analytics with standardized SQL and BI tooling</a:t>
          </a:r>
        </a:p>
      </dgm:t>
    </dgm:pt>
    <dgm:pt modelId="{0994E69F-4F3B-44E5-8B13-3CA326612F85}" type="parTrans" cxnId="{E9605C90-65D0-4E94-9B60-574E99C24B3A}">
      <dgm:prSet/>
      <dgm:spPr/>
      <dgm:t>
        <a:bodyPr/>
        <a:lstStyle/>
        <a:p>
          <a:endParaRPr lang="en-US"/>
        </a:p>
      </dgm:t>
    </dgm:pt>
    <dgm:pt modelId="{10A4E5DE-4545-4845-928D-EF3F02F102E8}" type="sibTrans" cxnId="{E9605C90-65D0-4E94-9B60-574E99C24B3A}">
      <dgm:prSet/>
      <dgm:spPr/>
      <dgm:t>
        <a:bodyPr/>
        <a:lstStyle/>
        <a:p>
          <a:endParaRPr lang="en-US"/>
        </a:p>
      </dgm:t>
    </dgm:pt>
    <dgm:pt modelId="{BE13E725-9540-49A0-B54B-89D36A889583}">
      <dgm:prSet/>
      <dgm:spPr/>
      <dgm:t>
        <a:bodyPr/>
        <a:lstStyle/>
        <a:p>
          <a:r>
            <a:rPr lang="en-US"/>
            <a:t>Strict ACID requirements and strong consistency by default</a:t>
          </a:r>
        </a:p>
      </dgm:t>
    </dgm:pt>
    <dgm:pt modelId="{F08BD403-B7EC-4659-87B2-76F305DFB99A}" type="parTrans" cxnId="{E1B2BC87-F639-49E1-BCB9-6B35AC462AEF}">
      <dgm:prSet/>
      <dgm:spPr/>
      <dgm:t>
        <a:bodyPr/>
        <a:lstStyle/>
        <a:p>
          <a:endParaRPr lang="en-US"/>
        </a:p>
      </dgm:t>
    </dgm:pt>
    <dgm:pt modelId="{BECFA7A6-8C8C-4BDF-A53F-813D7AE8F913}" type="sibTrans" cxnId="{E1B2BC87-F639-49E1-BCB9-6B35AC462AEF}">
      <dgm:prSet/>
      <dgm:spPr/>
      <dgm:t>
        <a:bodyPr/>
        <a:lstStyle/>
        <a:p>
          <a:endParaRPr lang="en-US"/>
        </a:p>
      </dgm:t>
    </dgm:pt>
    <dgm:pt modelId="{C69B05F0-C619-4A5E-AFD6-130EF06B0B2E}" type="pres">
      <dgm:prSet presAssocID="{B90055D0-8F40-49E7-BDC0-08999D36DD96}" presName="vert0" presStyleCnt="0">
        <dgm:presLayoutVars>
          <dgm:dir/>
          <dgm:animOne val="branch"/>
          <dgm:animLvl val="lvl"/>
        </dgm:presLayoutVars>
      </dgm:prSet>
      <dgm:spPr/>
    </dgm:pt>
    <dgm:pt modelId="{A81CA34A-C5D1-446B-81A8-8039E4AF3F32}" type="pres">
      <dgm:prSet presAssocID="{2C5792F4-D424-4A8B-BA63-E3D7FFF2AAE8}" presName="thickLine" presStyleLbl="alignNode1" presStyleIdx="0" presStyleCnt="3"/>
      <dgm:spPr/>
    </dgm:pt>
    <dgm:pt modelId="{301D44C1-67F2-4173-8955-35775A6AF699}" type="pres">
      <dgm:prSet presAssocID="{2C5792F4-D424-4A8B-BA63-E3D7FFF2AAE8}" presName="horz1" presStyleCnt="0"/>
      <dgm:spPr/>
    </dgm:pt>
    <dgm:pt modelId="{C9DC4669-7F99-43AA-A80B-4F60D865D281}" type="pres">
      <dgm:prSet presAssocID="{2C5792F4-D424-4A8B-BA63-E3D7FFF2AAE8}" presName="tx1" presStyleLbl="revTx" presStyleIdx="0" presStyleCnt="3"/>
      <dgm:spPr/>
    </dgm:pt>
    <dgm:pt modelId="{094D87D6-ACDF-49D0-9811-3ED92A4E2691}" type="pres">
      <dgm:prSet presAssocID="{2C5792F4-D424-4A8B-BA63-E3D7FFF2AAE8}" presName="vert1" presStyleCnt="0"/>
      <dgm:spPr/>
    </dgm:pt>
    <dgm:pt modelId="{7D24F555-465E-4046-8982-7AA3BBE85A9D}" type="pres">
      <dgm:prSet presAssocID="{20CA9831-EE08-4F6C-808E-FF97C79553BF}" presName="thickLine" presStyleLbl="alignNode1" presStyleIdx="1" presStyleCnt="3"/>
      <dgm:spPr/>
    </dgm:pt>
    <dgm:pt modelId="{CD4DED2D-7730-4E38-8A12-1CF7935887AB}" type="pres">
      <dgm:prSet presAssocID="{20CA9831-EE08-4F6C-808E-FF97C79553BF}" presName="horz1" presStyleCnt="0"/>
      <dgm:spPr/>
    </dgm:pt>
    <dgm:pt modelId="{AD5713EB-9D66-4EBE-AF45-383DF7A421E3}" type="pres">
      <dgm:prSet presAssocID="{20CA9831-EE08-4F6C-808E-FF97C79553BF}" presName="tx1" presStyleLbl="revTx" presStyleIdx="1" presStyleCnt="3"/>
      <dgm:spPr/>
    </dgm:pt>
    <dgm:pt modelId="{47916692-1B33-4C72-84C2-21852BCD3A62}" type="pres">
      <dgm:prSet presAssocID="{20CA9831-EE08-4F6C-808E-FF97C79553BF}" presName="vert1" presStyleCnt="0"/>
      <dgm:spPr/>
    </dgm:pt>
    <dgm:pt modelId="{A0AAB00F-968D-43B8-8487-228CFBDFDD0E}" type="pres">
      <dgm:prSet presAssocID="{BE13E725-9540-49A0-B54B-89D36A889583}" presName="thickLine" presStyleLbl="alignNode1" presStyleIdx="2" presStyleCnt="3"/>
      <dgm:spPr/>
    </dgm:pt>
    <dgm:pt modelId="{D30EF7E4-EB80-4459-BE0A-274410475357}" type="pres">
      <dgm:prSet presAssocID="{BE13E725-9540-49A0-B54B-89D36A889583}" presName="horz1" presStyleCnt="0"/>
      <dgm:spPr/>
    </dgm:pt>
    <dgm:pt modelId="{D5786ACE-E6CB-4EB6-B7BA-B6C92F6ABDFA}" type="pres">
      <dgm:prSet presAssocID="{BE13E725-9540-49A0-B54B-89D36A889583}" presName="tx1" presStyleLbl="revTx" presStyleIdx="2" presStyleCnt="3"/>
      <dgm:spPr/>
    </dgm:pt>
    <dgm:pt modelId="{DDD9E046-EF74-479E-8289-F9FDD3D3C71B}" type="pres">
      <dgm:prSet presAssocID="{BE13E725-9540-49A0-B54B-89D36A889583}" presName="vert1" presStyleCnt="0"/>
      <dgm:spPr/>
    </dgm:pt>
  </dgm:ptLst>
  <dgm:cxnLst>
    <dgm:cxn modelId="{645EF83A-560E-4202-9342-D855D6DFB4F0}" type="presOf" srcId="{20CA9831-EE08-4F6C-808E-FF97C79553BF}" destId="{AD5713EB-9D66-4EBE-AF45-383DF7A421E3}" srcOrd="0" destOrd="0" presId="urn:microsoft.com/office/officeart/2008/layout/LinedList"/>
    <dgm:cxn modelId="{E1B2BC87-F639-49E1-BCB9-6B35AC462AEF}" srcId="{B90055D0-8F40-49E7-BDC0-08999D36DD96}" destId="{BE13E725-9540-49A0-B54B-89D36A889583}" srcOrd="2" destOrd="0" parTransId="{F08BD403-B7EC-4659-87B2-76F305DFB99A}" sibTransId="{BECFA7A6-8C8C-4BDF-A53F-813D7AE8F913}"/>
    <dgm:cxn modelId="{E9605C90-65D0-4E94-9B60-574E99C24B3A}" srcId="{B90055D0-8F40-49E7-BDC0-08999D36DD96}" destId="{20CA9831-EE08-4F6C-808E-FF97C79553BF}" srcOrd="1" destOrd="0" parTransId="{0994E69F-4F3B-44E5-8B13-3CA326612F85}" sibTransId="{10A4E5DE-4545-4845-928D-EF3F02F102E8}"/>
    <dgm:cxn modelId="{D70C00B6-8E05-47E6-84AE-24A46A395162}" type="presOf" srcId="{B90055D0-8F40-49E7-BDC0-08999D36DD96}" destId="{C69B05F0-C619-4A5E-AFD6-130EF06B0B2E}" srcOrd="0" destOrd="0" presId="urn:microsoft.com/office/officeart/2008/layout/LinedList"/>
    <dgm:cxn modelId="{2AB491C5-E36F-4EF8-A73B-7BBE641E3FC4}" type="presOf" srcId="{BE13E725-9540-49A0-B54B-89D36A889583}" destId="{D5786ACE-E6CB-4EB6-B7BA-B6C92F6ABDFA}" srcOrd="0" destOrd="0" presId="urn:microsoft.com/office/officeart/2008/layout/LinedList"/>
    <dgm:cxn modelId="{320FF8D7-ADBB-469F-ACE4-BEDBC3E39F92}" srcId="{B90055D0-8F40-49E7-BDC0-08999D36DD96}" destId="{2C5792F4-D424-4A8B-BA63-E3D7FFF2AAE8}" srcOrd="0" destOrd="0" parTransId="{F8385F8C-9BA6-4EF0-9D1B-A3431943A5D1}" sibTransId="{F1542448-B07F-4A1E-9A7B-A60552DC3B71}"/>
    <dgm:cxn modelId="{FDCBC1ED-9C8F-4482-BAD7-A8FD1980C48B}" type="presOf" srcId="{2C5792F4-D424-4A8B-BA63-E3D7FFF2AAE8}" destId="{C9DC4669-7F99-43AA-A80B-4F60D865D281}" srcOrd="0" destOrd="0" presId="urn:microsoft.com/office/officeart/2008/layout/LinedList"/>
    <dgm:cxn modelId="{E9FE6F02-2413-44C4-ACB8-F79089F51CE4}" type="presParOf" srcId="{C69B05F0-C619-4A5E-AFD6-130EF06B0B2E}" destId="{A81CA34A-C5D1-446B-81A8-8039E4AF3F32}" srcOrd="0" destOrd="0" presId="urn:microsoft.com/office/officeart/2008/layout/LinedList"/>
    <dgm:cxn modelId="{5487B58F-588F-4DFA-9221-00E09AF96380}" type="presParOf" srcId="{C69B05F0-C619-4A5E-AFD6-130EF06B0B2E}" destId="{301D44C1-67F2-4173-8955-35775A6AF699}" srcOrd="1" destOrd="0" presId="urn:microsoft.com/office/officeart/2008/layout/LinedList"/>
    <dgm:cxn modelId="{D34EC79E-BA1F-491E-9480-D419D01DC270}" type="presParOf" srcId="{301D44C1-67F2-4173-8955-35775A6AF699}" destId="{C9DC4669-7F99-43AA-A80B-4F60D865D281}" srcOrd="0" destOrd="0" presId="urn:microsoft.com/office/officeart/2008/layout/LinedList"/>
    <dgm:cxn modelId="{158CFDC1-3F02-4F05-B709-24FBCA958A9E}" type="presParOf" srcId="{301D44C1-67F2-4173-8955-35775A6AF699}" destId="{094D87D6-ACDF-49D0-9811-3ED92A4E2691}" srcOrd="1" destOrd="0" presId="urn:microsoft.com/office/officeart/2008/layout/LinedList"/>
    <dgm:cxn modelId="{2EA055A0-418E-4B91-8317-4427298C9553}" type="presParOf" srcId="{C69B05F0-C619-4A5E-AFD6-130EF06B0B2E}" destId="{7D24F555-465E-4046-8982-7AA3BBE85A9D}" srcOrd="2" destOrd="0" presId="urn:microsoft.com/office/officeart/2008/layout/LinedList"/>
    <dgm:cxn modelId="{86206690-CAEC-4504-BF23-3937D576553C}" type="presParOf" srcId="{C69B05F0-C619-4A5E-AFD6-130EF06B0B2E}" destId="{CD4DED2D-7730-4E38-8A12-1CF7935887AB}" srcOrd="3" destOrd="0" presId="urn:microsoft.com/office/officeart/2008/layout/LinedList"/>
    <dgm:cxn modelId="{7219E98F-F6C6-478B-B80C-DCE205ED437A}" type="presParOf" srcId="{CD4DED2D-7730-4E38-8A12-1CF7935887AB}" destId="{AD5713EB-9D66-4EBE-AF45-383DF7A421E3}" srcOrd="0" destOrd="0" presId="urn:microsoft.com/office/officeart/2008/layout/LinedList"/>
    <dgm:cxn modelId="{CD78E77A-E2AD-45DD-8430-9AAD4A3B80EF}" type="presParOf" srcId="{CD4DED2D-7730-4E38-8A12-1CF7935887AB}" destId="{47916692-1B33-4C72-84C2-21852BCD3A62}" srcOrd="1" destOrd="0" presId="urn:microsoft.com/office/officeart/2008/layout/LinedList"/>
    <dgm:cxn modelId="{1DBF8FE5-87BD-4161-83A4-FA57ADF6BEE8}" type="presParOf" srcId="{C69B05F0-C619-4A5E-AFD6-130EF06B0B2E}" destId="{A0AAB00F-968D-43B8-8487-228CFBDFDD0E}" srcOrd="4" destOrd="0" presId="urn:microsoft.com/office/officeart/2008/layout/LinedList"/>
    <dgm:cxn modelId="{FAE9CCC9-B9DA-460E-A221-17D677627DF8}" type="presParOf" srcId="{C69B05F0-C619-4A5E-AFD6-130EF06B0B2E}" destId="{D30EF7E4-EB80-4459-BE0A-274410475357}" srcOrd="5" destOrd="0" presId="urn:microsoft.com/office/officeart/2008/layout/LinedList"/>
    <dgm:cxn modelId="{B023C72A-E05E-4603-BD4C-21D6DD309421}" type="presParOf" srcId="{D30EF7E4-EB80-4459-BE0A-274410475357}" destId="{D5786ACE-E6CB-4EB6-B7BA-B6C92F6ABDFA}" srcOrd="0" destOrd="0" presId="urn:microsoft.com/office/officeart/2008/layout/LinedList"/>
    <dgm:cxn modelId="{0C67020B-8DCE-4BDA-ADA2-5CD95E7843EF}" type="presParOf" srcId="{D30EF7E4-EB80-4459-BE0A-274410475357}" destId="{DDD9E046-EF74-479E-8289-F9FDD3D3C7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BBADF3D-FCF0-4728-AD9D-01136EC41BE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E36541-4714-4356-AE8A-E076990BA28B}">
      <dgm:prSet/>
      <dgm:spPr/>
      <dgm:t>
        <a:bodyPr/>
        <a:lstStyle/>
        <a:p>
          <a:r>
            <a:rPr lang="en-US"/>
            <a:t>Serverless, fully managed, distributed key‑value NoSQL database</a:t>
          </a:r>
        </a:p>
      </dgm:t>
    </dgm:pt>
    <dgm:pt modelId="{D8D8CC45-F780-46A3-9CD0-A7269E367F7E}" type="parTrans" cxnId="{41F56B76-31C6-47DC-8AD5-7B2A01E4233B}">
      <dgm:prSet/>
      <dgm:spPr/>
      <dgm:t>
        <a:bodyPr/>
        <a:lstStyle/>
        <a:p>
          <a:endParaRPr lang="en-US"/>
        </a:p>
      </dgm:t>
    </dgm:pt>
    <dgm:pt modelId="{429BA145-D7F8-4EB3-BB1D-8C7F446C1E83}" type="sibTrans" cxnId="{41F56B76-31C6-47DC-8AD5-7B2A01E4233B}">
      <dgm:prSet/>
      <dgm:spPr/>
      <dgm:t>
        <a:bodyPr/>
        <a:lstStyle/>
        <a:p>
          <a:endParaRPr lang="en-US"/>
        </a:p>
      </dgm:t>
    </dgm:pt>
    <dgm:pt modelId="{88AAF8A3-46D3-4812-895F-CA09F5BE484E}">
      <dgm:prSet/>
      <dgm:spPr/>
      <dgm:t>
        <a:bodyPr/>
        <a:lstStyle/>
        <a:p>
          <a:r>
            <a:rPr lang="en-US"/>
            <a:t>Single‑digit millisecond performance at any scale</a:t>
          </a:r>
        </a:p>
      </dgm:t>
    </dgm:pt>
    <dgm:pt modelId="{DED36069-65DD-4EFA-9C94-115BB2499E2A}" type="parTrans" cxnId="{EB9FAD36-4F8F-45F4-88A1-62DB2855EFAA}">
      <dgm:prSet/>
      <dgm:spPr/>
      <dgm:t>
        <a:bodyPr/>
        <a:lstStyle/>
        <a:p>
          <a:endParaRPr lang="en-US"/>
        </a:p>
      </dgm:t>
    </dgm:pt>
    <dgm:pt modelId="{090D7698-2C5C-4BB7-8C0F-40CF2F3A869C}" type="sibTrans" cxnId="{EB9FAD36-4F8F-45F4-88A1-62DB2855EFAA}">
      <dgm:prSet/>
      <dgm:spPr/>
      <dgm:t>
        <a:bodyPr/>
        <a:lstStyle/>
        <a:p>
          <a:endParaRPr lang="en-US"/>
        </a:p>
      </dgm:t>
    </dgm:pt>
    <dgm:pt modelId="{8D840AC2-6ABF-458A-9411-9A07E3C643CC}">
      <dgm:prSet/>
      <dgm:spPr/>
      <dgm:t>
        <a:bodyPr/>
        <a:lstStyle/>
        <a:p>
          <a:r>
            <a:rPr lang="en-US"/>
            <a:t>Pay‑per‑request billing; no maintenance windows or version upgrades</a:t>
          </a:r>
        </a:p>
      </dgm:t>
    </dgm:pt>
    <dgm:pt modelId="{00881F45-E0B3-4999-9B94-BA474EDFD826}" type="parTrans" cxnId="{3E6188F2-6601-4FD6-97BF-480C95FFF098}">
      <dgm:prSet/>
      <dgm:spPr/>
      <dgm:t>
        <a:bodyPr/>
        <a:lstStyle/>
        <a:p>
          <a:endParaRPr lang="en-US"/>
        </a:p>
      </dgm:t>
    </dgm:pt>
    <dgm:pt modelId="{D6973EB1-52AA-4D87-BF9B-B4740275422F}" type="sibTrans" cxnId="{3E6188F2-6601-4FD6-97BF-480C95FFF098}">
      <dgm:prSet/>
      <dgm:spPr/>
      <dgm:t>
        <a:bodyPr/>
        <a:lstStyle/>
        <a:p>
          <a:endParaRPr lang="en-US"/>
        </a:p>
      </dgm:t>
    </dgm:pt>
    <dgm:pt modelId="{CC65BA97-CAE6-4CF4-AD82-CF7F817E2EDA}" type="pres">
      <dgm:prSet presAssocID="{7BBADF3D-FCF0-4728-AD9D-01136EC41BE3}" presName="vert0" presStyleCnt="0">
        <dgm:presLayoutVars>
          <dgm:dir/>
          <dgm:animOne val="branch"/>
          <dgm:animLvl val="lvl"/>
        </dgm:presLayoutVars>
      </dgm:prSet>
      <dgm:spPr/>
    </dgm:pt>
    <dgm:pt modelId="{40E17540-5382-439F-9F0B-289CBB240DAB}" type="pres">
      <dgm:prSet presAssocID="{15E36541-4714-4356-AE8A-E076990BA28B}" presName="thickLine" presStyleLbl="alignNode1" presStyleIdx="0" presStyleCnt="3"/>
      <dgm:spPr/>
    </dgm:pt>
    <dgm:pt modelId="{C9E1D931-5332-46C0-BB40-080AEB1FE8E6}" type="pres">
      <dgm:prSet presAssocID="{15E36541-4714-4356-AE8A-E076990BA28B}" presName="horz1" presStyleCnt="0"/>
      <dgm:spPr/>
    </dgm:pt>
    <dgm:pt modelId="{2B10F4EF-8A54-4C24-B67B-6AE1876ED8F9}" type="pres">
      <dgm:prSet presAssocID="{15E36541-4714-4356-AE8A-E076990BA28B}" presName="tx1" presStyleLbl="revTx" presStyleIdx="0" presStyleCnt="3"/>
      <dgm:spPr/>
    </dgm:pt>
    <dgm:pt modelId="{634705EE-8F65-47D5-8714-B6C6CFFA951F}" type="pres">
      <dgm:prSet presAssocID="{15E36541-4714-4356-AE8A-E076990BA28B}" presName="vert1" presStyleCnt="0"/>
      <dgm:spPr/>
    </dgm:pt>
    <dgm:pt modelId="{4B1C7344-4C07-44B4-8D6A-DFEA14BC8F91}" type="pres">
      <dgm:prSet presAssocID="{88AAF8A3-46D3-4812-895F-CA09F5BE484E}" presName="thickLine" presStyleLbl="alignNode1" presStyleIdx="1" presStyleCnt="3"/>
      <dgm:spPr/>
    </dgm:pt>
    <dgm:pt modelId="{463514C0-26ED-459E-92D3-1DF48794477D}" type="pres">
      <dgm:prSet presAssocID="{88AAF8A3-46D3-4812-895F-CA09F5BE484E}" presName="horz1" presStyleCnt="0"/>
      <dgm:spPr/>
    </dgm:pt>
    <dgm:pt modelId="{1E05DBBE-DF0E-46A2-ABF5-B90F94D5C907}" type="pres">
      <dgm:prSet presAssocID="{88AAF8A3-46D3-4812-895F-CA09F5BE484E}" presName="tx1" presStyleLbl="revTx" presStyleIdx="1" presStyleCnt="3"/>
      <dgm:spPr/>
    </dgm:pt>
    <dgm:pt modelId="{480E342A-9880-4D81-BFCB-2999EE4E5109}" type="pres">
      <dgm:prSet presAssocID="{88AAF8A3-46D3-4812-895F-CA09F5BE484E}" presName="vert1" presStyleCnt="0"/>
      <dgm:spPr/>
    </dgm:pt>
    <dgm:pt modelId="{4E12A89E-A50B-4046-BCA5-EE69E8632894}" type="pres">
      <dgm:prSet presAssocID="{8D840AC2-6ABF-458A-9411-9A07E3C643CC}" presName="thickLine" presStyleLbl="alignNode1" presStyleIdx="2" presStyleCnt="3"/>
      <dgm:spPr/>
    </dgm:pt>
    <dgm:pt modelId="{50D96AD2-47F8-41E1-9A1E-C1B705E9227A}" type="pres">
      <dgm:prSet presAssocID="{8D840AC2-6ABF-458A-9411-9A07E3C643CC}" presName="horz1" presStyleCnt="0"/>
      <dgm:spPr/>
    </dgm:pt>
    <dgm:pt modelId="{005CA278-1BA4-4C6B-9C64-E4741F144AB0}" type="pres">
      <dgm:prSet presAssocID="{8D840AC2-6ABF-458A-9411-9A07E3C643CC}" presName="tx1" presStyleLbl="revTx" presStyleIdx="2" presStyleCnt="3"/>
      <dgm:spPr/>
    </dgm:pt>
    <dgm:pt modelId="{1037CCD9-ED8C-4C21-BAF2-98A2586ECE1C}" type="pres">
      <dgm:prSet presAssocID="{8D840AC2-6ABF-458A-9411-9A07E3C643CC}" presName="vert1" presStyleCnt="0"/>
      <dgm:spPr/>
    </dgm:pt>
  </dgm:ptLst>
  <dgm:cxnLst>
    <dgm:cxn modelId="{E6156531-E2BD-4147-BD25-5CA74B04A22F}" type="presOf" srcId="{88AAF8A3-46D3-4812-895F-CA09F5BE484E}" destId="{1E05DBBE-DF0E-46A2-ABF5-B90F94D5C907}" srcOrd="0" destOrd="0" presId="urn:microsoft.com/office/officeart/2008/layout/LinedList"/>
    <dgm:cxn modelId="{96127C33-5334-4EB9-BD22-C4788E95CFB3}" type="presOf" srcId="{15E36541-4714-4356-AE8A-E076990BA28B}" destId="{2B10F4EF-8A54-4C24-B67B-6AE1876ED8F9}" srcOrd="0" destOrd="0" presId="urn:microsoft.com/office/officeart/2008/layout/LinedList"/>
    <dgm:cxn modelId="{EB9FAD36-4F8F-45F4-88A1-62DB2855EFAA}" srcId="{7BBADF3D-FCF0-4728-AD9D-01136EC41BE3}" destId="{88AAF8A3-46D3-4812-895F-CA09F5BE484E}" srcOrd="1" destOrd="0" parTransId="{DED36069-65DD-4EFA-9C94-115BB2499E2A}" sibTransId="{090D7698-2C5C-4BB7-8C0F-40CF2F3A869C}"/>
    <dgm:cxn modelId="{41F56B76-31C6-47DC-8AD5-7B2A01E4233B}" srcId="{7BBADF3D-FCF0-4728-AD9D-01136EC41BE3}" destId="{15E36541-4714-4356-AE8A-E076990BA28B}" srcOrd="0" destOrd="0" parTransId="{D8D8CC45-F780-46A3-9CD0-A7269E367F7E}" sibTransId="{429BA145-D7F8-4EB3-BB1D-8C7F446C1E83}"/>
    <dgm:cxn modelId="{C9807B7C-E291-47CF-B5E7-961CC1B71622}" type="presOf" srcId="{7BBADF3D-FCF0-4728-AD9D-01136EC41BE3}" destId="{CC65BA97-CAE6-4CF4-AD82-CF7F817E2EDA}" srcOrd="0" destOrd="0" presId="urn:microsoft.com/office/officeart/2008/layout/LinedList"/>
    <dgm:cxn modelId="{4BA718BF-0F64-488B-BA31-8C572BC593FA}" type="presOf" srcId="{8D840AC2-6ABF-458A-9411-9A07E3C643CC}" destId="{005CA278-1BA4-4C6B-9C64-E4741F144AB0}" srcOrd="0" destOrd="0" presId="urn:microsoft.com/office/officeart/2008/layout/LinedList"/>
    <dgm:cxn modelId="{3E6188F2-6601-4FD6-97BF-480C95FFF098}" srcId="{7BBADF3D-FCF0-4728-AD9D-01136EC41BE3}" destId="{8D840AC2-6ABF-458A-9411-9A07E3C643CC}" srcOrd="2" destOrd="0" parTransId="{00881F45-E0B3-4999-9B94-BA474EDFD826}" sibTransId="{D6973EB1-52AA-4D87-BF9B-B4740275422F}"/>
    <dgm:cxn modelId="{EBDCC0B7-A327-4253-96ED-5863BCB07497}" type="presParOf" srcId="{CC65BA97-CAE6-4CF4-AD82-CF7F817E2EDA}" destId="{40E17540-5382-439F-9F0B-289CBB240DAB}" srcOrd="0" destOrd="0" presId="urn:microsoft.com/office/officeart/2008/layout/LinedList"/>
    <dgm:cxn modelId="{FF8DB0DF-29D6-40CC-A0A9-ADDBB7A3C46E}" type="presParOf" srcId="{CC65BA97-CAE6-4CF4-AD82-CF7F817E2EDA}" destId="{C9E1D931-5332-46C0-BB40-080AEB1FE8E6}" srcOrd="1" destOrd="0" presId="urn:microsoft.com/office/officeart/2008/layout/LinedList"/>
    <dgm:cxn modelId="{36AD42B5-13B2-480B-A4B3-925252EDB938}" type="presParOf" srcId="{C9E1D931-5332-46C0-BB40-080AEB1FE8E6}" destId="{2B10F4EF-8A54-4C24-B67B-6AE1876ED8F9}" srcOrd="0" destOrd="0" presId="urn:microsoft.com/office/officeart/2008/layout/LinedList"/>
    <dgm:cxn modelId="{CC2AB8E2-D641-49AA-B9A3-42B693B95CD7}" type="presParOf" srcId="{C9E1D931-5332-46C0-BB40-080AEB1FE8E6}" destId="{634705EE-8F65-47D5-8714-B6C6CFFA951F}" srcOrd="1" destOrd="0" presId="urn:microsoft.com/office/officeart/2008/layout/LinedList"/>
    <dgm:cxn modelId="{3BD794AA-50C5-4DEB-ADE0-04EA9431DA69}" type="presParOf" srcId="{CC65BA97-CAE6-4CF4-AD82-CF7F817E2EDA}" destId="{4B1C7344-4C07-44B4-8D6A-DFEA14BC8F91}" srcOrd="2" destOrd="0" presId="urn:microsoft.com/office/officeart/2008/layout/LinedList"/>
    <dgm:cxn modelId="{5B21ED27-3B1C-4581-B674-B61BE80495F4}" type="presParOf" srcId="{CC65BA97-CAE6-4CF4-AD82-CF7F817E2EDA}" destId="{463514C0-26ED-459E-92D3-1DF48794477D}" srcOrd="3" destOrd="0" presId="urn:microsoft.com/office/officeart/2008/layout/LinedList"/>
    <dgm:cxn modelId="{7F37EB61-E18F-4492-9353-B063D770666E}" type="presParOf" srcId="{463514C0-26ED-459E-92D3-1DF48794477D}" destId="{1E05DBBE-DF0E-46A2-ABF5-B90F94D5C907}" srcOrd="0" destOrd="0" presId="urn:microsoft.com/office/officeart/2008/layout/LinedList"/>
    <dgm:cxn modelId="{458E3AF3-0CC5-4DA3-A899-5B7676780EB1}" type="presParOf" srcId="{463514C0-26ED-459E-92D3-1DF48794477D}" destId="{480E342A-9880-4D81-BFCB-2999EE4E5109}" srcOrd="1" destOrd="0" presId="urn:microsoft.com/office/officeart/2008/layout/LinedList"/>
    <dgm:cxn modelId="{61ADC304-3D3D-4868-8CF1-C839BA59065D}" type="presParOf" srcId="{CC65BA97-CAE6-4CF4-AD82-CF7F817E2EDA}" destId="{4E12A89E-A50B-4046-BCA5-EE69E8632894}" srcOrd="4" destOrd="0" presId="urn:microsoft.com/office/officeart/2008/layout/LinedList"/>
    <dgm:cxn modelId="{D8AA598A-C9AA-45F9-B9BF-6FF169AFF164}" type="presParOf" srcId="{CC65BA97-CAE6-4CF4-AD82-CF7F817E2EDA}" destId="{50D96AD2-47F8-41E1-9A1E-C1B705E9227A}" srcOrd="5" destOrd="0" presId="urn:microsoft.com/office/officeart/2008/layout/LinedList"/>
    <dgm:cxn modelId="{548E8F3D-2DDB-4734-9664-DF3F81DF75AC}" type="presParOf" srcId="{50D96AD2-47F8-41E1-9A1E-C1B705E9227A}" destId="{005CA278-1BA4-4C6B-9C64-E4741F144AB0}" srcOrd="0" destOrd="0" presId="urn:microsoft.com/office/officeart/2008/layout/LinedList"/>
    <dgm:cxn modelId="{B6619966-34CB-4328-9464-18EF8672D2B2}" type="presParOf" srcId="{50D96AD2-47F8-41E1-9A1E-C1B705E9227A}" destId="{1037CCD9-ED8C-4C21-BAF2-98A2586ECE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B4382E-2207-4AAD-BE9A-C73E170477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CCA51E-46E3-4342-8181-180B60E93B3D}">
      <dgm:prSet/>
      <dgm:spPr/>
      <dgm:t>
        <a:bodyPr/>
        <a:lstStyle/>
        <a:p>
          <a:r>
            <a:rPr lang="en-US"/>
            <a:t>Tables, items, attributes; partition key (+ optional sort key)</a:t>
          </a:r>
        </a:p>
      </dgm:t>
    </dgm:pt>
    <dgm:pt modelId="{795C24AB-7B51-47C9-8ED2-496A31B630D5}" type="parTrans" cxnId="{7DF579C5-9C78-456D-9002-E77044633FB2}">
      <dgm:prSet/>
      <dgm:spPr/>
      <dgm:t>
        <a:bodyPr/>
        <a:lstStyle/>
        <a:p>
          <a:endParaRPr lang="en-US"/>
        </a:p>
      </dgm:t>
    </dgm:pt>
    <dgm:pt modelId="{635A597E-9BDC-42E6-9654-A044C1CF759C}" type="sibTrans" cxnId="{7DF579C5-9C78-456D-9002-E77044633FB2}">
      <dgm:prSet/>
      <dgm:spPr/>
      <dgm:t>
        <a:bodyPr/>
        <a:lstStyle/>
        <a:p>
          <a:endParaRPr lang="en-US"/>
        </a:p>
      </dgm:t>
    </dgm:pt>
    <dgm:pt modelId="{E2ADD8DF-9CFB-4DE6-9D84-C90FCDC625EF}">
      <dgm:prSet/>
      <dgm:spPr/>
      <dgm:t>
        <a:bodyPr/>
        <a:lstStyle/>
        <a:p>
          <a:r>
            <a:rPr lang="en-US"/>
            <a:t>Primary key shapes drive scalability and query patterns</a:t>
          </a:r>
        </a:p>
      </dgm:t>
    </dgm:pt>
    <dgm:pt modelId="{DC4337FD-F1FA-4D48-A548-5B6ACF671389}" type="parTrans" cxnId="{3E213589-82CD-48C2-9981-59245DC8FBDD}">
      <dgm:prSet/>
      <dgm:spPr/>
      <dgm:t>
        <a:bodyPr/>
        <a:lstStyle/>
        <a:p>
          <a:endParaRPr lang="en-US"/>
        </a:p>
      </dgm:t>
    </dgm:pt>
    <dgm:pt modelId="{F03AC0B6-4ED3-486D-AED9-0B7A76F21FE1}" type="sibTrans" cxnId="{3E213589-82CD-48C2-9981-59245DC8FBDD}">
      <dgm:prSet/>
      <dgm:spPr/>
      <dgm:t>
        <a:bodyPr/>
        <a:lstStyle/>
        <a:p>
          <a:endParaRPr lang="en-US"/>
        </a:p>
      </dgm:t>
    </dgm:pt>
    <dgm:pt modelId="{E9FA6E78-8F9B-4068-8E3F-3215EB8CED3B}">
      <dgm:prSet/>
      <dgm:spPr/>
      <dgm:t>
        <a:bodyPr/>
        <a:lstStyle/>
        <a:p>
          <a:r>
            <a:rPr lang="en-US"/>
            <a:t>Indexes: Global Secondary Index (GSI), Local Secondary Index (LSI)</a:t>
          </a:r>
        </a:p>
      </dgm:t>
    </dgm:pt>
    <dgm:pt modelId="{730D2AE6-AC1C-4627-92FD-D03AE48CCEB8}" type="parTrans" cxnId="{EC1646CE-668D-4ACA-93B0-AC42D3C03DC0}">
      <dgm:prSet/>
      <dgm:spPr/>
      <dgm:t>
        <a:bodyPr/>
        <a:lstStyle/>
        <a:p>
          <a:endParaRPr lang="en-US"/>
        </a:p>
      </dgm:t>
    </dgm:pt>
    <dgm:pt modelId="{51EC041D-AC46-4BAB-B715-7954089B29C3}" type="sibTrans" cxnId="{EC1646CE-668D-4ACA-93B0-AC42D3C03DC0}">
      <dgm:prSet/>
      <dgm:spPr/>
      <dgm:t>
        <a:bodyPr/>
        <a:lstStyle/>
        <a:p>
          <a:endParaRPr lang="en-US"/>
        </a:p>
      </dgm:t>
    </dgm:pt>
    <dgm:pt modelId="{B0CC86FD-46C2-40CB-B2D2-3DCBC3A4A6F2}" type="pres">
      <dgm:prSet presAssocID="{FDB4382E-2207-4AAD-BE9A-C73E17047700}" presName="linear" presStyleCnt="0">
        <dgm:presLayoutVars>
          <dgm:animLvl val="lvl"/>
          <dgm:resizeHandles val="exact"/>
        </dgm:presLayoutVars>
      </dgm:prSet>
      <dgm:spPr/>
    </dgm:pt>
    <dgm:pt modelId="{6DE3C14B-A4A7-4AC8-8397-7517B278AAE8}" type="pres">
      <dgm:prSet presAssocID="{04CCA51E-46E3-4342-8181-180B60E93B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695D58C-21AD-4AE0-9623-FE66C9CD9422}" type="pres">
      <dgm:prSet presAssocID="{635A597E-9BDC-42E6-9654-A044C1CF759C}" presName="spacer" presStyleCnt="0"/>
      <dgm:spPr/>
    </dgm:pt>
    <dgm:pt modelId="{731D6362-AE0B-4BB1-91D6-9D55D703A5AE}" type="pres">
      <dgm:prSet presAssocID="{E2ADD8DF-9CFB-4DE6-9D84-C90FCDC625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E5AA94-5612-40A8-9AA6-B0470F3D3878}" type="pres">
      <dgm:prSet presAssocID="{F03AC0B6-4ED3-486D-AED9-0B7A76F21FE1}" presName="spacer" presStyleCnt="0"/>
      <dgm:spPr/>
    </dgm:pt>
    <dgm:pt modelId="{578E7AB1-3EB9-4CD5-B21B-167B02722AFA}" type="pres">
      <dgm:prSet presAssocID="{E9FA6E78-8F9B-4068-8E3F-3215EB8CED3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7503101-65F1-40CB-AFE6-12AC5BA6A18E}" type="presOf" srcId="{FDB4382E-2207-4AAD-BE9A-C73E17047700}" destId="{B0CC86FD-46C2-40CB-B2D2-3DCBC3A4A6F2}" srcOrd="0" destOrd="0" presId="urn:microsoft.com/office/officeart/2005/8/layout/vList2"/>
    <dgm:cxn modelId="{3E213589-82CD-48C2-9981-59245DC8FBDD}" srcId="{FDB4382E-2207-4AAD-BE9A-C73E17047700}" destId="{E2ADD8DF-9CFB-4DE6-9D84-C90FCDC625EF}" srcOrd="1" destOrd="0" parTransId="{DC4337FD-F1FA-4D48-A548-5B6ACF671389}" sibTransId="{F03AC0B6-4ED3-486D-AED9-0B7A76F21FE1}"/>
    <dgm:cxn modelId="{1B91379E-796B-4F66-9341-9D41AD2E89A6}" type="presOf" srcId="{E2ADD8DF-9CFB-4DE6-9D84-C90FCDC625EF}" destId="{731D6362-AE0B-4BB1-91D6-9D55D703A5AE}" srcOrd="0" destOrd="0" presId="urn:microsoft.com/office/officeart/2005/8/layout/vList2"/>
    <dgm:cxn modelId="{7B312BA5-5045-4DD6-B12F-8DC6DEB88DA0}" type="presOf" srcId="{E9FA6E78-8F9B-4068-8E3F-3215EB8CED3B}" destId="{578E7AB1-3EB9-4CD5-B21B-167B02722AFA}" srcOrd="0" destOrd="0" presId="urn:microsoft.com/office/officeart/2005/8/layout/vList2"/>
    <dgm:cxn modelId="{7DF579C5-9C78-456D-9002-E77044633FB2}" srcId="{FDB4382E-2207-4AAD-BE9A-C73E17047700}" destId="{04CCA51E-46E3-4342-8181-180B60E93B3D}" srcOrd="0" destOrd="0" parTransId="{795C24AB-7B51-47C9-8ED2-496A31B630D5}" sibTransId="{635A597E-9BDC-42E6-9654-A044C1CF759C}"/>
    <dgm:cxn modelId="{EC1646CE-668D-4ACA-93B0-AC42D3C03DC0}" srcId="{FDB4382E-2207-4AAD-BE9A-C73E17047700}" destId="{E9FA6E78-8F9B-4068-8E3F-3215EB8CED3B}" srcOrd="2" destOrd="0" parTransId="{730D2AE6-AC1C-4627-92FD-D03AE48CCEB8}" sibTransId="{51EC041D-AC46-4BAB-B715-7954089B29C3}"/>
    <dgm:cxn modelId="{7ACF30FA-5CA5-47FD-BC3C-2EF7519EE295}" type="presOf" srcId="{04CCA51E-46E3-4342-8181-180B60E93B3D}" destId="{6DE3C14B-A4A7-4AC8-8397-7517B278AAE8}" srcOrd="0" destOrd="0" presId="urn:microsoft.com/office/officeart/2005/8/layout/vList2"/>
    <dgm:cxn modelId="{D2D4C3CE-9696-453F-AEA4-9070CC6836F3}" type="presParOf" srcId="{B0CC86FD-46C2-40CB-B2D2-3DCBC3A4A6F2}" destId="{6DE3C14B-A4A7-4AC8-8397-7517B278AAE8}" srcOrd="0" destOrd="0" presId="urn:microsoft.com/office/officeart/2005/8/layout/vList2"/>
    <dgm:cxn modelId="{5C8B81B9-8185-475C-8898-2C2601A38B14}" type="presParOf" srcId="{B0CC86FD-46C2-40CB-B2D2-3DCBC3A4A6F2}" destId="{A695D58C-21AD-4AE0-9623-FE66C9CD9422}" srcOrd="1" destOrd="0" presId="urn:microsoft.com/office/officeart/2005/8/layout/vList2"/>
    <dgm:cxn modelId="{D7AD75D5-3740-45B5-9659-5818C72B10D1}" type="presParOf" srcId="{B0CC86FD-46C2-40CB-B2D2-3DCBC3A4A6F2}" destId="{731D6362-AE0B-4BB1-91D6-9D55D703A5AE}" srcOrd="2" destOrd="0" presId="urn:microsoft.com/office/officeart/2005/8/layout/vList2"/>
    <dgm:cxn modelId="{7266233E-F1BD-4732-A5BE-289EAB531C42}" type="presParOf" srcId="{B0CC86FD-46C2-40CB-B2D2-3DCBC3A4A6F2}" destId="{A1E5AA94-5612-40A8-9AA6-B0470F3D3878}" srcOrd="3" destOrd="0" presId="urn:microsoft.com/office/officeart/2005/8/layout/vList2"/>
    <dgm:cxn modelId="{345B2A48-04BA-4AD2-9128-CD599EAEAA74}" type="presParOf" srcId="{B0CC86FD-46C2-40CB-B2D2-3DCBC3A4A6F2}" destId="{578E7AB1-3EB9-4CD5-B21B-167B02722AF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90DD6B1-0BC3-4B3B-90CE-40390FE8B4C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2DCD890-0631-4B75-990B-2A1C458CB40F}">
      <dgm:prSet/>
      <dgm:spPr/>
      <dgm:t>
        <a:bodyPr/>
        <a:lstStyle/>
        <a:p>
          <a:r>
            <a:rPr lang="en-US"/>
            <a:t>On‑demand (pay‑per‑request) or provisioned capacity with auto scaling</a:t>
          </a:r>
        </a:p>
      </dgm:t>
    </dgm:pt>
    <dgm:pt modelId="{893DFFAD-AC27-4C22-9F6E-A8BB42C69B50}" type="parTrans" cxnId="{4FCA616F-A87E-4AE4-AF65-CBE0A51CEC4D}">
      <dgm:prSet/>
      <dgm:spPr/>
      <dgm:t>
        <a:bodyPr/>
        <a:lstStyle/>
        <a:p>
          <a:endParaRPr lang="en-US"/>
        </a:p>
      </dgm:t>
    </dgm:pt>
    <dgm:pt modelId="{9A72A5BC-FB5C-4284-882C-41A7C3F40689}" type="sibTrans" cxnId="{4FCA616F-A87E-4AE4-AF65-CBE0A51CEC4D}">
      <dgm:prSet/>
      <dgm:spPr/>
      <dgm:t>
        <a:bodyPr/>
        <a:lstStyle/>
        <a:p>
          <a:endParaRPr lang="en-US"/>
        </a:p>
      </dgm:t>
    </dgm:pt>
    <dgm:pt modelId="{FE17C34A-F5A2-480E-932F-36C3FAE9A110}">
      <dgm:prSet/>
      <dgm:spPr/>
      <dgm:t>
        <a:bodyPr/>
        <a:lstStyle/>
        <a:p>
          <a:r>
            <a:rPr lang="en-US"/>
            <a:t>Horizontal partitioning for throughput; adaptive capacity smooths hotspots</a:t>
          </a:r>
        </a:p>
      </dgm:t>
    </dgm:pt>
    <dgm:pt modelId="{D070C0FB-7933-4E46-84F9-FE05A683984D}" type="parTrans" cxnId="{6AFEA9A3-8201-4FEC-90BF-4764695EEBB8}">
      <dgm:prSet/>
      <dgm:spPr/>
      <dgm:t>
        <a:bodyPr/>
        <a:lstStyle/>
        <a:p>
          <a:endParaRPr lang="en-US"/>
        </a:p>
      </dgm:t>
    </dgm:pt>
    <dgm:pt modelId="{6025B03D-ABDD-49F9-B7D0-E86E6E9ADEF6}" type="sibTrans" cxnId="{6AFEA9A3-8201-4FEC-90BF-4764695EEBB8}">
      <dgm:prSet/>
      <dgm:spPr/>
      <dgm:t>
        <a:bodyPr/>
        <a:lstStyle/>
        <a:p>
          <a:endParaRPr lang="en-US"/>
        </a:p>
      </dgm:t>
    </dgm:pt>
    <dgm:pt modelId="{B8E9BF77-03B6-4145-9C10-EF9BFFA54361}">
      <dgm:prSet/>
      <dgm:spPr/>
      <dgm:t>
        <a:bodyPr/>
        <a:lstStyle/>
        <a:p>
          <a:r>
            <a:rPr lang="en-US"/>
            <a:t>Burst capacity and warm throughput to avoid cold starts</a:t>
          </a:r>
        </a:p>
      </dgm:t>
    </dgm:pt>
    <dgm:pt modelId="{D91EF0A8-19EC-467E-A1AF-47916EECB0F9}" type="parTrans" cxnId="{3E3ED0A7-4F7D-498A-A35A-75F3D504C326}">
      <dgm:prSet/>
      <dgm:spPr/>
      <dgm:t>
        <a:bodyPr/>
        <a:lstStyle/>
        <a:p>
          <a:endParaRPr lang="en-US"/>
        </a:p>
      </dgm:t>
    </dgm:pt>
    <dgm:pt modelId="{8DE7FA34-F378-45D0-8248-0AA5CFD50A42}" type="sibTrans" cxnId="{3E3ED0A7-4F7D-498A-A35A-75F3D504C326}">
      <dgm:prSet/>
      <dgm:spPr/>
      <dgm:t>
        <a:bodyPr/>
        <a:lstStyle/>
        <a:p>
          <a:endParaRPr lang="en-US"/>
        </a:p>
      </dgm:t>
    </dgm:pt>
    <dgm:pt modelId="{421FA601-EA84-444C-B4A9-FD95437D8650}" type="pres">
      <dgm:prSet presAssocID="{990DD6B1-0BC3-4B3B-90CE-40390FE8B4C3}" presName="vert0" presStyleCnt="0">
        <dgm:presLayoutVars>
          <dgm:dir/>
          <dgm:animOne val="branch"/>
          <dgm:animLvl val="lvl"/>
        </dgm:presLayoutVars>
      </dgm:prSet>
      <dgm:spPr/>
    </dgm:pt>
    <dgm:pt modelId="{81CC2F28-6EC5-4452-92A8-71932E21A4C0}" type="pres">
      <dgm:prSet presAssocID="{92DCD890-0631-4B75-990B-2A1C458CB40F}" presName="thickLine" presStyleLbl="alignNode1" presStyleIdx="0" presStyleCnt="3"/>
      <dgm:spPr/>
    </dgm:pt>
    <dgm:pt modelId="{25447E95-4883-46A9-864D-052B0EC0051D}" type="pres">
      <dgm:prSet presAssocID="{92DCD890-0631-4B75-990B-2A1C458CB40F}" presName="horz1" presStyleCnt="0"/>
      <dgm:spPr/>
    </dgm:pt>
    <dgm:pt modelId="{35A08F73-ACBB-446E-BDE4-854397DBB8B3}" type="pres">
      <dgm:prSet presAssocID="{92DCD890-0631-4B75-990B-2A1C458CB40F}" presName="tx1" presStyleLbl="revTx" presStyleIdx="0" presStyleCnt="3"/>
      <dgm:spPr/>
    </dgm:pt>
    <dgm:pt modelId="{2FB64A5C-7023-44E6-AA95-3AA21E7F8DC9}" type="pres">
      <dgm:prSet presAssocID="{92DCD890-0631-4B75-990B-2A1C458CB40F}" presName="vert1" presStyleCnt="0"/>
      <dgm:spPr/>
    </dgm:pt>
    <dgm:pt modelId="{263E04E5-4CBE-4115-94D5-3B5987E76E49}" type="pres">
      <dgm:prSet presAssocID="{FE17C34A-F5A2-480E-932F-36C3FAE9A110}" presName="thickLine" presStyleLbl="alignNode1" presStyleIdx="1" presStyleCnt="3"/>
      <dgm:spPr/>
    </dgm:pt>
    <dgm:pt modelId="{87988585-FACB-43EF-9634-CACDC36CE31F}" type="pres">
      <dgm:prSet presAssocID="{FE17C34A-F5A2-480E-932F-36C3FAE9A110}" presName="horz1" presStyleCnt="0"/>
      <dgm:spPr/>
    </dgm:pt>
    <dgm:pt modelId="{82F6B63E-D26D-4818-AC34-AF9BB9EF4235}" type="pres">
      <dgm:prSet presAssocID="{FE17C34A-F5A2-480E-932F-36C3FAE9A110}" presName="tx1" presStyleLbl="revTx" presStyleIdx="1" presStyleCnt="3"/>
      <dgm:spPr/>
    </dgm:pt>
    <dgm:pt modelId="{DF2A4F65-E41F-41DD-A3CE-9653723CBC9A}" type="pres">
      <dgm:prSet presAssocID="{FE17C34A-F5A2-480E-932F-36C3FAE9A110}" presName="vert1" presStyleCnt="0"/>
      <dgm:spPr/>
    </dgm:pt>
    <dgm:pt modelId="{743A2E22-0514-4F04-A151-419B3BDDC4F3}" type="pres">
      <dgm:prSet presAssocID="{B8E9BF77-03B6-4145-9C10-EF9BFFA54361}" presName="thickLine" presStyleLbl="alignNode1" presStyleIdx="2" presStyleCnt="3"/>
      <dgm:spPr/>
    </dgm:pt>
    <dgm:pt modelId="{5A8892DF-A237-4318-9AF3-D42F6ADD05E9}" type="pres">
      <dgm:prSet presAssocID="{B8E9BF77-03B6-4145-9C10-EF9BFFA54361}" presName="horz1" presStyleCnt="0"/>
      <dgm:spPr/>
    </dgm:pt>
    <dgm:pt modelId="{1E13D0F3-9484-4416-A749-BE91B2A30266}" type="pres">
      <dgm:prSet presAssocID="{B8E9BF77-03B6-4145-9C10-EF9BFFA54361}" presName="tx1" presStyleLbl="revTx" presStyleIdx="2" presStyleCnt="3"/>
      <dgm:spPr/>
    </dgm:pt>
    <dgm:pt modelId="{B473D1B6-85F1-4E7C-B3E8-01CA8C76A26D}" type="pres">
      <dgm:prSet presAssocID="{B8E9BF77-03B6-4145-9C10-EF9BFFA54361}" presName="vert1" presStyleCnt="0"/>
      <dgm:spPr/>
    </dgm:pt>
  </dgm:ptLst>
  <dgm:cxnLst>
    <dgm:cxn modelId="{46A0F407-7D83-4E44-A8FA-E77E6D5D7702}" type="presOf" srcId="{FE17C34A-F5A2-480E-932F-36C3FAE9A110}" destId="{82F6B63E-D26D-4818-AC34-AF9BB9EF4235}" srcOrd="0" destOrd="0" presId="urn:microsoft.com/office/officeart/2008/layout/LinedList"/>
    <dgm:cxn modelId="{1EA51069-C9E8-44E7-9914-26D00AFC4DCF}" type="presOf" srcId="{B8E9BF77-03B6-4145-9C10-EF9BFFA54361}" destId="{1E13D0F3-9484-4416-A749-BE91B2A30266}" srcOrd="0" destOrd="0" presId="urn:microsoft.com/office/officeart/2008/layout/LinedList"/>
    <dgm:cxn modelId="{4FCA616F-A87E-4AE4-AF65-CBE0A51CEC4D}" srcId="{990DD6B1-0BC3-4B3B-90CE-40390FE8B4C3}" destId="{92DCD890-0631-4B75-990B-2A1C458CB40F}" srcOrd="0" destOrd="0" parTransId="{893DFFAD-AC27-4C22-9F6E-A8BB42C69B50}" sibTransId="{9A72A5BC-FB5C-4284-882C-41A7C3F40689}"/>
    <dgm:cxn modelId="{A53BC68F-7FF6-490B-AA18-F60A5F760FB5}" type="presOf" srcId="{92DCD890-0631-4B75-990B-2A1C458CB40F}" destId="{35A08F73-ACBB-446E-BDE4-854397DBB8B3}" srcOrd="0" destOrd="0" presId="urn:microsoft.com/office/officeart/2008/layout/LinedList"/>
    <dgm:cxn modelId="{6AFEA9A3-8201-4FEC-90BF-4764695EEBB8}" srcId="{990DD6B1-0BC3-4B3B-90CE-40390FE8B4C3}" destId="{FE17C34A-F5A2-480E-932F-36C3FAE9A110}" srcOrd="1" destOrd="0" parTransId="{D070C0FB-7933-4E46-84F9-FE05A683984D}" sibTransId="{6025B03D-ABDD-49F9-B7D0-E86E6E9ADEF6}"/>
    <dgm:cxn modelId="{3E3ED0A7-4F7D-498A-A35A-75F3D504C326}" srcId="{990DD6B1-0BC3-4B3B-90CE-40390FE8B4C3}" destId="{B8E9BF77-03B6-4145-9C10-EF9BFFA54361}" srcOrd="2" destOrd="0" parTransId="{D91EF0A8-19EC-467E-A1AF-47916EECB0F9}" sibTransId="{8DE7FA34-F378-45D0-8248-0AA5CFD50A42}"/>
    <dgm:cxn modelId="{8DEC78F8-5909-4DCE-A8F6-B7F3B69E1AFF}" type="presOf" srcId="{990DD6B1-0BC3-4B3B-90CE-40390FE8B4C3}" destId="{421FA601-EA84-444C-B4A9-FD95437D8650}" srcOrd="0" destOrd="0" presId="urn:microsoft.com/office/officeart/2008/layout/LinedList"/>
    <dgm:cxn modelId="{59C90CA4-3A06-41CF-9C61-96C970070A93}" type="presParOf" srcId="{421FA601-EA84-444C-B4A9-FD95437D8650}" destId="{81CC2F28-6EC5-4452-92A8-71932E21A4C0}" srcOrd="0" destOrd="0" presId="urn:microsoft.com/office/officeart/2008/layout/LinedList"/>
    <dgm:cxn modelId="{CC9E640F-C35F-45D0-8A80-80F811BFF4E5}" type="presParOf" srcId="{421FA601-EA84-444C-B4A9-FD95437D8650}" destId="{25447E95-4883-46A9-864D-052B0EC0051D}" srcOrd="1" destOrd="0" presId="urn:microsoft.com/office/officeart/2008/layout/LinedList"/>
    <dgm:cxn modelId="{7CE31C15-9F02-4188-921B-265713ACAB35}" type="presParOf" srcId="{25447E95-4883-46A9-864D-052B0EC0051D}" destId="{35A08F73-ACBB-446E-BDE4-854397DBB8B3}" srcOrd="0" destOrd="0" presId="urn:microsoft.com/office/officeart/2008/layout/LinedList"/>
    <dgm:cxn modelId="{90461B26-E10E-4A95-BD78-83CAEE99F0AD}" type="presParOf" srcId="{25447E95-4883-46A9-864D-052B0EC0051D}" destId="{2FB64A5C-7023-44E6-AA95-3AA21E7F8DC9}" srcOrd="1" destOrd="0" presId="urn:microsoft.com/office/officeart/2008/layout/LinedList"/>
    <dgm:cxn modelId="{3430B6C7-0054-4270-8BC8-815A7313AFEE}" type="presParOf" srcId="{421FA601-EA84-444C-B4A9-FD95437D8650}" destId="{263E04E5-4CBE-4115-94D5-3B5987E76E49}" srcOrd="2" destOrd="0" presId="urn:microsoft.com/office/officeart/2008/layout/LinedList"/>
    <dgm:cxn modelId="{30F4139A-E6E9-4D0C-8227-41CB6E2D1E35}" type="presParOf" srcId="{421FA601-EA84-444C-B4A9-FD95437D8650}" destId="{87988585-FACB-43EF-9634-CACDC36CE31F}" srcOrd="3" destOrd="0" presId="urn:microsoft.com/office/officeart/2008/layout/LinedList"/>
    <dgm:cxn modelId="{9B8199FC-619E-4CBF-B1B8-649B2295986B}" type="presParOf" srcId="{87988585-FACB-43EF-9634-CACDC36CE31F}" destId="{82F6B63E-D26D-4818-AC34-AF9BB9EF4235}" srcOrd="0" destOrd="0" presId="urn:microsoft.com/office/officeart/2008/layout/LinedList"/>
    <dgm:cxn modelId="{43196782-AF63-4A45-B892-83E898F420D5}" type="presParOf" srcId="{87988585-FACB-43EF-9634-CACDC36CE31F}" destId="{DF2A4F65-E41F-41DD-A3CE-9653723CBC9A}" srcOrd="1" destOrd="0" presId="urn:microsoft.com/office/officeart/2008/layout/LinedList"/>
    <dgm:cxn modelId="{D4026B10-B72C-4A6A-A6A6-741E89CE0EF4}" type="presParOf" srcId="{421FA601-EA84-444C-B4A9-FD95437D8650}" destId="{743A2E22-0514-4F04-A151-419B3BDDC4F3}" srcOrd="4" destOrd="0" presId="urn:microsoft.com/office/officeart/2008/layout/LinedList"/>
    <dgm:cxn modelId="{B2A14810-7E8E-4444-8AC0-9D88EF2C15D8}" type="presParOf" srcId="{421FA601-EA84-444C-B4A9-FD95437D8650}" destId="{5A8892DF-A237-4318-9AF3-D42F6ADD05E9}" srcOrd="5" destOrd="0" presId="urn:microsoft.com/office/officeart/2008/layout/LinedList"/>
    <dgm:cxn modelId="{2095B902-A0B2-4730-84C2-536AA7A64B29}" type="presParOf" srcId="{5A8892DF-A237-4318-9AF3-D42F6ADD05E9}" destId="{1E13D0F3-9484-4416-A749-BE91B2A30266}" srcOrd="0" destOrd="0" presId="urn:microsoft.com/office/officeart/2008/layout/LinedList"/>
    <dgm:cxn modelId="{38B51C02-B7A9-42D3-B641-C84D92B387FC}" type="presParOf" srcId="{5A8892DF-A237-4318-9AF3-D42F6ADD05E9}" destId="{B473D1B6-85F1-4E7C-B3E8-01CA8C76A2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988644F-EB34-409F-9CF6-DBEE2DB2467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5394F6-2773-4C59-A37A-AF60A6362BC1}">
      <dgm:prSet/>
      <dgm:spPr/>
      <dgm:t>
        <a:bodyPr/>
        <a:lstStyle/>
        <a:p>
          <a:r>
            <a:rPr lang="en-US"/>
            <a:t>Design for access patterns (single‑table design common)</a:t>
          </a:r>
        </a:p>
      </dgm:t>
    </dgm:pt>
    <dgm:pt modelId="{81937F74-B4A1-46D3-9C7A-63DB3E90CFFC}" type="parTrans" cxnId="{A29AB60E-DEB0-469C-9F66-C98C018A21DC}">
      <dgm:prSet/>
      <dgm:spPr/>
      <dgm:t>
        <a:bodyPr/>
        <a:lstStyle/>
        <a:p>
          <a:endParaRPr lang="en-US"/>
        </a:p>
      </dgm:t>
    </dgm:pt>
    <dgm:pt modelId="{AAFDB90A-51E3-437A-822D-B88A052EB935}" type="sibTrans" cxnId="{A29AB60E-DEB0-469C-9F66-C98C018A21DC}">
      <dgm:prSet/>
      <dgm:spPr/>
      <dgm:t>
        <a:bodyPr/>
        <a:lstStyle/>
        <a:p>
          <a:endParaRPr lang="en-US"/>
        </a:p>
      </dgm:t>
    </dgm:pt>
    <dgm:pt modelId="{7ED1DC2A-B644-4E04-9F40-A9A20145EC92}">
      <dgm:prSet/>
      <dgm:spPr/>
      <dgm:t>
        <a:bodyPr/>
        <a:lstStyle/>
        <a:p>
          <a:r>
            <a:rPr lang="en-US"/>
            <a:t>Use GSIs to add query dimensions; avoid unbounded partitions</a:t>
          </a:r>
        </a:p>
      </dgm:t>
    </dgm:pt>
    <dgm:pt modelId="{3EED3AD0-D290-4353-8B4B-9743CDE56F6D}" type="parTrans" cxnId="{1DB897FE-F632-414C-A1EA-2DA4464DEF05}">
      <dgm:prSet/>
      <dgm:spPr/>
      <dgm:t>
        <a:bodyPr/>
        <a:lstStyle/>
        <a:p>
          <a:endParaRPr lang="en-US"/>
        </a:p>
      </dgm:t>
    </dgm:pt>
    <dgm:pt modelId="{7E6FF9F8-0759-4CC5-A1E5-6BDD17340E77}" type="sibTrans" cxnId="{1DB897FE-F632-414C-A1EA-2DA4464DEF05}">
      <dgm:prSet/>
      <dgm:spPr/>
      <dgm:t>
        <a:bodyPr/>
        <a:lstStyle/>
        <a:p>
          <a:endParaRPr lang="en-US"/>
        </a:p>
      </dgm:t>
    </dgm:pt>
    <dgm:pt modelId="{516DB442-DB03-477C-999B-C24596D6E0E6}">
      <dgm:prSet/>
      <dgm:spPr/>
      <dgm:t>
        <a:bodyPr/>
        <a:lstStyle/>
        <a:p>
          <a:r>
            <a:rPr lang="en-US"/>
            <a:t>Caching with DAX or application caches to reduce read latency</a:t>
          </a:r>
        </a:p>
      </dgm:t>
    </dgm:pt>
    <dgm:pt modelId="{D032F8C9-44E1-4AF0-8BF4-5699A1D02FCE}" type="parTrans" cxnId="{E42970B8-F084-4F3D-9DF1-EFBE1FF4B3AD}">
      <dgm:prSet/>
      <dgm:spPr/>
      <dgm:t>
        <a:bodyPr/>
        <a:lstStyle/>
        <a:p>
          <a:endParaRPr lang="en-US"/>
        </a:p>
      </dgm:t>
    </dgm:pt>
    <dgm:pt modelId="{1EED0ADD-4DDC-4C44-873C-1A7186771314}" type="sibTrans" cxnId="{E42970B8-F084-4F3D-9DF1-EFBE1FF4B3AD}">
      <dgm:prSet/>
      <dgm:spPr/>
      <dgm:t>
        <a:bodyPr/>
        <a:lstStyle/>
        <a:p>
          <a:endParaRPr lang="en-US"/>
        </a:p>
      </dgm:t>
    </dgm:pt>
    <dgm:pt modelId="{67C36E0F-8783-43B2-800D-8701B72C95A4}" type="pres">
      <dgm:prSet presAssocID="{B988644F-EB34-409F-9CF6-DBEE2DB2467A}" presName="linear" presStyleCnt="0">
        <dgm:presLayoutVars>
          <dgm:animLvl val="lvl"/>
          <dgm:resizeHandles val="exact"/>
        </dgm:presLayoutVars>
      </dgm:prSet>
      <dgm:spPr/>
    </dgm:pt>
    <dgm:pt modelId="{A96B827F-F36A-4A1C-9CE4-FA4F33A8D295}" type="pres">
      <dgm:prSet presAssocID="{EC5394F6-2773-4C59-A37A-AF60A6362BC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572975-1368-48B7-8A22-F5C4ABA2045E}" type="pres">
      <dgm:prSet presAssocID="{AAFDB90A-51E3-437A-822D-B88A052EB935}" presName="spacer" presStyleCnt="0"/>
      <dgm:spPr/>
    </dgm:pt>
    <dgm:pt modelId="{25D1261C-1FB2-40FD-95E6-F7406A604080}" type="pres">
      <dgm:prSet presAssocID="{7ED1DC2A-B644-4E04-9F40-A9A20145EC9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B00D16-B07D-4CD4-9DFD-3E10F8D6DDFC}" type="pres">
      <dgm:prSet presAssocID="{7E6FF9F8-0759-4CC5-A1E5-6BDD17340E77}" presName="spacer" presStyleCnt="0"/>
      <dgm:spPr/>
    </dgm:pt>
    <dgm:pt modelId="{C344EE16-7D9C-4177-BD76-04BB4FB76FDD}" type="pres">
      <dgm:prSet presAssocID="{516DB442-DB03-477C-999B-C24596D6E0E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A210807-33AF-48CB-B9A0-0519CF6508E9}" type="presOf" srcId="{516DB442-DB03-477C-999B-C24596D6E0E6}" destId="{C344EE16-7D9C-4177-BD76-04BB4FB76FDD}" srcOrd="0" destOrd="0" presId="urn:microsoft.com/office/officeart/2005/8/layout/vList2"/>
    <dgm:cxn modelId="{A29AB60E-DEB0-469C-9F66-C98C018A21DC}" srcId="{B988644F-EB34-409F-9CF6-DBEE2DB2467A}" destId="{EC5394F6-2773-4C59-A37A-AF60A6362BC1}" srcOrd="0" destOrd="0" parTransId="{81937F74-B4A1-46D3-9C7A-63DB3E90CFFC}" sibTransId="{AAFDB90A-51E3-437A-822D-B88A052EB935}"/>
    <dgm:cxn modelId="{6D3E9420-A6AE-409E-B643-C806CDE6271B}" type="presOf" srcId="{7ED1DC2A-B644-4E04-9F40-A9A20145EC92}" destId="{25D1261C-1FB2-40FD-95E6-F7406A604080}" srcOrd="0" destOrd="0" presId="urn:microsoft.com/office/officeart/2005/8/layout/vList2"/>
    <dgm:cxn modelId="{8184A187-7F8D-4918-957A-043789EE791C}" type="presOf" srcId="{EC5394F6-2773-4C59-A37A-AF60A6362BC1}" destId="{A96B827F-F36A-4A1C-9CE4-FA4F33A8D295}" srcOrd="0" destOrd="0" presId="urn:microsoft.com/office/officeart/2005/8/layout/vList2"/>
    <dgm:cxn modelId="{84C040B0-BCC6-4A3E-9DCA-C87259CFBB4C}" type="presOf" srcId="{B988644F-EB34-409F-9CF6-DBEE2DB2467A}" destId="{67C36E0F-8783-43B2-800D-8701B72C95A4}" srcOrd="0" destOrd="0" presId="urn:microsoft.com/office/officeart/2005/8/layout/vList2"/>
    <dgm:cxn modelId="{E42970B8-F084-4F3D-9DF1-EFBE1FF4B3AD}" srcId="{B988644F-EB34-409F-9CF6-DBEE2DB2467A}" destId="{516DB442-DB03-477C-999B-C24596D6E0E6}" srcOrd="2" destOrd="0" parTransId="{D032F8C9-44E1-4AF0-8BF4-5699A1D02FCE}" sibTransId="{1EED0ADD-4DDC-4C44-873C-1A7186771314}"/>
    <dgm:cxn modelId="{1DB897FE-F632-414C-A1EA-2DA4464DEF05}" srcId="{B988644F-EB34-409F-9CF6-DBEE2DB2467A}" destId="{7ED1DC2A-B644-4E04-9F40-A9A20145EC92}" srcOrd="1" destOrd="0" parTransId="{3EED3AD0-D290-4353-8B4B-9743CDE56F6D}" sibTransId="{7E6FF9F8-0759-4CC5-A1E5-6BDD17340E77}"/>
    <dgm:cxn modelId="{EEDFDE40-7D5B-4629-BB65-B8CFAA73C9B0}" type="presParOf" srcId="{67C36E0F-8783-43B2-800D-8701B72C95A4}" destId="{A96B827F-F36A-4A1C-9CE4-FA4F33A8D295}" srcOrd="0" destOrd="0" presId="urn:microsoft.com/office/officeart/2005/8/layout/vList2"/>
    <dgm:cxn modelId="{F7557B32-8890-45F8-990F-7C3BC8FF149D}" type="presParOf" srcId="{67C36E0F-8783-43B2-800D-8701B72C95A4}" destId="{C4572975-1368-48B7-8A22-F5C4ABA2045E}" srcOrd="1" destOrd="0" presId="urn:microsoft.com/office/officeart/2005/8/layout/vList2"/>
    <dgm:cxn modelId="{6B08B7EB-9531-4F95-A94C-3AE97333FBAA}" type="presParOf" srcId="{67C36E0F-8783-43B2-800D-8701B72C95A4}" destId="{25D1261C-1FB2-40FD-95E6-F7406A604080}" srcOrd="2" destOrd="0" presId="urn:microsoft.com/office/officeart/2005/8/layout/vList2"/>
    <dgm:cxn modelId="{F9292A0F-C230-4D7E-B850-D2A8019329C6}" type="presParOf" srcId="{67C36E0F-8783-43B2-800D-8701B72C95A4}" destId="{51B00D16-B07D-4CD4-9DFD-3E10F8D6DDFC}" srcOrd="3" destOrd="0" presId="urn:microsoft.com/office/officeart/2005/8/layout/vList2"/>
    <dgm:cxn modelId="{E556B500-C2C7-4214-99F9-DB14B8247FCF}" type="presParOf" srcId="{67C36E0F-8783-43B2-800D-8701B72C95A4}" destId="{C344EE16-7D9C-4177-BD76-04BB4FB76FD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D17463F-4A92-4A40-9659-2768B8E4C6B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FDD22E0-2177-4287-A4AC-F9439678F636}">
      <dgm:prSet/>
      <dgm:spPr/>
      <dgm:t>
        <a:bodyPr/>
        <a:lstStyle/>
        <a:p>
          <a:r>
            <a:rPr lang="en-US"/>
            <a:t>Global tables: multi‑Region, multi‑active; up to 99.999% availability targets</a:t>
          </a:r>
        </a:p>
      </dgm:t>
    </dgm:pt>
    <dgm:pt modelId="{AF60474A-C359-4696-9BBF-2BDFEDC939DA}" type="parTrans" cxnId="{AC6CA0BA-7EC3-4EA4-BEC4-C084A577BBD2}">
      <dgm:prSet/>
      <dgm:spPr/>
      <dgm:t>
        <a:bodyPr/>
        <a:lstStyle/>
        <a:p>
          <a:endParaRPr lang="en-US"/>
        </a:p>
      </dgm:t>
    </dgm:pt>
    <dgm:pt modelId="{B2BDEDCE-C27C-45EF-A9E4-07BDDFEA0F01}" type="sibTrans" cxnId="{AC6CA0BA-7EC3-4EA4-BEC4-C084A577BBD2}">
      <dgm:prSet/>
      <dgm:spPr/>
      <dgm:t>
        <a:bodyPr/>
        <a:lstStyle/>
        <a:p>
          <a:endParaRPr lang="en-US"/>
        </a:p>
      </dgm:t>
    </dgm:pt>
    <dgm:pt modelId="{07D35E70-FA98-42F8-A6FD-A0F98167B181}">
      <dgm:prSet/>
      <dgm:spPr/>
      <dgm:t>
        <a:bodyPr/>
        <a:lstStyle/>
        <a:p>
          <a:r>
            <a:rPr lang="en-US"/>
            <a:t>Backups: on‑demand + point‑in‑time recovery</a:t>
          </a:r>
        </a:p>
      </dgm:t>
    </dgm:pt>
    <dgm:pt modelId="{70CEE95E-45A9-48E3-B7CB-E16D93CAD9BA}" type="parTrans" cxnId="{E21C3E24-B34F-415E-9ACC-8FC13138193E}">
      <dgm:prSet/>
      <dgm:spPr/>
      <dgm:t>
        <a:bodyPr/>
        <a:lstStyle/>
        <a:p>
          <a:endParaRPr lang="en-US"/>
        </a:p>
      </dgm:t>
    </dgm:pt>
    <dgm:pt modelId="{124EAAFA-C6C4-4D39-9F8F-D794B9DDBE8C}" type="sibTrans" cxnId="{E21C3E24-B34F-415E-9ACC-8FC13138193E}">
      <dgm:prSet/>
      <dgm:spPr/>
      <dgm:t>
        <a:bodyPr/>
        <a:lstStyle/>
        <a:p>
          <a:endParaRPr lang="en-US"/>
        </a:p>
      </dgm:t>
    </dgm:pt>
    <dgm:pt modelId="{FC414F55-FE45-4D3E-9DA4-7C7DAF629AB2}">
      <dgm:prSet/>
      <dgm:spPr/>
      <dgm:t>
        <a:bodyPr/>
        <a:lstStyle/>
        <a:p>
          <a:r>
            <a:rPr lang="en-US"/>
            <a:t>Streams integrate with Lambda for event‑driven patterns</a:t>
          </a:r>
        </a:p>
      </dgm:t>
    </dgm:pt>
    <dgm:pt modelId="{FAA49B93-18CB-4851-9CEB-EEC1AF8A46C4}" type="parTrans" cxnId="{E890A3EB-ADA5-4011-8455-75D81EC4CA3C}">
      <dgm:prSet/>
      <dgm:spPr/>
      <dgm:t>
        <a:bodyPr/>
        <a:lstStyle/>
        <a:p>
          <a:endParaRPr lang="en-US"/>
        </a:p>
      </dgm:t>
    </dgm:pt>
    <dgm:pt modelId="{75595472-DF91-4FC4-9B83-0401C1DB6BC7}" type="sibTrans" cxnId="{E890A3EB-ADA5-4011-8455-75D81EC4CA3C}">
      <dgm:prSet/>
      <dgm:spPr/>
      <dgm:t>
        <a:bodyPr/>
        <a:lstStyle/>
        <a:p>
          <a:endParaRPr lang="en-US"/>
        </a:p>
      </dgm:t>
    </dgm:pt>
    <dgm:pt modelId="{BAC41EC8-5C0F-4A3F-ADB3-66231082C3FB}" type="pres">
      <dgm:prSet presAssocID="{5D17463F-4A92-4A40-9659-2768B8E4C6B3}" presName="vert0" presStyleCnt="0">
        <dgm:presLayoutVars>
          <dgm:dir/>
          <dgm:animOne val="branch"/>
          <dgm:animLvl val="lvl"/>
        </dgm:presLayoutVars>
      </dgm:prSet>
      <dgm:spPr/>
    </dgm:pt>
    <dgm:pt modelId="{D7308D69-6D9E-4DAD-A6F8-E45FEE0C34C8}" type="pres">
      <dgm:prSet presAssocID="{9FDD22E0-2177-4287-A4AC-F9439678F636}" presName="thickLine" presStyleLbl="alignNode1" presStyleIdx="0" presStyleCnt="3"/>
      <dgm:spPr/>
    </dgm:pt>
    <dgm:pt modelId="{75DD7109-F8CC-4C81-9C70-8089946A7172}" type="pres">
      <dgm:prSet presAssocID="{9FDD22E0-2177-4287-A4AC-F9439678F636}" presName="horz1" presStyleCnt="0"/>
      <dgm:spPr/>
    </dgm:pt>
    <dgm:pt modelId="{9E5DEFF7-109F-4F5A-8412-123D8CB89983}" type="pres">
      <dgm:prSet presAssocID="{9FDD22E0-2177-4287-A4AC-F9439678F636}" presName="tx1" presStyleLbl="revTx" presStyleIdx="0" presStyleCnt="3"/>
      <dgm:spPr/>
    </dgm:pt>
    <dgm:pt modelId="{960805DB-2C89-4279-995D-28292D40DD09}" type="pres">
      <dgm:prSet presAssocID="{9FDD22E0-2177-4287-A4AC-F9439678F636}" presName="vert1" presStyleCnt="0"/>
      <dgm:spPr/>
    </dgm:pt>
    <dgm:pt modelId="{750E8DEA-E72B-4E48-80C1-23BB9D3BCEAB}" type="pres">
      <dgm:prSet presAssocID="{07D35E70-FA98-42F8-A6FD-A0F98167B181}" presName="thickLine" presStyleLbl="alignNode1" presStyleIdx="1" presStyleCnt="3"/>
      <dgm:spPr/>
    </dgm:pt>
    <dgm:pt modelId="{84FA5890-FF9C-42DF-A82F-5B8B2347183D}" type="pres">
      <dgm:prSet presAssocID="{07D35E70-FA98-42F8-A6FD-A0F98167B181}" presName="horz1" presStyleCnt="0"/>
      <dgm:spPr/>
    </dgm:pt>
    <dgm:pt modelId="{16167C98-4D6C-4E96-AF0F-18E6414E4D0F}" type="pres">
      <dgm:prSet presAssocID="{07D35E70-FA98-42F8-A6FD-A0F98167B181}" presName="tx1" presStyleLbl="revTx" presStyleIdx="1" presStyleCnt="3"/>
      <dgm:spPr/>
    </dgm:pt>
    <dgm:pt modelId="{34783049-C1EA-4B2B-8460-A28A4B9171BB}" type="pres">
      <dgm:prSet presAssocID="{07D35E70-FA98-42F8-A6FD-A0F98167B181}" presName="vert1" presStyleCnt="0"/>
      <dgm:spPr/>
    </dgm:pt>
    <dgm:pt modelId="{0793A613-3DE4-457C-B7E9-76E1B46091B7}" type="pres">
      <dgm:prSet presAssocID="{FC414F55-FE45-4D3E-9DA4-7C7DAF629AB2}" presName="thickLine" presStyleLbl="alignNode1" presStyleIdx="2" presStyleCnt="3"/>
      <dgm:spPr/>
    </dgm:pt>
    <dgm:pt modelId="{5CB849BA-A8A3-4421-9F4E-176366F0AD2E}" type="pres">
      <dgm:prSet presAssocID="{FC414F55-FE45-4D3E-9DA4-7C7DAF629AB2}" presName="horz1" presStyleCnt="0"/>
      <dgm:spPr/>
    </dgm:pt>
    <dgm:pt modelId="{11E8819F-4FE0-4368-85BB-8508AE6135AA}" type="pres">
      <dgm:prSet presAssocID="{FC414F55-FE45-4D3E-9DA4-7C7DAF629AB2}" presName="tx1" presStyleLbl="revTx" presStyleIdx="2" presStyleCnt="3"/>
      <dgm:spPr/>
    </dgm:pt>
    <dgm:pt modelId="{91E30678-2B6E-4213-BA9F-308DD0DFD019}" type="pres">
      <dgm:prSet presAssocID="{FC414F55-FE45-4D3E-9DA4-7C7DAF629AB2}" presName="vert1" presStyleCnt="0"/>
      <dgm:spPr/>
    </dgm:pt>
  </dgm:ptLst>
  <dgm:cxnLst>
    <dgm:cxn modelId="{E21C3E24-B34F-415E-9ACC-8FC13138193E}" srcId="{5D17463F-4A92-4A40-9659-2768B8E4C6B3}" destId="{07D35E70-FA98-42F8-A6FD-A0F98167B181}" srcOrd="1" destOrd="0" parTransId="{70CEE95E-45A9-48E3-B7CB-E16D93CAD9BA}" sibTransId="{124EAAFA-C6C4-4D39-9F8F-D794B9DDBE8C}"/>
    <dgm:cxn modelId="{8F84B729-66E7-4321-A10B-78F3152D88F6}" type="presOf" srcId="{5D17463F-4A92-4A40-9659-2768B8E4C6B3}" destId="{BAC41EC8-5C0F-4A3F-ADB3-66231082C3FB}" srcOrd="0" destOrd="0" presId="urn:microsoft.com/office/officeart/2008/layout/LinedList"/>
    <dgm:cxn modelId="{AC6CA0BA-7EC3-4EA4-BEC4-C084A577BBD2}" srcId="{5D17463F-4A92-4A40-9659-2768B8E4C6B3}" destId="{9FDD22E0-2177-4287-A4AC-F9439678F636}" srcOrd="0" destOrd="0" parTransId="{AF60474A-C359-4696-9BBF-2BDFEDC939DA}" sibTransId="{B2BDEDCE-C27C-45EF-A9E4-07BDDFEA0F01}"/>
    <dgm:cxn modelId="{F05699BB-4B93-4045-A4C0-0FA9B29BB27D}" type="presOf" srcId="{07D35E70-FA98-42F8-A6FD-A0F98167B181}" destId="{16167C98-4D6C-4E96-AF0F-18E6414E4D0F}" srcOrd="0" destOrd="0" presId="urn:microsoft.com/office/officeart/2008/layout/LinedList"/>
    <dgm:cxn modelId="{CAE189CC-36C7-47C7-AE64-9656408555E0}" type="presOf" srcId="{FC414F55-FE45-4D3E-9DA4-7C7DAF629AB2}" destId="{11E8819F-4FE0-4368-85BB-8508AE6135AA}" srcOrd="0" destOrd="0" presId="urn:microsoft.com/office/officeart/2008/layout/LinedList"/>
    <dgm:cxn modelId="{E890A3EB-ADA5-4011-8455-75D81EC4CA3C}" srcId="{5D17463F-4A92-4A40-9659-2768B8E4C6B3}" destId="{FC414F55-FE45-4D3E-9DA4-7C7DAF629AB2}" srcOrd="2" destOrd="0" parTransId="{FAA49B93-18CB-4851-9CEB-EEC1AF8A46C4}" sibTransId="{75595472-DF91-4FC4-9B83-0401C1DB6BC7}"/>
    <dgm:cxn modelId="{318C26F0-311F-42DA-B6EA-41B091FDF321}" type="presOf" srcId="{9FDD22E0-2177-4287-A4AC-F9439678F636}" destId="{9E5DEFF7-109F-4F5A-8412-123D8CB89983}" srcOrd="0" destOrd="0" presId="urn:microsoft.com/office/officeart/2008/layout/LinedList"/>
    <dgm:cxn modelId="{848AC932-980F-4451-B68F-497EA6CA6A04}" type="presParOf" srcId="{BAC41EC8-5C0F-4A3F-ADB3-66231082C3FB}" destId="{D7308D69-6D9E-4DAD-A6F8-E45FEE0C34C8}" srcOrd="0" destOrd="0" presId="urn:microsoft.com/office/officeart/2008/layout/LinedList"/>
    <dgm:cxn modelId="{862107D0-FC56-489E-B410-2C1A86269CCB}" type="presParOf" srcId="{BAC41EC8-5C0F-4A3F-ADB3-66231082C3FB}" destId="{75DD7109-F8CC-4C81-9C70-8089946A7172}" srcOrd="1" destOrd="0" presId="urn:microsoft.com/office/officeart/2008/layout/LinedList"/>
    <dgm:cxn modelId="{A5F62324-149B-48DC-8AFB-C7D1C62A07A6}" type="presParOf" srcId="{75DD7109-F8CC-4C81-9C70-8089946A7172}" destId="{9E5DEFF7-109F-4F5A-8412-123D8CB89983}" srcOrd="0" destOrd="0" presId="urn:microsoft.com/office/officeart/2008/layout/LinedList"/>
    <dgm:cxn modelId="{A5146CDB-2CDB-4D79-B8C0-E379FB8DEE28}" type="presParOf" srcId="{75DD7109-F8CC-4C81-9C70-8089946A7172}" destId="{960805DB-2C89-4279-995D-28292D40DD09}" srcOrd="1" destOrd="0" presId="urn:microsoft.com/office/officeart/2008/layout/LinedList"/>
    <dgm:cxn modelId="{AE41E63E-788E-41D0-BD0B-F4D11B274E7B}" type="presParOf" srcId="{BAC41EC8-5C0F-4A3F-ADB3-66231082C3FB}" destId="{750E8DEA-E72B-4E48-80C1-23BB9D3BCEAB}" srcOrd="2" destOrd="0" presId="urn:microsoft.com/office/officeart/2008/layout/LinedList"/>
    <dgm:cxn modelId="{44C3A865-D10A-44BF-8E69-7362CA30887B}" type="presParOf" srcId="{BAC41EC8-5C0F-4A3F-ADB3-66231082C3FB}" destId="{84FA5890-FF9C-42DF-A82F-5B8B2347183D}" srcOrd="3" destOrd="0" presId="urn:microsoft.com/office/officeart/2008/layout/LinedList"/>
    <dgm:cxn modelId="{8AAB4801-D069-4F28-98D9-7ACA50C76D26}" type="presParOf" srcId="{84FA5890-FF9C-42DF-A82F-5B8B2347183D}" destId="{16167C98-4D6C-4E96-AF0F-18E6414E4D0F}" srcOrd="0" destOrd="0" presId="urn:microsoft.com/office/officeart/2008/layout/LinedList"/>
    <dgm:cxn modelId="{67B735A6-5B60-4E56-B917-4DB7D8C1CD52}" type="presParOf" srcId="{84FA5890-FF9C-42DF-A82F-5B8B2347183D}" destId="{34783049-C1EA-4B2B-8460-A28A4B9171BB}" srcOrd="1" destOrd="0" presId="urn:microsoft.com/office/officeart/2008/layout/LinedList"/>
    <dgm:cxn modelId="{5EB77ECC-51F3-4666-BB03-BC48F5E84C26}" type="presParOf" srcId="{BAC41EC8-5C0F-4A3F-ADB3-66231082C3FB}" destId="{0793A613-3DE4-457C-B7E9-76E1B46091B7}" srcOrd="4" destOrd="0" presId="urn:microsoft.com/office/officeart/2008/layout/LinedList"/>
    <dgm:cxn modelId="{60FA0573-DB4E-4AE8-A893-92B08F13D978}" type="presParOf" srcId="{BAC41EC8-5C0F-4A3F-ADB3-66231082C3FB}" destId="{5CB849BA-A8A3-4421-9F4E-176366F0AD2E}" srcOrd="5" destOrd="0" presId="urn:microsoft.com/office/officeart/2008/layout/LinedList"/>
    <dgm:cxn modelId="{5A4C56DE-3B3A-43E1-B99F-88015BF30867}" type="presParOf" srcId="{5CB849BA-A8A3-4421-9F4E-176366F0AD2E}" destId="{11E8819F-4FE0-4368-85BB-8508AE6135AA}" srcOrd="0" destOrd="0" presId="urn:microsoft.com/office/officeart/2008/layout/LinedList"/>
    <dgm:cxn modelId="{50D0C691-C68D-433E-95CA-FDD2572D264E}" type="presParOf" srcId="{5CB849BA-A8A3-4421-9F4E-176366F0AD2E}" destId="{91E30678-2B6E-4213-BA9F-308DD0DFD0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899DF2E-8DB4-479A-89E9-421914B3677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161E15F-589B-44B7-82D5-3A34F83A5A7D}">
      <dgm:prSet/>
      <dgm:spPr/>
      <dgm:t>
        <a:bodyPr/>
        <a:lstStyle/>
        <a:p>
          <a:r>
            <a:rPr lang="en-US"/>
            <a:t>Encryption at rest and in transit; fine‑grained IAM access</a:t>
          </a:r>
        </a:p>
      </dgm:t>
    </dgm:pt>
    <dgm:pt modelId="{CA879C27-8A3B-4833-81DB-5DC627A738EC}" type="parTrans" cxnId="{8E18A3EA-0352-465D-BCCD-65F24C76EE84}">
      <dgm:prSet/>
      <dgm:spPr/>
      <dgm:t>
        <a:bodyPr/>
        <a:lstStyle/>
        <a:p>
          <a:endParaRPr lang="en-US"/>
        </a:p>
      </dgm:t>
    </dgm:pt>
    <dgm:pt modelId="{271976EF-4C77-4EE8-B7B6-19314DD4F37B}" type="sibTrans" cxnId="{8E18A3EA-0352-465D-BCCD-65F24C76EE84}">
      <dgm:prSet/>
      <dgm:spPr/>
      <dgm:t>
        <a:bodyPr/>
        <a:lstStyle/>
        <a:p>
          <a:endParaRPr lang="en-US"/>
        </a:p>
      </dgm:t>
    </dgm:pt>
    <dgm:pt modelId="{0E0277C1-EB77-4FB7-95A2-1A5612CEF3C5}">
      <dgm:prSet/>
      <dgm:spPr/>
      <dgm:t>
        <a:bodyPr/>
        <a:lstStyle/>
        <a:p>
          <a:r>
            <a:rPr lang="en-US"/>
            <a:t>VPC endpoints (PrivateLink) and monitoring via CloudWatch/CloudTrail</a:t>
          </a:r>
        </a:p>
      </dgm:t>
    </dgm:pt>
    <dgm:pt modelId="{1EBA5F12-8ED1-4368-8F43-5459ED131A5A}" type="parTrans" cxnId="{23F4E390-7C3F-4910-9F47-CEFFFD149F31}">
      <dgm:prSet/>
      <dgm:spPr/>
      <dgm:t>
        <a:bodyPr/>
        <a:lstStyle/>
        <a:p>
          <a:endParaRPr lang="en-US"/>
        </a:p>
      </dgm:t>
    </dgm:pt>
    <dgm:pt modelId="{11AF692F-6543-4ABF-B35B-ED3A1005FD34}" type="sibTrans" cxnId="{23F4E390-7C3F-4910-9F47-CEFFFD149F31}">
      <dgm:prSet/>
      <dgm:spPr/>
      <dgm:t>
        <a:bodyPr/>
        <a:lstStyle/>
        <a:p>
          <a:endParaRPr lang="en-US"/>
        </a:p>
      </dgm:t>
    </dgm:pt>
    <dgm:pt modelId="{39B9D230-BA1A-43E1-AFDE-252B873F8D3F}">
      <dgm:prSet/>
      <dgm:spPr/>
      <dgm:t>
        <a:bodyPr/>
        <a:lstStyle/>
        <a:p>
          <a:r>
            <a:rPr lang="en-US"/>
            <a:t>Meets numerous compliance programs (e.g., SOC, PCI, ISO)</a:t>
          </a:r>
        </a:p>
      </dgm:t>
    </dgm:pt>
    <dgm:pt modelId="{54B444F5-858D-4ACF-9318-4FD7BE7530AF}" type="parTrans" cxnId="{DA804798-D068-4C47-BEE8-271A11AFB292}">
      <dgm:prSet/>
      <dgm:spPr/>
      <dgm:t>
        <a:bodyPr/>
        <a:lstStyle/>
        <a:p>
          <a:endParaRPr lang="en-US"/>
        </a:p>
      </dgm:t>
    </dgm:pt>
    <dgm:pt modelId="{6FDF0CA5-183A-47B3-B2D2-08769AFBBB6B}" type="sibTrans" cxnId="{DA804798-D068-4C47-BEE8-271A11AFB292}">
      <dgm:prSet/>
      <dgm:spPr/>
      <dgm:t>
        <a:bodyPr/>
        <a:lstStyle/>
        <a:p>
          <a:endParaRPr lang="en-US"/>
        </a:p>
      </dgm:t>
    </dgm:pt>
    <dgm:pt modelId="{A56C170A-1026-4265-B9D7-EE34603E8E5E}" type="pres">
      <dgm:prSet presAssocID="{E899DF2E-8DB4-479A-89E9-421914B3677F}" presName="vert0" presStyleCnt="0">
        <dgm:presLayoutVars>
          <dgm:dir/>
          <dgm:animOne val="branch"/>
          <dgm:animLvl val="lvl"/>
        </dgm:presLayoutVars>
      </dgm:prSet>
      <dgm:spPr/>
    </dgm:pt>
    <dgm:pt modelId="{BD79A145-0E3A-4BF7-B9DA-4252472D5600}" type="pres">
      <dgm:prSet presAssocID="{8161E15F-589B-44B7-82D5-3A34F83A5A7D}" presName="thickLine" presStyleLbl="alignNode1" presStyleIdx="0" presStyleCnt="3"/>
      <dgm:spPr/>
    </dgm:pt>
    <dgm:pt modelId="{44EFB64A-CF61-495A-9B18-63260D139EFA}" type="pres">
      <dgm:prSet presAssocID="{8161E15F-589B-44B7-82D5-3A34F83A5A7D}" presName="horz1" presStyleCnt="0"/>
      <dgm:spPr/>
    </dgm:pt>
    <dgm:pt modelId="{9A49C483-2892-4E2D-8A9F-52B2CBAA1486}" type="pres">
      <dgm:prSet presAssocID="{8161E15F-589B-44B7-82D5-3A34F83A5A7D}" presName="tx1" presStyleLbl="revTx" presStyleIdx="0" presStyleCnt="3"/>
      <dgm:spPr/>
    </dgm:pt>
    <dgm:pt modelId="{FC75FB13-E836-4CEA-A7A0-FB7403C64261}" type="pres">
      <dgm:prSet presAssocID="{8161E15F-589B-44B7-82D5-3A34F83A5A7D}" presName="vert1" presStyleCnt="0"/>
      <dgm:spPr/>
    </dgm:pt>
    <dgm:pt modelId="{4BCE0183-DC42-4299-A15E-48D952B8E1D8}" type="pres">
      <dgm:prSet presAssocID="{0E0277C1-EB77-4FB7-95A2-1A5612CEF3C5}" presName="thickLine" presStyleLbl="alignNode1" presStyleIdx="1" presStyleCnt="3"/>
      <dgm:spPr/>
    </dgm:pt>
    <dgm:pt modelId="{00D144AF-D4B5-43BA-BD8D-155903EB3F5C}" type="pres">
      <dgm:prSet presAssocID="{0E0277C1-EB77-4FB7-95A2-1A5612CEF3C5}" presName="horz1" presStyleCnt="0"/>
      <dgm:spPr/>
    </dgm:pt>
    <dgm:pt modelId="{B4B101B5-8310-4503-A51E-CF3136347723}" type="pres">
      <dgm:prSet presAssocID="{0E0277C1-EB77-4FB7-95A2-1A5612CEF3C5}" presName="tx1" presStyleLbl="revTx" presStyleIdx="1" presStyleCnt="3"/>
      <dgm:spPr/>
    </dgm:pt>
    <dgm:pt modelId="{A4BC1325-DDF3-44EB-ACA2-C41D3B009697}" type="pres">
      <dgm:prSet presAssocID="{0E0277C1-EB77-4FB7-95A2-1A5612CEF3C5}" presName="vert1" presStyleCnt="0"/>
      <dgm:spPr/>
    </dgm:pt>
    <dgm:pt modelId="{B1F8605E-4835-4D17-86AD-204E8E98C565}" type="pres">
      <dgm:prSet presAssocID="{39B9D230-BA1A-43E1-AFDE-252B873F8D3F}" presName="thickLine" presStyleLbl="alignNode1" presStyleIdx="2" presStyleCnt="3"/>
      <dgm:spPr/>
    </dgm:pt>
    <dgm:pt modelId="{F83104FE-124D-4745-97B2-48D2EDD1887D}" type="pres">
      <dgm:prSet presAssocID="{39B9D230-BA1A-43E1-AFDE-252B873F8D3F}" presName="horz1" presStyleCnt="0"/>
      <dgm:spPr/>
    </dgm:pt>
    <dgm:pt modelId="{9D9B643E-3CBE-4D5E-BB1E-CC9E1B5F8611}" type="pres">
      <dgm:prSet presAssocID="{39B9D230-BA1A-43E1-AFDE-252B873F8D3F}" presName="tx1" presStyleLbl="revTx" presStyleIdx="2" presStyleCnt="3"/>
      <dgm:spPr/>
    </dgm:pt>
    <dgm:pt modelId="{854BE851-8EC5-463E-92A3-81CBA13D4E6D}" type="pres">
      <dgm:prSet presAssocID="{39B9D230-BA1A-43E1-AFDE-252B873F8D3F}" presName="vert1" presStyleCnt="0"/>
      <dgm:spPr/>
    </dgm:pt>
  </dgm:ptLst>
  <dgm:cxnLst>
    <dgm:cxn modelId="{A9C1D208-BB14-425D-B74B-1D9CD5CD4F71}" type="presOf" srcId="{39B9D230-BA1A-43E1-AFDE-252B873F8D3F}" destId="{9D9B643E-3CBE-4D5E-BB1E-CC9E1B5F8611}" srcOrd="0" destOrd="0" presId="urn:microsoft.com/office/officeart/2008/layout/LinedList"/>
    <dgm:cxn modelId="{BA5FC50C-4C99-4B76-A220-B5B130E97EA2}" type="presOf" srcId="{0E0277C1-EB77-4FB7-95A2-1A5612CEF3C5}" destId="{B4B101B5-8310-4503-A51E-CF3136347723}" srcOrd="0" destOrd="0" presId="urn:microsoft.com/office/officeart/2008/layout/LinedList"/>
    <dgm:cxn modelId="{46BA6660-57D2-435D-AB55-AA02C883CD36}" type="presOf" srcId="{8161E15F-589B-44B7-82D5-3A34F83A5A7D}" destId="{9A49C483-2892-4E2D-8A9F-52B2CBAA1486}" srcOrd="0" destOrd="0" presId="urn:microsoft.com/office/officeart/2008/layout/LinedList"/>
    <dgm:cxn modelId="{23F4E390-7C3F-4910-9F47-CEFFFD149F31}" srcId="{E899DF2E-8DB4-479A-89E9-421914B3677F}" destId="{0E0277C1-EB77-4FB7-95A2-1A5612CEF3C5}" srcOrd="1" destOrd="0" parTransId="{1EBA5F12-8ED1-4368-8F43-5459ED131A5A}" sibTransId="{11AF692F-6543-4ABF-B35B-ED3A1005FD34}"/>
    <dgm:cxn modelId="{DA804798-D068-4C47-BEE8-271A11AFB292}" srcId="{E899DF2E-8DB4-479A-89E9-421914B3677F}" destId="{39B9D230-BA1A-43E1-AFDE-252B873F8D3F}" srcOrd="2" destOrd="0" parTransId="{54B444F5-858D-4ACF-9318-4FD7BE7530AF}" sibTransId="{6FDF0CA5-183A-47B3-B2D2-08769AFBBB6B}"/>
    <dgm:cxn modelId="{8E18A3EA-0352-465D-BCCD-65F24C76EE84}" srcId="{E899DF2E-8DB4-479A-89E9-421914B3677F}" destId="{8161E15F-589B-44B7-82D5-3A34F83A5A7D}" srcOrd="0" destOrd="0" parTransId="{CA879C27-8A3B-4833-81DB-5DC627A738EC}" sibTransId="{271976EF-4C77-4EE8-B7B6-19314DD4F37B}"/>
    <dgm:cxn modelId="{6A4AACFB-593F-4C32-944E-B004680514D3}" type="presOf" srcId="{E899DF2E-8DB4-479A-89E9-421914B3677F}" destId="{A56C170A-1026-4265-B9D7-EE34603E8E5E}" srcOrd="0" destOrd="0" presId="urn:microsoft.com/office/officeart/2008/layout/LinedList"/>
    <dgm:cxn modelId="{0D4B1FEF-06E3-4243-A5F8-A564A42B7AA7}" type="presParOf" srcId="{A56C170A-1026-4265-B9D7-EE34603E8E5E}" destId="{BD79A145-0E3A-4BF7-B9DA-4252472D5600}" srcOrd="0" destOrd="0" presId="urn:microsoft.com/office/officeart/2008/layout/LinedList"/>
    <dgm:cxn modelId="{A400CE29-5B8A-46C1-8464-7163CFC8C2C8}" type="presParOf" srcId="{A56C170A-1026-4265-B9D7-EE34603E8E5E}" destId="{44EFB64A-CF61-495A-9B18-63260D139EFA}" srcOrd="1" destOrd="0" presId="urn:microsoft.com/office/officeart/2008/layout/LinedList"/>
    <dgm:cxn modelId="{D4F8FA42-5239-439C-A718-3B822FD8075A}" type="presParOf" srcId="{44EFB64A-CF61-495A-9B18-63260D139EFA}" destId="{9A49C483-2892-4E2D-8A9F-52B2CBAA1486}" srcOrd="0" destOrd="0" presId="urn:microsoft.com/office/officeart/2008/layout/LinedList"/>
    <dgm:cxn modelId="{3AC02158-2B70-4C26-9A8C-9A75D924B944}" type="presParOf" srcId="{44EFB64A-CF61-495A-9B18-63260D139EFA}" destId="{FC75FB13-E836-4CEA-A7A0-FB7403C64261}" srcOrd="1" destOrd="0" presId="urn:microsoft.com/office/officeart/2008/layout/LinedList"/>
    <dgm:cxn modelId="{B6395FD1-4EE5-4C19-BD68-D8E74DD519F3}" type="presParOf" srcId="{A56C170A-1026-4265-B9D7-EE34603E8E5E}" destId="{4BCE0183-DC42-4299-A15E-48D952B8E1D8}" srcOrd="2" destOrd="0" presId="urn:microsoft.com/office/officeart/2008/layout/LinedList"/>
    <dgm:cxn modelId="{1C01FB17-F5C6-4943-BFF8-256608178ADE}" type="presParOf" srcId="{A56C170A-1026-4265-B9D7-EE34603E8E5E}" destId="{00D144AF-D4B5-43BA-BD8D-155903EB3F5C}" srcOrd="3" destOrd="0" presId="urn:microsoft.com/office/officeart/2008/layout/LinedList"/>
    <dgm:cxn modelId="{7639AE78-0949-4608-B4A5-35B4D005F349}" type="presParOf" srcId="{00D144AF-D4B5-43BA-BD8D-155903EB3F5C}" destId="{B4B101B5-8310-4503-A51E-CF3136347723}" srcOrd="0" destOrd="0" presId="urn:microsoft.com/office/officeart/2008/layout/LinedList"/>
    <dgm:cxn modelId="{0A87B537-3CA6-46E8-9A01-87C01BDC3F0E}" type="presParOf" srcId="{00D144AF-D4B5-43BA-BD8D-155903EB3F5C}" destId="{A4BC1325-DDF3-44EB-ACA2-C41D3B009697}" srcOrd="1" destOrd="0" presId="urn:microsoft.com/office/officeart/2008/layout/LinedList"/>
    <dgm:cxn modelId="{DB2D9872-0F8F-4200-BA06-76998E8A665F}" type="presParOf" srcId="{A56C170A-1026-4265-B9D7-EE34603E8E5E}" destId="{B1F8605E-4835-4D17-86AD-204E8E98C565}" srcOrd="4" destOrd="0" presId="urn:microsoft.com/office/officeart/2008/layout/LinedList"/>
    <dgm:cxn modelId="{17CC48C9-D5C0-4965-B270-7E648D2CD70C}" type="presParOf" srcId="{A56C170A-1026-4265-B9D7-EE34603E8E5E}" destId="{F83104FE-124D-4745-97B2-48D2EDD1887D}" srcOrd="5" destOrd="0" presId="urn:microsoft.com/office/officeart/2008/layout/LinedList"/>
    <dgm:cxn modelId="{CAF70D49-233A-49B8-B142-1D9908AC2EBF}" type="presParOf" srcId="{F83104FE-124D-4745-97B2-48D2EDD1887D}" destId="{9D9B643E-3CBE-4D5E-BB1E-CC9E1B5F8611}" srcOrd="0" destOrd="0" presId="urn:microsoft.com/office/officeart/2008/layout/LinedList"/>
    <dgm:cxn modelId="{4444BE39-D8AF-4B9B-BF93-C83527578768}" type="presParOf" srcId="{F83104FE-124D-4745-97B2-48D2EDD1887D}" destId="{854BE851-8EC5-463E-92A3-81CBA13D4E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A0C8F37-2D6C-4B83-A5AC-4B6B75E0847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B063342-C230-4DDC-AA46-3794D16A41E6}">
      <dgm:prSet/>
      <dgm:spPr/>
      <dgm:t>
        <a:bodyPr/>
        <a:lstStyle/>
        <a:p>
          <a:r>
            <a:rPr lang="en-US"/>
            <a:t>User profiles, carts, and session data for retail &amp; e‑commerce</a:t>
          </a:r>
        </a:p>
      </dgm:t>
    </dgm:pt>
    <dgm:pt modelId="{6D687EC3-510C-4C62-A242-3CFDFA3A2A77}" type="parTrans" cxnId="{EAFA658F-BABF-40B8-A73B-F300E5E53846}">
      <dgm:prSet/>
      <dgm:spPr/>
      <dgm:t>
        <a:bodyPr/>
        <a:lstStyle/>
        <a:p>
          <a:endParaRPr lang="en-US"/>
        </a:p>
      </dgm:t>
    </dgm:pt>
    <dgm:pt modelId="{554F9B89-8221-46FF-8D8B-F8A7187CD2F9}" type="sibTrans" cxnId="{EAFA658F-BABF-40B8-A73B-F300E5E53846}">
      <dgm:prSet/>
      <dgm:spPr/>
      <dgm:t>
        <a:bodyPr/>
        <a:lstStyle/>
        <a:p>
          <a:endParaRPr lang="en-US"/>
        </a:p>
      </dgm:t>
    </dgm:pt>
    <dgm:pt modelId="{B4B7D0CE-E1F6-4410-8782-ADC14E8D1A07}">
      <dgm:prSet/>
      <dgm:spPr/>
      <dgm:t>
        <a:bodyPr/>
        <a:lstStyle/>
        <a:p>
          <a:r>
            <a:rPr lang="en-US"/>
            <a:t>Media metadata stores for streaming/interactive workloads</a:t>
          </a:r>
        </a:p>
      </dgm:t>
    </dgm:pt>
    <dgm:pt modelId="{853CC33F-7A3F-4FA5-9D0C-D641976825A8}" type="parTrans" cxnId="{BE7EA362-DAD2-415D-B42D-3A9CEE7EDBA9}">
      <dgm:prSet/>
      <dgm:spPr/>
      <dgm:t>
        <a:bodyPr/>
        <a:lstStyle/>
        <a:p>
          <a:endParaRPr lang="en-US"/>
        </a:p>
      </dgm:t>
    </dgm:pt>
    <dgm:pt modelId="{4C42FDEE-7DB6-448E-8B6A-FFDA10B7E6C2}" type="sibTrans" cxnId="{BE7EA362-DAD2-415D-B42D-3A9CEE7EDBA9}">
      <dgm:prSet/>
      <dgm:spPr/>
      <dgm:t>
        <a:bodyPr/>
        <a:lstStyle/>
        <a:p>
          <a:endParaRPr lang="en-US"/>
        </a:p>
      </dgm:t>
    </dgm:pt>
    <dgm:pt modelId="{13F16418-ECBF-4D06-8125-05EE2912D267}">
      <dgm:prSet/>
      <dgm:spPr/>
      <dgm:t>
        <a:bodyPr/>
        <a:lstStyle/>
        <a:p>
          <a:r>
            <a:rPr lang="en-US"/>
            <a:t>Gaming state, leaderboards, and event histories</a:t>
          </a:r>
        </a:p>
      </dgm:t>
    </dgm:pt>
    <dgm:pt modelId="{A93A8DE4-8A66-4B2D-9456-E0DA8CE21851}" type="parTrans" cxnId="{C0129AB6-0ED4-4358-BB49-28C8147FDF81}">
      <dgm:prSet/>
      <dgm:spPr/>
      <dgm:t>
        <a:bodyPr/>
        <a:lstStyle/>
        <a:p>
          <a:endParaRPr lang="en-US"/>
        </a:p>
      </dgm:t>
    </dgm:pt>
    <dgm:pt modelId="{25B032CB-6A45-4FE0-8D9E-09E3DF7C8230}" type="sibTrans" cxnId="{C0129AB6-0ED4-4358-BB49-28C8147FDF81}">
      <dgm:prSet/>
      <dgm:spPr/>
      <dgm:t>
        <a:bodyPr/>
        <a:lstStyle/>
        <a:p>
          <a:endParaRPr lang="en-US"/>
        </a:p>
      </dgm:t>
    </dgm:pt>
    <dgm:pt modelId="{C8516F58-0105-4CF9-BB2C-F5E94425B9B3}" type="pres">
      <dgm:prSet presAssocID="{2A0C8F37-2D6C-4B83-A5AC-4B6B75E08474}" presName="vert0" presStyleCnt="0">
        <dgm:presLayoutVars>
          <dgm:dir/>
          <dgm:animOne val="branch"/>
          <dgm:animLvl val="lvl"/>
        </dgm:presLayoutVars>
      </dgm:prSet>
      <dgm:spPr/>
    </dgm:pt>
    <dgm:pt modelId="{25FC4708-1A43-478F-955C-62FDAF000746}" type="pres">
      <dgm:prSet presAssocID="{EB063342-C230-4DDC-AA46-3794D16A41E6}" presName="thickLine" presStyleLbl="alignNode1" presStyleIdx="0" presStyleCnt="3"/>
      <dgm:spPr/>
    </dgm:pt>
    <dgm:pt modelId="{D76BB954-717C-4C3F-AA66-A20796CD77B9}" type="pres">
      <dgm:prSet presAssocID="{EB063342-C230-4DDC-AA46-3794D16A41E6}" presName="horz1" presStyleCnt="0"/>
      <dgm:spPr/>
    </dgm:pt>
    <dgm:pt modelId="{340E2345-5BCA-4E42-B815-D6CBA78866A7}" type="pres">
      <dgm:prSet presAssocID="{EB063342-C230-4DDC-AA46-3794D16A41E6}" presName="tx1" presStyleLbl="revTx" presStyleIdx="0" presStyleCnt="3"/>
      <dgm:spPr/>
    </dgm:pt>
    <dgm:pt modelId="{B5EB27B9-61E1-4622-89DC-1B2B0C648618}" type="pres">
      <dgm:prSet presAssocID="{EB063342-C230-4DDC-AA46-3794D16A41E6}" presName="vert1" presStyleCnt="0"/>
      <dgm:spPr/>
    </dgm:pt>
    <dgm:pt modelId="{65E029DC-5AE0-4E1F-BB6C-6638BBA6BE84}" type="pres">
      <dgm:prSet presAssocID="{B4B7D0CE-E1F6-4410-8782-ADC14E8D1A07}" presName="thickLine" presStyleLbl="alignNode1" presStyleIdx="1" presStyleCnt="3"/>
      <dgm:spPr/>
    </dgm:pt>
    <dgm:pt modelId="{D5C5457B-9B56-4FF6-846D-047BB4F69D06}" type="pres">
      <dgm:prSet presAssocID="{B4B7D0CE-E1F6-4410-8782-ADC14E8D1A07}" presName="horz1" presStyleCnt="0"/>
      <dgm:spPr/>
    </dgm:pt>
    <dgm:pt modelId="{C0D1619B-2466-4874-982E-F0B11762A11D}" type="pres">
      <dgm:prSet presAssocID="{B4B7D0CE-E1F6-4410-8782-ADC14E8D1A07}" presName="tx1" presStyleLbl="revTx" presStyleIdx="1" presStyleCnt="3"/>
      <dgm:spPr/>
    </dgm:pt>
    <dgm:pt modelId="{83A2247B-EBE9-4C26-B459-3B94DC3E7D2A}" type="pres">
      <dgm:prSet presAssocID="{B4B7D0CE-E1F6-4410-8782-ADC14E8D1A07}" presName="vert1" presStyleCnt="0"/>
      <dgm:spPr/>
    </dgm:pt>
    <dgm:pt modelId="{54440FB1-EC5D-4290-A549-3738EA7B8D82}" type="pres">
      <dgm:prSet presAssocID="{13F16418-ECBF-4D06-8125-05EE2912D267}" presName="thickLine" presStyleLbl="alignNode1" presStyleIdx="2" presStyleCnt="3"/>
      <dgm:spPr/>
    </dgm:pt>
    <dgm:pt modelId="{FB992D97-0734-4F75-830D-6A2F7F561077}" type="pres">
      <dgm:prSet presAssocID="{13F16418-ECBF-4D06-8125-05EE2912D267}" presName="horz1" presStyleCnt="0"/>
      <dgm:spPr/>
    </dgm:pt>
    <dgm:pt modelId="{614316F0-9ABE-414D-A599-5A2CCC667508}" type="pres">
      <dgm:prSet presAssocID="{13F16418-ECBF-4D06-8125-05EE2912D267}" presName="tx1" presStyleLbl="revTx" presStyleIdx="2" presStyleCnt="3"/>
      <dgm:spPr/>
    </dgm:pt>
    <dgm:pt modelId="{E894F0A2-48C7-4FA7-83E6-3F6E19B52675}" type="pres">
      <dgm:prSet presAssocID="{13F16418-ECBF-4D06-8125-05EE2912D267}" presName="vert1" presStyleCnt="0"/>
      <dgm:spPr/>
    </dgm:pt>
  </dgm:ptLst>
  <dgm:cxnLst>
    <dgm:cxn modelId="{BE7EA362-DAD2-415D-B42D-3A9CEE7EDBA9}" srcId="{2A0C8F37-2D6C-4B83-A5AC-4B6B75E08474}" destId="{B4B7D0CE-E1F6-4410-8782-ADC14E8D1A07}" srcOrd="1" destOrd="0" parTransId="{853CC33F-7A3F-4FA5-9D0C-D641976825A8}" sibTransId="{4C42FDEE-7DB6-448E-8B6A-FFDA10B7E6C2}"/>
    <dgm:cxn modelId="{EAFA658F-BABF-40B8-A73B-F300E5E53846}" srcId="{2A0C8F37-2D6C-4B83-A5AC-4B6B75E08474}" destId="{EB063342-C230-4DDC-AA46-3794D16A41E6}" srcOrd="0" destOrd="0" parTransId="{6D687EC3-510C-4C62-A242-3CFDFA3A2A77}" sibTransId="{554F9B89-8221-46FF-8D8B-F8A7187CD2F9}"/>
    <dgm:cxn modelId="{AC0C578F-22A8-44D6-A4CA-C1A27AE08785}" type="presOf" srcId="{B4B7D0CE-E1F6-4410-8782-ADC14E8D1A07}" destId="{C0D1619B-2466-4874-982E-F0B11762A11D}" srcOrd="0" destOrd="0" presId="urn:microsoft.com/office/officeart/2008/layout/LinedList"/>
    <dgm:cxn modelId="{E46737A0-9C69-4983-B34F-BCE1DB56F151}" type="presOf" srcId="{EB063342-C230-4DDC-AA46-3794D16A41E6}" destId="{340E2345-5BCA-4E42-B815-D6CBA78866A7}" srcOrd="0" destOrd="0" presId="urn:microsoft.com/office/officeart/2008/layout/LinedList"/>
    <dgm:cxn modelId="{B1AD6DA0-7D14-44CD-B2A9-33B961E6B18D}" type="presOf" srcId="{13F16418-ECBF-4D06-8125-05EE2912D267}" destId="{614316F0-9ABE-414D-A599-5A2CCC667508}" srcOrd="0" destOrd="0" presId="urn:microsoft.com/office/officeart/2008/layout/LinedList"/>
    <dgm:cxn modelId="{C0129AB6-0ED4-4358-BB49-28C8147FDF81}" srcId="{2A0C8F37-2D6C-4B83-A5AC-4B6B75E08474}" destId="{13F16418-ECBF-4D06-8125-05EE2912D267}" srcOrd="2" destOrd="0" parTransId="{A93A8DE4-8A66-4B2D-9456-E0DA8CE21851}" sibTransId="{25B032CB-6A45-4FE0-8D9E-09E3DF7C8230}"/>
    <dgm:cxn modelId="{77BF90C3-36A0-4590-9583-F501E5EEA750}" type="presOf" srcId="{2A0C8F37-2D6C-4B83-A5AC-4B6B75E08474}" destId="{C8516F58-0105-4CF9-BB2C-F5E94425B9B3}" srcOrd="0" destOrd="0" presId="urn:microsoft.com/office/officeart/2008/layout/LinedList"/>
    <dgm:cxn modelId="{A17A955F-70C3-458A-A1C0-A059B79CE1E8}" type="presParOf" srcId="{C8516F58-0105-4CF9-BB2C-F5E94425B9B3}" destId="{25FC4708-1A43-478F-955C-62FDAF000746}" srcOrd="0" destOrd="0" presId="urn:microsoft.com/office/officeart/2008/layout/LinedList"/>
    <dgm:cxn modelId="{F8C12197-4673-4689-B533-73074F8CC171}" type="presParOf" srcId="{C8516F58-0105-4CF9-BB2C-F5E94425B9B3}" destId="{D76BB954-717C-4C3F-AA66-A20796CD77B9}" srcOrd="1" destOrd="0" presId="urn:microsoft.com/office/officeart/2008/layout/LinedList"/>
    <dgm:cxn modelId="{D9FD6CA5-4058-4F7D-A16F-5D019A66E8D9}" type="presParOf" srcId="{D76BB954-717C-4C3F-AA66-A20796CD77B9}" destId="{340E2345-5BCA-4E42-B815-D6CBA78866A7}" srcOrd="0" destOrd="0" presId="urn:microsoft.com/office/officeart/2008/layout/LinedList"/>
    <dgm:cxn modelId="{CA1B74BB-144F-49B5-9FE3-CA6769BF6DE2}" type="presParOf" srcId="{D76BB954-717C-4C3F-AA66-A20796CD77B9}" destId="{B5EB27B9-61E1-4622-89DC-1B2B0C648618}" srcOrd="1" destOrd="0" presId="urn:microsoft.com/office/officeart/2008/layout/LinedList"/>
    <dgm:cxn modelId="{8B0DE1D1-BAB0-43D3-82E4-23EA79DBAE0F}" type="presParOf" srcId="{C8516F58-0105-4CF9-BB2C-F5E94425B9B3}" destId="{65E029DC-5AE0-4E1F-BB6C-6638BBA6BE84}" srcOrd="2" destOrd="0" presId="urn:microsoft.com/office/officeart/2008/layout/LinedList"/>
    <dgm:cxn modelId="{9004F56A-0EFF-47D9-A033-113B0BD1970D}" type="presParOf" srcId="{C8516F58-0105-4CF9-BB2C-F5E94425B9B3}" destId="{D5C5457B-9B56-4FF6-846D-047BB4F69D06}" srcOrd="3" destOrd="0" presId="urn:microsoft.com/office/officeart/2008/layout/LinedList"/>
    <dgm:cxn modelId="{F150FA64-9E63-44E6-8A29-5D0726C77D94}" type="presParOf" srcId="{D5C5457B-9B56-4FF6-846D-047BB4F69D06}" destId="{C0D1619B-2466-4874-982E-F0B11762A11D}" srcOrd="0" destOrd="0" presId="urn:microsoft.com/office/officeart/2008/layout/LinedList"/>
    <dgm:cxn modelId="{6336EF79-7590-4598-B059-E99B5150680A}" type="presParOf" srcId="{D5C5457B-9B56-4FF6-846D-047BB4F69D06}" destId="{83A2247B-EBE9-4C26-B459-3B94DC3E7D2A}" srcOrd="1" destOrd="0" presId="urn:microsoft.com/office/officeart/2008/layout/LinedList"/>
    <dgm:cxn modelId="{8B7BEE29-72FE-4636-8A83-E93380075063}" type="presParOf" srcId="{C8516F58-0105-4CF9-BB2C-F5E94425B9B3}" destId="{54440FB1-EC5D-4290-A549-3738EA7B8D82}" srcOrd="4" destOrd="0" presId="urn:microsoft.com/office/officeart/2008/layout/LinedList"/>
    <dgm:cxn modelId="{7285AC86-6E2B-4027-AB47-BE12BC2A4E91}" type="presParOf" srcId="{C8516F58-0105-4CF9-BB2C-F5E94425B9B3}" destId="{FB992D97-0734-4F75-830D-6A2F7F561077}" srcOrd="5" destOrd="0" presId="urn:microsoft.com/office/officeart/2008/layout/LinedList"/>
    <dgm:cxn modelId="{87985DBC-8F81-47DE-8BB5-BA4F5282A2F3}" type="presParOf" srcId="{FB992D97-0734-4F75-830D-6A2F7F561077}" destId="{614316F0-9ABE-414D-A599-5A2CCC667508}" srcOrd="0" destOrd="0" presId="urn:microsoft.com/office/officeart/2008/layout/LinedList"/>
    <dgm:cxn modelId="{EBB0DB28-4001-43D8-A4E5-2E0F86D7E473}" type="presParOf" srcId="{FB992D97-0734-4F75-830D-6A2F7F561077}" destId="{E894F0A2-48C7-4FA7-83E6-3F6E19B526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48F9F05-BF2B-4A61-89F0-BC9C93C2233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CF44E4A7-7F67-4CD0-98C6-2590384448B6}">
      <dgm:prSet/>
      <dgm:spPr/>
      <dgm:t>
        <a:bodyPr/>
        <a:lstStyle/>
        <a:p>
          <a:r>
            <a:rPr lang="en-US" b="1" i="0" baseline="0" dirty="0"/>
            <a:t>Amazon / Amazon Ads / Prime Video</a:t>
          </a:r>
          <a:br>
            <a:rPr lang="en-US" b="0" i="0" baseline="0" dirty="0"/>
          </a:br>
          <a:r>
            <a:rPr lang="en-US" b="0" i="0" baseline="0" dirty="0"/>
            <a:t>Amazon uses DynamoDB for various internal systems (e.g. “Herd”) and Amazon Ads reportedly uses it to process &gt; 100 billion events (peaks of ~90M reads &amp; 5M writes/sec)</a:t>
          </a:r>
          <a:endParaRPr lang="en-US" dirty="0"/>
        </a:p>
      </dgm:t>
    </dgm:pt>
    <dgm:pt modelId="{448FC13A-CA92-47BB-98FC-0EB9D2CE3E35}" type="parTrans" cxnId="{018B84FD-5803-45FA-9C21-13749F7D250C}">
      <dgm:prSet/>
      <dgm:spPr/>
      <dgm:t>
        <a:bodyPr/>
        <a:lstStyle/>
        <a:p>
          <a:endParaRPr lang="en-US"/>
        </a:p>
      </dgm:t>
    </dgm:pt>
    <dgm:pt modelId="{26816530-56E0-48B2-97E9-91AE4545CE69}" type="sibTrans" cxnId="{018B84FD-5803-45FA-9C21-13749F7D250C}">
      <dgm:prSet/>
      <dgm:spPr/>
      <dgm:t>
        <a:bodyPr/>
        <a:lstStyle/>
        <a:p>
          <a:endParaRPr lang="en-US"/>
        </a:p>
      </dgm:t>
    </dgm:pt>
    <dgm:pt modelId="{B19C0278-4EE1-4B2F-8710-22026E8C91B0}">
      <dgm:prSet/>
      <dgm:spPr/>
      <dgm:t>
        <a:bodyPr/>
        <a:lstStyle/>
        <a:p>
          <a:r>
            <a:rPr lang="en-US" b="1" i="0" baseline="0" dirty="0"/>
            <a:t>Disney / Disney+</a:t>
          </a:r>
          <a:br>
            <a:rPr lang="en-US" b="0" i="0" baseline="0" dirty="0"/>
          </a:br>
          <a:r>
            <a:rPr lang="en-US" b="0" i="0" baseline="0" dirty="0"/>
            <a:t>Uses DynamoDB Global Tables for watchlists, video bookmarking, recommendations, etc. </a:t>
          </a:r>
          <a:endParaRPr lang="en-US" dirty="0"/>
        </a:p>
      </dgm:t>
    </dgm:pt>
    <dgm:pt modelId="{18DF0A66-7ED4-411A-B7B2-FF7FBE92D9B8}" type="parTrans" cxnId="{9328DBD1-BEBC-4C7E-9DD3-9E47569B84A1}">
      <dgm:prSet/>
      <dgm:spPr/>
      <dgm:t>
        <a:bodyPr/>
        <a:lstStyle/>
        <a:p>
          <a:endParaRPr lang="en-US"/>
        </a:p>
      </dgm:t>
    </dgm:pt>
    <dgm:pt modelId="{AE6383F9-5611-4BDA-BFEA-1FD5837A8118}" type="sibTrans" cxnId="{9328DBD1-BEBC-4C7E-9DD3-9E47569B84A1}">
      <dgm:prSet/>
      <dgm:spPr/>
      <dgm:t>
        <a:bodyPr/>
        <a:lstStyle/>
        <a:p>
          <a:endParaRPr lang="en-US"/>
        </a:p>
      </dgm:t>
    </dgm:pt>
    <dgm:pt modelId="{6FFC2F7B-1E27-4A3E-8DCA-5C094453B951}">
      <dgm:prSet/>
      <dgm:spPr/>
      <dgm:t>
        <a:bodyPr/>
        <a:lstStyle/>
        <a:p>
          <a:r>
            <a:rPr lang="en-US" b="1" i="0" baseline="0" dirty="0"/>
            <a:t>Netflix</a:t>
          </a:r>
          <a:br>
            <a:rPr lang="en-US" b="0" i="0" baseline="0" dirty="0"/>
          </a:br>
          <a:r>
            <a:rPr lang="en-US" b="0" i="0" baseline="0" dirty="0"/>
            <a:t>Listed among companies using DynamoDB (for parts of their stack)</a:t>
          </a:r>
          <a:endParaRPr lang="en-US" dirty="0"/>
        </a:p>
      </dgm:t>
    </dgm:pt>
    <dgm:pt modelId="{72982F36-75ED-42E6-8E69-0A736590521A}" type="parTrans" cxnId="{E28D64B9-08BA-42B1-88C1-A2F0C55E96C5}">
      <dgm:prSet/>
      <dgm:spPr/>
      <dgm:t>
        <a:bodyPr/>
        <a:lstStyle/>
        <a:p>
          <a:endParaRPr lang="en-US"/>
        </a:p>
      </dgm:t>
    </dgm:pt>
    <dgm:pt modelId="{E84ADDAA-75CB-4FBD-80FC-AFD94D7A34D5}" type="sibTrans" cxnId="{E28D64B9-08BA-42B1-88C1-A2F0C55E96C5}">
      <dgm:prSet/>
      <dgm:spPr/>
      <dgm:t>
        <a:bodyPr/>
        <a:lstStyle/>
        <a:p>
          <a:endParaRPr lang="en-US"/>
        </a:p>
      </dgm:t>
    </dgm:pt>
    <dgm:pt modelId="{128440F3-5D7B-4C12-80D2-649E5453CC0E}" type="pres">
      <dgm:prSet presAssocID="{A48F9F05-BF2B-4A61-89F0-BC9C93C2233C}" presName="vert0" presStyleCnt="0">
        <dgm:presLayoutVars>
          <dgm:dir/>
          <dgm:animOne val="branch"/>
          <dgm:animLvl val="lvl"/>
        </dgm:presLayoutVars>
      </dgm:prSet>
      <dgm:spPr/>
    </dgm:pt>
    <dgm:pt modelId="{49B4D8C9-BC39-45CA-A68D-00DB2A10C6C9}" type="pres">
      <dgm:prSet presAssocID="{CF44E4A7-7F67-4CD0-98C6-2590384448B6}" presName="thickLine" presStyleLbl="alignNode1" presStyleIdx="0" presStyleCnt="3"/>
      <dgm:spPr/>
    </dgm:pt>
    <dgm:pt modelId="{001E14C8-4CAD-4F87-A840-52F01C4637BD}" type="pres">
      <dgm:prSet presAssocID="{CF44E4A7-7F67-4CD0-98C6-2590384448B6}" presName="horz1" presStyleCnt="0"/>
      <dgm:spPr/>
    </dgm:pt>
    <dgm:pt modelId="{3F64E133-D8B6-4C97-A74B-AB65BCF36C69}" type="pres">
      <dgm:prSet presAssocID="{CF44E4A7-7F67-4CD0-98C6-2590384448B6}" presName="tx1" presStyleLbl="revTx" presStyleIdx="0" presStyleCnt="3"/>
      <dgm:spPr/>
    </dgm:pt>
    <dgm:pt modelId="{78892FEC-49AD-4A9E-8B81-018E6989DD9D}" type="pres">
      <dgm:prSet presAssocID="{CF44E4A7-7F67-4CD0-98C6-2590384448B6}" presName="vert1" presStyleCnt="0"/>
      <dgm:spPr/>
    </dgm:pt>
    <dgm:pt modelId="{8D63BDFC-AA9A-413C-BE76-963FA132FC08}" type="pres">
      <dgm:prSet presAssocID="{B19C0278-4EE1-4B2F-8710-22026E8C91B0}" presName="thickLine" presStyleLbl="alignNode1" presStyleIdx="1" presStyleCnt="3"/>
      <dgm:spPr/>
    </dgm:pt>
    <dgm:pt modelId="{C1BC6085-D7CC-4D2E-A4DD-1ACE740FE183}" type="pres">
      <dgm:prSet presAssocID="{B19C0278-4EE1-4B2F-8710-22026E8C91B0}" presName="horz1" presStyleCnt="0"/>
      <dgm:spPr/>
    </dgm:pt>
    <dgm:pt modelId="{5A59514E-83A0-49D8-87C2-F6953AAF0B88}" type="pres">
      <dgm:prSet presAssocID="{B19C0278-4EE1-4B2F-8710-22026E8C91B0}" presName="tx1" presStyleLbl="revTx" presStyleIdx="1" presStyleCnt="3"/>
      <dgm:spPr/>
    </dgm:pt>
    <dgm:pt modelId="{470852A6-63BA-424E-8AC0-D83150D7CC62}" type="pres">
      <dgm:prSet presAssocID="{B19C0278-4EE1-4B2F-8710-22026E8C91B0}" presName="vert1" presStyleCnt="0"/>
      <dgm:spPr/>
    </dgm:pt>
    <dgm:pt modelId="{4C4F9E92-F55E-4799-936C-B7B8EC4F12D5}" type="pres">
      <dgm:prSet presAssocID="{6FFC2F7B-1E27-4A3E-8DCA-5C094453B951}" presName="thickLine" presStyleLbl="alignNode1" presStyleIdx="2" presStyleCnt="3"/>
      <dgm:spPr/>
    </dgm:pt>
    <dgm:pt modelId="{F83E18AA-4FA1-4E35-BE8F-66A39941F1A1}" type="pres">
      <dgm:prSet presAssocID="{6FFC2F7B-1E27-4A3E-8DCA-5C094453B951}" presName="horz1" presStyleCnt="0"/>
      <dgm:spPr/>
    </dgm:pt>
    <dgm:pt modelId="{61127A6A-5BE9-4666-AADE-D541D82B34E7}" type="pres">
      <dgm:prSet presAssocID="{6FFC2F7B-1E27-4A3E-8DCA-5C094453B951}" presName="tx1" presStyleLbl="revTx" presStyleIdx="2" presStyleCnt="3"/>
      <dgm:spPr/>
    </dgm:pt>
    <dgm:pt modelId="{5275D94F-4842-4277-ACDD-8CB6D85FFDB2}" type="pres">
      <dgm:prSet presAssocID="{6FFC2F7B-1E27-4A3E-8DCA-5C094453B951}" presName="vert1" presStyleCnt="0"/>
      <dgm:spPr/>
    </dgm:pt>
  </dgm:ptLst>
  <dgm:cxnLst>
    <dgm:cxn modelId="{5BEA930B-0584-40CE-BE31-D038D2EE0720}" type="presOf" srcId="{B19C0278-4EE1-4B2F-8710-22026E8C91B0}" destId="{5A59514E-83A0-49D8-87C2-F6953AAF0B88}" srcOrd="0" destOrd="0" presId="urn:microsoft.com/office/officeart/2008/layout/LinedList"/>
    <dgm:cxn modelId="{255C848B-2ADB-4240-9A0E-DB46A3AB2087}" type="presOf" srcId="{6FFC2F7B-1E27-4A3E-8DCA-5C094453B951}" destId="{61127A6A-5BE9-4666-AADE-D541D82B34E7}" srcOrd="0" destOrd="0" presId="urn:microsoft.com/office/officeart/2008/layout/LinedList"/>
    <dgm:cxn modelId="{81972CAB-3741-42A7-A40E-8CF8BD919019}" type="presOf" srcId="{A48F9F05-BF2B-4A61-89F0-BC9C93C2233C}" destId="{128440F3-5D7B-4C12-80D2-649E5453CC0E}" srcOrd="0" destOrd="0" presId="urn:microsoft.com/office/officeart/2008/layout/LinedList"/>
    <dgm:cxn modelId="{E28D64B9-08BA-42B1-88C1-A2F0C55E96C5}" srcId="{A48F9F05-BF2B-4A61-89F0-BC9C93C2233C}" destId="{6FFC2F7B-1E27-4A3E-8DCA-5C094453B951}" srcOrd="2" destOrd="0" parTransId="{72982F36-75ED-42E6-8E69-0A736590521A}" sibTransId="{E84ADDAA-75CB-4FBD-80FC-AFD94D7A34D5}"/>
    <dgm:cxn modelId="{9328DBD1-BEBC-4C7E-9DD3-9E47569B84A1}" srcId="{A48F9F05-BF2B-4A61-89F0-BC9C93C2233C}" destId="{B19C0278-4EE1-4B2F-8710-22026E8C91B0}" srcOrd="1" destOrd="0" parTransId="{18DF0A66-7ED4-411A-B7B2-FF7FBE92D9B8}" sibTransId="{AE6383F9-5611-4BDA-BFEA-1FD5837A8118}"/>
    <dgm:cxn modelId="{9A410CE8-C49B-4CF6-BF0F-548F666B07D3}" type="presOf" srcId="{CF44E4A7-7F67-4CD0-98C6-2590384448B6}" destId="{3F64E133-D8B6-4C97-A74B-AB65BCF36C69}" srcOrd="0" destOrd="0" presId="urn:microsoft.com/office/officeart/2008/layout/LinedList"/>
    <dgm:cxn modelId="{018B84FD-5803-45FA-9C21-13749F7D250C}" srcId="{A48F9F05-BF2B-4A61-89F0-BC9C93C2233C}" destId="{CF44E4A7-7F67-4CD0-98C6-2590384448B6}" srcOrd="0" destOrd="0" parTransId="{448FC13A-CA92-47BB-98FC-0EB9D2CE3E35}" sibTransId="{26816530-56E0-48B2-97E9-91AE4545CE69}"/>
    <dgm:cxn modelId="{CE9BFD81-6D7E-42D3-AB63-2DF8434CE81D}" type="presParOf" srcId="{128440F3-5D7B-4C12-80D2-649E5453CC0E}" destId="{49B4D8C9-BC39-45CA-A68D-00DB2A10C6C9}" srcOrd="0" destOrd="0" presId="urn:microsoft.com/office/officeart/2008/layout/LinedList"/>
    <dgm:cxn modelId="{17B5B480-D1DA-4D23-9298-F34F69196782}" type="presParOf" srcId="{128440F3-5D7B-4C12-80D2-649E5453CC0E}" destId="{001E14C8-4CAD-4F87-A840-52F01C4637BD}" srcOrd="1" destOrd="0" presId="urn:microsoft.com/office/officeart/2008/layout/LinedList"/>
    <dgm:cxn modelId="{F148AEC3-1265-4CBB-9B2C-7C975A510914}" type="presParOf" srcId="{001E14C8-4CAD-4F87-A840-52F01C4637BD}" destId="{3F64E133-D8B6-4C97-A74B-AB65BCF36C69}" srcOrd="0" destOrd="0" presId="urn:microsoft.com/office/officeart/2008/layout/LinedList"/>
    <dgm:cxn modelId="{5AAAF416-46AE-4529-A2F0-79C21CE3387E}" type="presParOf" srcId="{001E14C8-4CAD-4F87-A840-52F01C4637BD}" destId="{78892FEC-49AD-4A9E-8B81-018E6989DD9D}" srcOrd="1" destOrd="0" presId="urn:microsoft.com/office/officeart/2008/layout/LinedList"/>
    <dgm:cxn modelId="{837948E7-90B4-4CB1-99A3-3BFD760E6263}" type="presParOf" srcId="{128440F3-5D7B-4C12-80D2-649E5453CC0E}" destId="{8D63BDFC-AA9A-413C-BE76-963FA132FC08}" srcOrd="2" destOrd="0" presId="urn:microsoft.com/office/officeart/2008/layout/LinedList"/>
    <dgm:cxn modelId="{225CDE1B-A038-4BC5-9B03-E561F0AA8552}" type="presParOf" srcId="{128440F3-5D7B-4C12-80D2-649E5453CC0E}" destId="{C1BC6085-D7CC-4D2E-A4DD-1ACE740FE183}" srcOrd="3" destOrd="0" presId="urn:microsoft.com/office/officeart/2008/layout/LinedList"/>
    <dgm:cxn modelId="{0CFAD4CC-7191-433D-9CF7-17BE7BEF732F}" type="presParOf" srcId="{C1BC6085-D7CC-4D2E-A4DD-1ACE740FE183}" destId="{5A59514E-83A0-49D8-87C2-F6953AAF0B88}" srcOrd="0" destOrd="0" presId="urn:microsoft.com/office/officeart/2008/layout/LinedList"/>
    <dgm:cxn modelId="{9CB4BB72-4E23-4AD7-9CB6-04004C223C00}" type="presParOf" srcId="{C1BC6085-D7CC-4D2E-A4DD-1ACE740FE183}" destId="{470852A6-63BA-424E-8AC0-D83150D7CC62}" srcOrd="1" destOrd="0" presId="urn:microsoft.com/office/officeart/2008/layout/LinedList"/>
    <dgm:cxn modelId="{43892345-2047-4DA1-8475-DC68C7E02AEF}" type="presParOf" srcId="{128440F3-5D7B-4C12-80D2-649E5453CC0E}" destId="{4C4F9E92-F55E-4799-936C-B7B8EC4F12D5}" srcOrd="4" destOrd="0" presId="urn:microsoft.com/office/officeart/2008/layout/LinedList"/>
    <dgm:cxn modelId="{F8CDF605-0F49-4DC0-B617-7E8A58C1E59E}" type="presParOf" srcId="{128440F3-5D7B-4C12-80D2-649E5453CC0E}" destId="{F83E18AA-4FA1-4E35-BE8F-66A39941F1A1}" srcOrd="5" destOrd="0" presId="urn:microsoft.com/office/officeart/2008/layout/LinedList"/>
    <dgm:cxn modelId="{69A2F018-AC00-4CCD-AB3B-0DE385E37089}" type="presParOf" srcId="{F83E18AA-4FA1-4E35-BE8F-66A39941F1A1}" destId="{61127A6A-5BE9-4666-AADE-D541D82B34E7}" srcOrd="0" destOrd="0" presId="urn:microsoft.com/office/officeart/2008/layout/LinedList"/>
    <dgm:cxn modelId="{376FFC23-2E85-46BB-90E7-32640201BE19}" type="presParOf" srcId="{F83E18AA-4FA1-4E35-BE8F-66A39941F1A1}" destId="{5275D94F-4842-4277-ACDD-8CB6D85FFD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BC0F2B1-2901-4857-A458-A52A6DE96F2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586655-1111-4E12-9D09-838ACC4D1453}">
      <dgm:prSet/>
      <dgm:spPr/>
      <dgm:t>
        <a:bodyPr/>
        <a:lstStyle/>
        <a:p>
          <a:r>
            <a:rPr lang="en-US"/>
            <a:t>Start with access patterns; model primary keys + GSIs explicitly</a:t>
          </a:r>
        </a:p>
      </dgm:t>
    </dgm:pt>
    <dgm:pt modelId="{374F4CE7-8172-476C-BE66-6D31364E728B}" type="parTrans" cxnId="{494E668C-9D1D-4457-8D5D-11D531141D8A}">
      <dgm:prSet/>
      <dgm:spPr/>
      <dgm:t>
        <a:bodyPr/>
        <a:lstStyle/>
        <a:p>
          <a:endParaRPr lang="en-US"/>
        </a:p>
      </dgm:t>
    </dgm:pt>
    <dgm:pt modelId="{D22EE15A-C6C0-427B-BE69-D802B9A174C2}" type="sibTrans" cxnId="{494E668C-9D1D-4457-8D5D-11D531141D8A}">
      <dgm:prSet/>
      <dgm:spPr/>
      <dgm:t>
        <a:bodyPr/>
        <a:lstStyle/>
        <a:p>
          <a:endParaRPr lang="en-US"/>
        </a:p>
      </dgm:t>
    </dgm:pt>
    <dgm:pt modelId="{5CBC46F9-FBD0-45C5-A50F-F99CE1AD3F0A}">
      <dgm:prSet/>
      <dgm:spPr/>
      <dgm:t>
        <a:bodyPr/>
        <a:lstStyle/>
        <a:p>
          <a:r>
            <a:rPr lang="en-US"/>
            <a:t>Choose capacity mode per workload; monitor and adjust</a:t>
          </a:r>
        </a:p>
      </dgm:t>
    </dgm:pt>
    <dgm:pt modelId="{B6C3C230-4C07-46B8-9AAA-93A7CCF05416}" type="parTrans" cxnId="{1732F7D0-5504-4E08-898A-A54F73874B2A}">
      <dgm:prSet/>
      <dgm:spPr/>
      <dgm:t>
        <a:bodyPr/>
        <a:lstStyle/>
        <a:p>
          <a:endParaRPr lang="en-US"/>
        </a:p>
      </dgm:t>
    </dgm:pt>
    <dgm:pt modelId="{3DFD5FFB-28DE-45C5-8720-4837173B8203}" type="sibTrans" cxnId="{1732F7D0-5504-4E08-898A-A54F73874B2A}">
      <dgm:prSet/>
      <dgm:spPr/>
      <dgm:t>
        <a:bodyPr/>
        <a:lstStyle/>
        <a:p>
          <a:endParaRPr lang="en-US"/>
        </a:p>
      </dgm:t>
    </dgm:pt>
    <dgm:pt modelId="{B3AC7A96-1AEB-413D-8DF2-C9A78FF8E90B}">
      <dgm:prSet/>
      <dgm:spPr/>
      <dgm:t>
        <a:bodyPr/>
        <a:lstStyle/>
        <a:p>
          <a:r>
            <a:rPr lang="en-US"/>
            <a:t>Leverage streams, TTL, and backups; add DAX if read‑heavy</a:t>
          </a:r>
        </a:p>
      </dgm:t>
    </dgm:pt>
    <dgm:pt modelId="{B4EC03A7-DF31-43EA-8119-D4BCC65BA8F2}" type="parTrans" cxnId="{974CC7AD-CE91-461A-8A0D-017F419ED8E8}">
      <dgm:prSet/>
      <dgm:spPr/>
      <dgm:t>
        <a:bodyPr/>
        <a:lstStyle/>
        <a:p>
          <a:endParaRPr lang="en-US"/>
        </a:p>
      </dgm:t>
    </dgm:pt>
    <dgm:pt modelId="{B6F2A60B-E5DF-4F0C-BA3A-FEE2AEE7F6DE}" type="sibTrans" cxnId="{974CC7AD-CE91-461A-8A0D-017F419ED8E8}">
      <dgm:prSet/>
      <dgm:spPr/>
      <dgm:t>
        <a:bodyPr/>
        <a:lstStyle/>
        <a:p>
          <a:endParaRPr lang="en-US"/>
        </a:p>
      </dgm:t>
    </dgm:pt>
    <dgm:pt modelId="{A2A0D3FC-F9C8-4196-8F50-FA3FDCBEC378}">
      <dgm:prSet/>
      <dgm:spPr/>
      <dgm:t>
        <a:bodyPr/>
        <a:lstStyle/>
        <a:p>
          <a:r>
            <a:rPr lang="en-US"/>
            <a:t>Pilot with a representative workload; measure latency and cost</a:t>
          </a:r>
        </a:p>
      </dgm:t>
    </dgm:pt>
    <dgm:pt modelId="{A9CF9A8D-0951-4908-A8C7-FD1D9C6883ED}" type="parTrans" cxnId="{A19AE5B3-9523-44A3-8E52-7D27B2173473}">
      <dgm:prSet/>
      <dgm:spPr/>
      <dgm:t>
        <a:bodyPr/>
        <a:lstStyle/>
        <a:p>
          <a:endParaRPr lang="en-US"/>
        </a:p>
      </dgm:t>
    </dgm:pt>
    <dgm:pt modelId="{382D3B78-C725-4C7A-AE61-00F2AD8B196A}" type="sibTrans" cxnId="{A19AE5B3-9523-44A3-8E52-7D27B2173473}">
      <dgm:prSet/>
      <dgm:spPr/>
      <dgm:t>
        <a:bodyPr/>
        <a:lstStyle/>
        <a:p>
          <a:endParaRPr lang="en-US"/>
        </a:p>
      </dgm:t>
    </dgm:pt>
    <dgm:pt modelId="{E1416150-91D8-41B1-9845-2BE9DF44BCCE}" type="pres">
      <dgm:prSet presAssocID="{CBC0F2B1-2901-4857-A458-A52A6DE96F2F}" presName="Name0" presStyleCnt="0">
        <dgm:presLayoutVars>
          <dgm:dir/>
          <dgm:resizeHandles val="exact"/>
        </dgm:presLayoutVars>
      </dgm:prSet>
      <dgm:spPr/>
    </dgm:pt>
    <dgm:pt modelId="{3125B4F7-6362-4006-AEBF-566827D97E0D}" type="pres">
      <dgm:prSet presAssocID="{D6586655-1111-4E12-9D09-838ACC4D1453}" presName="node" presStyleLbl="node1" presStyleIdx="0" presStyleCnt="4">
        <dgm:presLayoutVars>
          <dgm:bulletEnabled val="1"/>
        </dgm:presLayoutVars>
      </dgm:prSet>
      <dgm:spPr/>
    </dgm:pt>
    <dgm:pt modelId="{38E40C24-C16C-4E02-A7E9-132285BCBB14}" type="pres">
      <dgm:prSet presAssocID="{D22EE15A-C6C0-427B-BE69-D802B9A174C2}" presName="sibTrans" presStyleLbl="sibTrans1D1" presStyleIdx="0" presStyleCnt="3"/>
      <dgm:spPr/>
    </dgm:pt>
    <dgm:pt modelId="{EDE2F198-49A0-4DDA-AA35-20776DE2CFD4}" type="pres">
      <dgm:prSet presAssocID="{D22EE15A-C6C0-427B-BE69-D802B9A174C2}" presName="connectorText" presStyleLbl="sibTrans1D1" presStyleIdx="0" presStyleCnt="3"/>
      <dgm:spPr/>
    </dgm:pt>
    <dgm:pt modelId="{EF3841F0-C6E4-4CB3-80D4-AB60670C33B0}" type="pres">
      <dgm:prSet presAssocID="{5CBC46F9-FBD0-45C5-A50F-F99CE1AD3F0A}" presName="node" presStyleLbl="node1" presStyleIdx="1" presStyleCnt="4">
        <dgm:presLayoutVars>
          <dgm:bulletEnabled val="1"/>
        </dgm:presLayoutVars>
      </dgm:prSet>
      <dgm:spPr/>
    </dgm:pt>
    <dgm:pt modelId="{FBE14FCA-B10C-4A02-B54E-048CCD1F6ECE}" type="pres">
      <dgm:prSet presAssocID="{3DFD5FFB-28DE-45C5-8720-4837173B8203}" presName="sibTrans" presStyleLbl="sibTrans1D1" presStyleIdx="1" presStyleCnt="3"/>
      <dgm:spPr/>
    </dgm:pt>
    <dgm:pt modelId="{435CD995-C1AA-470D-822A-C2C91967C0B9}" type="pres">
      <dgm:prSet presAssocID="{3DFD5FFB-28DE-45C5-8720-4837173B8203}" presName="connectorText" presStyleLbl="sibTrans1D1" presStyleIdx="1" presStyleCnt="3"/>
      <dgm:spPr/>
    </dgm:pt>
    <dgm:pt modelId="{44310F30-D697-472B-BA62-386A384AB937}" type="pres">
      <dgm:prSet presAssocID="{B3AC7A96-1AEB-413D-8DF2-C9A78FF8E90B}" presName="node" presStyleLbl="node1" presStyleIdx="2" presStyleCnt="4">
        <dgm:presLayoutVars>
          <dgm:bulletEnabled val="1"/>
        </dgm:presLayoutVars>
      </dgm:prSet>
      <dgm:spPr/>
    </dgm:pt>
    <dgm:pt modelId="{DCB82628-74BD-424D-BB50-8294F2BF871E}" type="pres">
      <dgm:prSet presAssocID="{B6F2A60B-E5DF-4F0C-BA3A-FEE2AEE7F6DE}" presName="sibTrans" presStyleLbl="sibTrans1D1" presStyleIdx="2" presStyleCnt="3"/>
      <dgm:spPr/>
    </dgm:pt>
    <dgm:pt modelId="{92CE0A4A-EAF3-430E-95F5-84EE5710BF17}" type="pres">
      <dgm:prSet presAssocID="{B6F2A60B-E5DF-4F0C-BA3A-FEE2AEE7F6DE}" presName="connectorText" presStyleLbl="sibTrans1D1" presStyleIdx="2" presStyleCnt="3"/>
      <dgm:spPr/>
    </dgm:pt>
    <dgm:pt modelId="{83684FBE-F8E1-49EC-9D94-1582F7C80BCF}" type="pres">
      <dgm:prSet presAssocID="{A2A0D3FC-F9C8-4196-8F50-FA3FDCBEC378}" presName="node" presStyleLbl="node1" presStyleIdx="3" presStyleCnt="4">
        <dgm:presLayoutVars>
          <dgm:bulletEnabled val="1"/>
        </dgm:presLayoutVars>
      </dgm:prSet>
      <dgm:spPr/>
    </dgm:pt>
  </dgm:ptLst>
  <dgm:cxnLst>
    <dgm:cxn modelId="{DF257D06-4F20-4C8E-99FF-DC731F757156}" type="presOf" srcId="{CBC0F2B1-2901-4857-A458-A52A6DE96F2F}" destId="{E1416150-91D8-41B1-9845-2BE9DF44BCCE}" srcOrd="0" destOrd="0" presId="urn:microsoft.com/office/officeart/2016/7/layout/RepeatingBendingProcessNew"/>
    <dgm:cxn modelId="{2BF53E6F-8385-4278-9728-C654FEFD0E31}" type="presOf" srcId="{A2A0D3FC-F9C8-4196-8F50-FA3FDCBEC378}" destId="{83684FBE-F8E1-49EC-9D94-1582F7C80BCF}" srcOrd="0" destOrd="0" presId="urn:microsoft.com/office/officeart/2016/7/layout/RepeatingBendingProcessNew"/>
    <dgm:cxn modelId="{E464EE58-CE88-4B9A-B73C-4BC49B483F50}" type="presOf" srcId="{5CBC46F9-FBD0-45C5-A50F-F99CE1AD3F0A}" destId="{EF3841F0-C6E4-4CB3-80D4-AB60670C33B0}" srcOrd="0" destOrd="0" presId="urn:microsoft.com/office/officeart/2016/7/layout/RepeatingBendingProcessNew"/>
    <dgm:cxn modelId="{4D252A79-265E-4B9D-9109-26BA9E49D85A}" type="presOf" srcId="{B6F2A60B-E5DF-4F0C-BA3A-FEE2AEE7F6DE}" destId="{DCB82628-74BD-424D-BB50-8294F2BF871E}" srcOrd="0" destOrd="0" presId="urn:microsoft.com/office/officeart/2016/7/layout/RepeatingBendingProcessNew"/>
    <dgm:cxn modelId="{19327D7B-B4CC-40C0-AEAA-49A53A9BABE0}" type="presOf" srcId="{D22EE15A-C6C0-427B-BE69-D802B9A174C2}" destId="{EDE2F198-49A0-4DDA-AA35-20776DE2CFD4}" srcOrd="1" destOrd="0" presId="urn:microsoft.com/office/officeart/2016/7/layout/RepeatingBendingProcessNew"/>
    <dgm:cxn modelId="{A811C57F-63DF-4DEA-9914-80743E5FD823}" type="presOf" srcId="{3DFD5FFB-28DE-45C5-8720-4837173B8203}" destId="{FBE14FCA-B10C-4A02-B54E-048CCD1F6ECE}" srcOrd="0" destOrd="0" presId="urn:microsoft.com/office/officeart/2016/7/layout/RepeatingBendingProcessNew"/>
    <dgm:cxn modelId="{A8049C83-A3F2-4300-ABF2-104C66008E45}" type="presOf" srcId="{D6586655-1111-4E12-9D09-838ACC4D1453}" destId="{3125B4F7-6362-4006-AEBF-566827D97E0D}" srcOrd="0" destOrd="0" presId="urn:microsoft.com/office/officeart/2016/7/layout/RepeatingBendingProcessNew"/>
    <dgm:cxn modelId="{494E668C-9D1D-4457-8D5D-11D531141D8A}" srcId="{CBC0F2B1-2901-4857-A458-A52A6DE96F2F}" destId="{D6586655-1111-4E12-9D09-838ACC4D1453}" srcOrd="0" destOrd="0" parTransId="{374F4CE7-8172-476C-BE66-6D31364E728B}" sibTransId="{D22EE15A-C6C0-427B-BE69-D802B9A174C2}"/>
    <dgm:cxn modelId="{974CC7AD-CE91-461A-8A0D-017F419ED8E8}" srcId="{CBC0F2B1-2901-4857-A458-A52A6DE96F2F}" destId="{B3AC7A96-1AEB-413D-8DF2-C9A78FF8E90B}" srcOrd="2" destOrd="0" parTransId="{B4EC03A7-DF31-43EA-8119-D4BCC65BA8F2}" sibTransId="{B6F2A60B-E5DF-4F0C-BA3A-FEE2AEE7F6DE}"/>
    <dgm:cxn modelId="{A19AE5B3-9523-44A3-8E52-7D27B2173473}" srcId="{CBC0F2B1-2901-4857-A458-A52A6DE96F2F}" destId="{A2A0D3FC-F9C8-4196-8F50-FA3FDCBEC378}" srcOrd="3" destOrd="0" parTransId="{A9CF9A8D-0951-4908-A8C7-FD1D9C6883ED}" sibTransId="{382D3B78-C725-4C7A-AE61-00F2AD8B196A}"/>
    <dgm:cxn modelId="{1732F7D0-5504-4E08-898A-A54F73874B2A}" srcId="{CBC0F2B1-2901-4857-A458-A52A6DE96F2F}" destId="{5CBC46F9-FBD0-45C5-A50F-F99CE1AD3F0A}" srcOrd="1" destOrd="0" parTransId="{B6C3C230-4C07-46B8-9AAA-93A7CCF05416}" sibTransId="{3DFD5FFB-28DE-45C5-8720-4837173B8203}"/>
    <dgm:cxn modelId="{72247AE0-5999-4737-B207-61589F498FDE}" type="presOf" srcId="{B3AC7A96-1AEB-413D-8DF2-C9A78FF8E90B}" destId="{44310F30-D697-472B-BA62-386A384AB937}" srcOrd="0" destOrd="0" presId="urn:microsoft.com/office/officeart/2016/7/layout/RepeatingBendingProcessNew"/>
    <dgm:cxn modelId="{DC8106F9-F1BF-4099-A627-DE45DA27B544}" type="presOf" srcId="{B6F2A60B-E5DF-4F0C-BA3A-FEE2AEE7F6DE}" destId="{92CE0A4A-EAF3-430E-95F5-84EE5710BF17}" srcOrd="1" destOrd="0" presId="urn:microsoft.com/office/officeart/2016/7/layout/RepeatingBendingProcessNew"/>
    <dgm:cxn modelId="{5252C9F9-5FFA-4A77-808B-68F9B5FFA22E}" type="presOf" srcId="{3DFD5FFB-28DE-45C5-8720-4837173B8203}" destId="{435CD995-C1AA-470D-822A-C2C91967C0B9}" srcOrd="1" destOrd="0" presId="urn:microsoft.com/office/officeart/2016/7/layout/RepeatingBendingProcessNew"/>
    <dgm:cxn modelId="{3BFEBBFC-C218-43D1-9FB1-55BEB40FE16E}" type="presOf" srcId="{D22EE15A-C6C0-427B-BE69-D802B9A174C2}" destId="{38E40C24-C16C-4E02-A7E9-132285BCBB14}" srcOrd="0" destOrd="0" presId="urn:microsoft.com/office/officeart/2016/7/layout/RepeatingBendingProcessNew"/>
    <dgm:cxn modelId="{FDA3DB09-A582-487E-931C-FC81D53D8CE2}" type="presParOf" srcId="{E1416150-91D8-41B1-9845-2BE9DF44BCCE}" destId="{3125B4F7-6362-4006-AEBF-566827D97E0D}" srcOrd="0" destOrd="0" presId="urn:microsoft.com/office/officeart/2016/7/layout/RepeatingBendingProcessNew"/>
    <dgm:cxn modelId="{66BFC977-FD65-473B-B7F8-508425C41955}" type="presParOf" srcId="{E1416150-91D8-41B1-9845-2BE9DF44BCCE}" destId="{38E40C24-C16C-4E02-A7E9-132285BCBB14}" srcOrd="1" destOrd="0" presId="urn:microsoft.com/office/officeart/2016/7/layout/RepeatingBendingProcessNew"/>
    <dgm:cxn modelId="{4D6EED45-D763-46D7-B7D6-F0DD7B22051B}" type="presParOf" srcId="{38E40C24-C16C-4E02-A7E9-132285BCBB14}" destId="{EDE2F198-49A0-4DDA-AA35-20776DE2CFD4}" srcOrd="0" destOrd="0" presId="urn:microsoft.com/office/officeart/2016/7/layout/RepeatingBendingProcessNew"/>
    <dgm:cxn modelId="{C803EF09-D73B-42E2-B195-7CE932137EE1}" type="presParOf" srcId="{E1416150-91D8-41B1-9845-2BE9DF44BCCE}" destId="{EF3841F0-C6E4-4CB3-80D4-AB60670C33B0}" srcOrd="2" destOrd="0" presId="urn:microsoft.com/office/officeart/2016/7/layout/RepeatingBendingProcessNew"/>
    <dgm:cxn modelId="{7BA31308-56F7-456C-BFBB-8ED533625B04}" type="presParOf" srcId="{E1416150-91D8-41B1-9845-2BE9DF44BCCE}" destId="{FBE14FCA-B10C-4A02-B54E-048CCD1F6ECE}" srcOrd="3" destOrd="0" presId="urn:microsoft.com/office/officeart/2016/7/layout/RepeatingBendingProcessNew"/>
    <dgm:cxn modelId="{74867EE1-CEFD-4A49-8844-F2D8B37325BD}" type="presParOf" srcId="{FBE14FCA-B10C-4A02-B54E-048CCD1F6ECE}" destId="{435CD995-C1AA-470D-822A-C2C91967C0B9}" srcOrd="0" destOrd="0" presId="urn:microsoft.com/office/officeart/2016/7/layout/RepeatingBendingProcessNew"/>
    <dgm:cxn modelId="{DC1BE023-AD2A-490B-B55C-DA0CB188FCD8}" type="presParOf" srcId="{E1416150-91D8-41B1-9845-2BE9DF44BCCE}" destId="{44310F30-D697-472B-BA62-386A384AB937}" srcOrd="4" destOrd="0" presId="urn:microsoft.com/office/officeart/2016/7/layout/RepeatingBendingProcessNew"/>
    <dgm:cxn modelId="{045B7EC7-F4C0-4625-A3AE-00A28510A459}" type="presParOf" srcId="{E1416150-91D8-41B1-9845-2BE9DF44BCCE}" destId="{DCB82628-74BD-424D-BB50-8294F2BF871E}" srcOrd="5" destOrd="0" presId="urn:microsoft.com/office/officeart/2016/7/layout/RepeatingBendingProcessNew"/>
    <dgm:cxn modelId="{F6086CCE-11F9-4807-AF8A-57021DE22796}" type="presParOf" srcId="{DCB82628-74BD-424D-BB50-8294F2BF871E}" destId="{92CE0A4A-EAF3-430E-95F5-84EE5710BF17}" srcOrd="0" destOrd="0" presId="urn:microsoft.com/office/officeart/2016/7/layout/RepeatingBendingProcessNew"/>
    <dgm:cxn modelId="{67E769F5-0E62-40B1-965E-D0FC854290AF}" type="presParOf" srcId="{E1416150-91D8-41B1-9845-2BE9DF44BCCE}" destId="{83684FBE-F8E1-49EC-9D94-1582F7C80BCF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FDFA70A-9AD1-49DF-86DA-56BDBCD837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7A075EA-C9CA-443F-AE06-EAC4237BF677}">
      <dgm:prSet/>
      <dgm:spPr/>
      <dgm:t>
        <a:bodyPr/>
        <a:lstStyle/>
        <a:p>
          <a:r>
            <a:rPr lang="en-US"/>
            <a:t>AWS — What is NoSQL? (aws.amazon.com/nosql)</a:t>
          </a:r>
        </a:p>
      </dgm:t>
    </dgm:pt>
    <dgm:pt modelId="{62320D60-C2E7-4FB0-A2F8-BCF8B5704CCF}" type="parTrans" cxnId="{9164443E-831B-42DF-9E49-55D137895216}">
      <dgm:prSet/>
      <dgm:spPr/>
      <dgm:t>
        <a:bodyPr/>
        <a:lstStyle/>
        <a:p>
          <a:endParaRPr lang="en-US"/>
        </a:p>
      </dgm:t>
    </dgm:pt>
    <dgm:pt modelId="{D791083F-40DE-4299-A2EF-A530D117590D}" type="sibTrans" cxnId="{9164443E-831B-42DF-9E49-55D137895216}">
      <dgm:prSet/>
      <dgm:spPr/>
      <dgm:t>
        <a:bodyPr/>
        <a:lstStyle/>
        <a:p>
          <a:endParaRPr lang="en-US"/>
        </a:p>
      </dgm:t>
    </dgm:pt>
    <dgm:pt modelId="{9E11B494-3A42-46D0-B780-DB10B96EDE5E}">
      <dgm:prSet/>
      <dgm:spPr/>
      <dgm:t>
        <a:bodyPr/>
        <a:lstStyle/>
        <a:p>
          <a:r>
            <a:rPr lang="en-US"/>
            <a:t>Integrate.io — SQL vs NoSQL: 5 Critical Differences</a:t>
          </a:r>
        </a:p>
      </dgm:t>
    </dgm:pt>
    <dgm:pt modelId="{56234D97-07FB-42B6-A726-8B2806A1EAB4}" type="parTrans" cxnId="{86C65F37-CC3A-4AB8-9032-F49FA21E3D39}">
      <dgm:prSet/>
      <dgm:spPr/>
      <dgm:t>
        <a:bodyPr/>
        <a:lstStyle/>
        <a:p>
          <a:endParaRPr lang="en-US"/>
        </a:p>
      </dgm:t>
    </dgm:pt>
    <dgm:pt modelId="{25B7A4C9-D66B-433A-A1A2-67766D6EAD1A}" type="sibTrans" cxnId="{86C65F37-CC3A-4AB8-9032-F49FA21E3D39}">
      <dgm:prSet/>
      <dgm:spPr/>
      <dgm:t>
        <a:bodyPr/>
        <a:lstStyle/>
        <a:p>
          <a:endParaRPr lang="en-US"/>
        </a:p>
      </dgm:t>
    </dgm:pt>
    <dgm:pt modelId="{274AEBC5-AF26-4E13-9949-C5508C48FD64}">
      <dgm:prSet/>
      <dgm:spPr/>
      <dgm:t>
        <a:bodyPr/>
        <a:lstStyle/>
        <a:p>
          <a:r>
            <a:rPr lang="en-US"/>
            <a:t>Instaclustr — NoSQL Databases: Types, Use Cases, and 8 Databases to Try</a:t>
          </a:r>
        </a:p>
      </dgm:t>
    </dgm:pt>
    <dgm:pt modelId="{A8CD6B86-F71E-40FE-BF11-8DB91DE792EC}" type="parTrans" cxnId="{43C92676-822D-4BA5-B41D-D89247A8D601}">
      <dgm:prSet/>
      <dgm:spPr/>
      <dgm:t>
        <a:bodyPr/>
        <a:lstStyle/>
        <a:p>
          <a:endParaRPr lang="en-US"/>
        </a:p>
      </dgm:t>
    </dgm:pt>
    <dgm:pt modelId="{D45B2D19-FD0F-4DB0-B4A0-BD97F0F32FD0}" type="sibTrans" cxnId="{43C92676-822D-4BA5-B41D-D89247A8D601}">
      <dgm:prSet/>
      <dgm:spPr/>
      <dgm:t>
        <a:bodyPr/>
        <a:lstStyle/>
        <a:p>
          <a:endParaRPr lang="en-US"/>
        </a:p>
      </dgm:t>
    </dgm:pt>
    <dgm:pt modelId="{350507D4-982F-43E1-9BE6-1FB3B29A4763}">
      <dgm:prSet/>
      <dgm:spPr/>
      <dgm:t>
        <a:bodyPr/>
        <a:lstStyle/>
        <a:p>
          <a:r>
            <a:rPr lang="en-US"/>
            <a:t>AWS — Amazon DynamoDB (aws.amazon.com/dynamodb)</a:t>
          </a:r>
        </a:p>
      </dgm:t>
    </dgm:pt>
    <dgm:pt modelId="{5F5BE81A-94FD-4944-AB39-B942C2E44452}" type="parTrans" cxnId="{84FB7F14-02DE-4739-ACED-F129BDCD15B4}">
      <dgm:prSet/>
      <dgm:spPr/>
      <dgm:t>
        <a:bodyPr/>
        <a:lstStyle/>
        <a:p>
          <a:endParaRPr lang="en-US"/>
        </a:p>
      </dgm:t>
    </dgm:pt>
    <dgm:pt modelId="{CC31B94D-AE4A-456D-97CC-7A11538C71B2}" type="sibTrans" cxnId="{84FB7F14-02DE-4739-ACED-F129BDCD15B4}">
      <dgm:prSet/>
      <dgm:spPr/>
      <dgm:t>
        <a:bodyPr/>
        <a:lstStyle/>
        <a:p>
          <a:endParaRPr lang="en-US"/>
        </a:p>
      </dgm:t>
    </dgm:pt>
    <dgm:pt modelId="{046E7322-4260-4397-8B02-69E42444819B}" type="pres">
      <dgm:prSet presAssocID="{3FDFA70A-9AD1-49DF-86DA-56BDBCD83709}" presName="linear" presStyleCnt="0">
        <dgm:presLayoutVars>
          <dgm:animLvl val="lvl"/>
          <dgm:resizeHandles val="exact"/>
        </dgm:presLayoutVars>
      </dgm:prSet>
      <dgm:spPr/>
    </dgm:pt>
    <dgm:pt modelId="{565FC40C-5B98-493C-8A53-4221DC2F97BB}" type="pres">
      <dgm:prSet presAssocID="{77A075EA-C9CA-443F-AE06-EAC4237BF6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7882493-CD19-4F50-A037-AB8294A47522}" type="pres">
      <dgm:prSet presAssocID="{D791083F-40DE-4299-A2EF-A530D117590D}" presName="spacer" presStyleCnt="0"/>
      <dgm:spPr/>
    </dgm:pt>
    <dgm:pt modelId="{4373B450-9410-4770-A636-96A0138F4CBA}" type="pres">
      <dgm:prSet presAssocID="{9E11B494-3A42-46D0-B780-DB10B96EDE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BC027C-F6CF-4777-A725-9F46E6C1F489}" type="pres">
      <dgm:prSet presAssocID="{25B7A4C9-D66B-433A-A1A2-67766D6EAD1A}" presName="spacer" presStyleCnt="0"/>
      <dgm:spPr/>
    </dgm:pt>
    <dgm:pt modelId="{278B1118-9E2E-4165-853C-2400C4DB412D}" type="pres">
      <dgm:prSet presAssocID="{274AEBC5-AF26-4E13-9949-C5508C48FD6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2FE9E8-0C7E-4B0F-9F3A-B62B4D7DB79E}" type="pres">
      <dgm:prSet presAssocID="{D45B2D19-FD0F-4DB0-B4A0-BD97F0F32FD0}" presName="spacer" presStyleCnt="0"/>
      <dgm:spPr/>
    </dgm:pt>
    <dgm:pt modelId="{F1719002-D823-4FB3-ABD5-6BF1316A42AA}" type="pres">
      <dgm:prSet presAssocID="{350507D4-982F-43E1-9BE6-1FB3B29A47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21F40F-1AA1-4280-9C0D-4D54D081BF05}" type="presOf" srcId="{3FDFA70A-9AD1-49DF-86DA-56BDBCD83709}" destId="{046E7322-4260-4397-8B02-69E42444819B}" srcOrd="0" destOrd="0" presId="urn:microsoft.com/office/officeart/2005/8/layout/vList2"/>
    <dgm:cxn modelId="{84FB7F14-02DE-4739-ACED-F129BDCD15B4}" srcId="{3FDFA70A-9AD1-49DF-86DA-56BDBCD83709}" destId="{350507D4-982F-43E1-9BE6-1FB3B29A4763}" srcOrd="3" destOrd="0" parTransId="{5F5BE81A-94FD-4944-AB39-B942C2E44452}" sibTransId="{CC31B94D-AE4A-456D-97CC-7A11538C71B2}"/>
    <dgm:cxn modelId="{86C65F37-CC3A-4AB8-9032-F49FA21E3D39}" srcId="{3FDFA70A-9AD1-49DF-86DA-56BDBCD83709}" destId="{9E11B494-3A42-46D0-B780-DB10B96EDE5E}" srcOrd="1" destOrd="0" parTransId="{56234D97-07FB-42B6-A726-8B2806A1EAB4}" sibTransId="{25B7A4C9-D66B-433A-A1A2-67766D6EAD1A}"/>
    <dgm:cxn modelId="{9164443E-831B-42DF-9E49-55D137895216}" srcId="{3FDFA70A-9AD1-49DF-86DA-56BDBCD83709}" destId="{77A075EA-C9CA-443F-AE06-EAC4237BF677}" srcOrd="0" destOrd="0" parTransId="{62320D60-C2E7-4FB0-A2F8-BCF8B5704CCF}" sibTransId="{D791083F-40DE-4299-A2EF-A530D117590D}"/>
    <dgm:cxn modelId="{728F4745-DE15-4F4A-8EC9-5890ABA4EA80}" type="presOf" srcId="{274AEBC5-AF26-4E13-9949-C5508C48FD64}" destId="{278B1118-9E2E-4165-853C-2400C4DB412D}" srcOrd="0" destOrd="0" presId="urn:microsoft.com/office/officeart/2005/8/layout/vList2"/>
    <dgm:cxn modelId="{BBFD7448-FD4E-4819-9945-304D63134FD2}" type="presOf" srcId="{77A075EA-C9CA-443F-AE06-EAC4237BF677}" destId="{565FC40C-5B98-493C-8A53-4221DC2F97BB}" srcOrd="0" destOrd="0" presId="urn:microsoft.com/office/officeart/2005/8/layout/vList2"/>
    <dgm:cxn modelId="{9EA99669-5CEB-452F-80C4-4C8DDE00401C}" type="presOf" srcId="{9E11B494-3A42-46D0-B780-DB10B96EDE5E}" destId="{4373B450-9410-4770-A636-96A0138F4CBA}" srcOrd="0" destOrd="0" presId="urn:microsoft.com/office/officeart/2005/8/layout/vList2"/>
    <dgm:cxn modelId="{43C92676-822D-4BA5-B41D-D89247A8D601}" srcId="{3FDFA70A-9AD1-49DF-86DA-56BDBCD83709}" destId="{274AEBC5-AF26-4E13-9949-C5508C48FD64}" srcOrd="2" destOrd="0" parTransId="{A8CD6B86-F71E-40FE-BF11-8DB91DE792EC}" sibTransId="{D45B2D19-FD0F-4DB0-B4A0-BD97F0F32FD0}"/>
    <dgm:cxn modelId="{5F7738BD-01CD-41EC-9F5C-177CBBBBE691}" type="presOf" srcId="{350507D4-982F-43E1-9BE6-1FB3B29A4763}" destId="{F1719002-D823-4FB3-ABD5-6BF1316A42AA}" srcOrd="0" destOrd="0" presId="urn:microsoft.com/office/officeart/2005/8/layout/vList2"/>
    <dgm:cxn modelId="{A1077FDD-EDA9-465C-86DD-B53A0E6B58D4}" type="presParOf" srcId="{046E7322-4260-4397-8B02-69E42444819B}" destId="{565FC40C-5B98-493C-8A53-4221DC2F97BB}" srcOrd="0" destOrd="0" presId="urn:microsoft.com/office/officeart/2005/8/layout/vList2"/>
    <dgm:cxn modelId="{6AB6B854-FE4D-4AB1-A710-A7B49F0994B8}" type="presParOf" srcId="{046E7322-4260-4397-8B02-69E42444819B}" destId="{B7882493-CD19-4F50-A037-AB8294A47522}" srcOrd="1" destOrd="0" presId="urn:microsoft.com/office/officeart/2005/8/layout/vList2"/>
    <dgm:cxn modelId="{1F4334CF-1A4B-4F44-BFC1-FB542D79FBE8}" type="presParOf" srcId="{046E7322-4260-4397-8B02-69E42444819B}" destId="{4373B450-9410-4770-A636-96A0138F4CBA}" srcOrd="2" destOrd="0" presId="urn:microsoft.com/office/officeart/2005/8/layout/vList2"/>
    <dgm:cxn modelId="{00588ADD-28E7-41B1-81BB-DB4EF28FD2FD}" type="presParOf" srcId="{046E7322-4260-4397-8B02-69E42444819B}" destId="{A1BC027C-F6CF-4777-A725-9F46E6C1F489}" srcOrd="3" destOrd="0" presId="urn:microsoft.com/office/officeart/2005/8/layout/vList2"/>
    <dgm:cxn modelId="{2A7AC075-072D-4741-9BDD-EA33335C45EA}" type="presParOf" srcId="{046E7322-4260-4397-8B02-69E42444819B}" destId="{278B1118-9E2E-4165-853C-2400C4DB412D}" srcOrd="4" destOrd="0" presId="urn:microsoft.com/office/officeart/2005/8/layout/vList2"/>
    <dgm:cxn modelId="{C36098EC-2226-4980-BCAA-52E3305F31DA}" type="presParOf" srcId="{046E7322-4260-4397-8B02-69E42444819B}" destId="{822FE9E8-0C7E-4B0F-9F3A-B62B4D7DB79E}" srcOrd="5" destOrd="0" presId="urn:microsoft.com/office/officeart/2005/8/layout/vList2"/>
    <dgm:cxn modelId="{1F2050D7-A73B-4412-A153-0E6E4AD6F5B4}" type="presParOf" srcId="{046E7322-4260-4397-8B02-69E42444819B}" destId="{F1719002-D823-4FB3-ABD5-6BF1316A42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7CD17-BFEF-4E98-BAA1-C659CF10F485}">
      <dsp:nvSpPr>
        <dsp:cNvPr id="0" name=""/>
        <dsp:cNvSpPr/>
      </dsp:nvSpPr>
      <dsp:spPr>
        <a:xfrm>
          <a:off x="0" y="83032"/>
          <a:ext cx="5175384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What is NoSQL?</a:t>
          </a:r>
        </a:p>
      </dsp:txBody>
      <dsp:txXfrm>
        <a:off x="33955" y="116987"/>
        <a:ext cx="5107474" cy="627655"/>
      </dsp:txXfrm>
    </dsp:sp>
    <dsp:sp modelId="{0500883C-2AE8-436A-8435-B42ACB0F3F99}">
      <dsp:nvSpPr>
        <dsp:cNvPr id="0" name=""/>
        <dsp:cNvSpPr/>
      </dsp:nvSpPr>
      <dsp:spPr>
        <a:xfrm>
          <a:off x="0" y="862117"/>
          <a:ext cx="5175384" cy="695565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SQL vs NoSQL at a glance</a:t>
          </a:r>
        </a:p>
      </dsp:txBody>
      <dsp:txXfrm>
        <a:off x="33955" y="896072"/>
        <a:ext cx="5107474" cy="627655"/>
      </dsp:txXfrm>
    </dsp:sp>
    <dsp:sp modelId="{F705B4BA-9CE9-4A01-A775-B2842E88933D}">
      <dsp:nvSpPr>
        <dsp:cNvPr id="0" name=""/>
        <dsp:cNvSpPr/>
      </dsp:nvSpPr>
      <dsp:spPr>
        <a:xfrm>
          <a:off x="0" y="1641202"/>
          <a:ext cx="5175384" cy="69556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Core NoSQL data models</a:t>
          </a:r>
        </a:p>
      </dsp:txBody>
      <dsp:txXfrm>
        <a:off x="33955" y="1675157"/>
        <a:ext cx="5107474" cy="627655"/>
      </dsp:txXfrm>
    </dsp:sp>
    <dsp:sp modelId="{FF90495D-8981-475D-A58E-DFD11FD9FD39}">
      <dsp:nvSpPr>
        <dsp:cNvPr id="0" name=""/>
        <dsp:cNvSpPr/>
      </dsp:nvSpPr>
      <dsp:spPr>
        <a:xfrm>
          <a:off x="0" y="2420287"/>
          <a:ext cx="5175384" cy="69556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When to use (and avoid) NoSQL</a:t>
          </a:r>
        </a:p>
      </dsp:txBody>
      <dsp:txXfrm>
        <a:off x="33955" y="2454242"/>
        <a:ext cx="5107474" cy="627655"/>
      </dsp:txXfrm>
    </dsp:sp>
    <dsp:sp modelId="{1A286632-355B-4243-9C07-89ABB3D1BE33}">
      <dsp:nvSpPr>
        <dsp:cNvPr id="0" name=""/>
        <dsp:cNvSpPr/>
      </dsp:nvSpPr>
      <dsp:spPr>
        <a:xfrm>
          <a:off x="0" y="3199373"/>
          <a:ext cx="5175384" cy="69556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Popular databases to know</a:t>
          </a:r>
        </a:p>
      </dsp:txBody>
      <dsp:txXfrm>
        <a:off x="33955" y="3233328"/>
        <a:ext cx="5107474" cy="627655"/>
      </dsp:txXfrm>
    </dsp:sp>
    <dsp:sp modelId="{0F37C6EE-648F-4939-A8BA-DD43AF150AB3}">
      <dsp:nvSpPr>
        <dsp:cNvPr id="0" name=""/>
        <dsp:cNvSpPr/>
      </dsp:nvSpPr>
      <dsp:spPr>
        <a:xfrm>
          <a:off x="0" y="3978458"/>
          <a:ext cx="5175384" cy="695565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Amazon DynamoDB deep dive</a:t>
          </a:r>
        </a:p>
      </dsp:txBody>
      <dsp:txXfrm>
        <a:off x="33955" y="4012413"/>
        <a:ext cx="5107474" cy="627655"/>
      </dsp:txXfrm>
    </dsp:sp>
    <dsp:sp modelId="{FB8A37F3-BE4C-4609-841F-7B96EDF489B3}">
      <dsp:nvSpPr>
        <dsp:cNvPr id="0" name=""/>
        <dsp:cNvSpPr/>
      </dsp:nvSpPr>
      <dsp:spPr>
        <a:xfrm>
          <a:off x="0" y="4757543"/>
          <a:ext cx="5175384" cy="6955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Best practices &amp; takeaways</a:t>
          </a:r>
        </a:p>
      </dsp:txBody>
      <dsp:txXfrm>
        <a:off x="33955" y="4791498"/>
        <a:ext cx="5107474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B2DB4-551C-48D9-88F2-B2AEEA0BDC10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Non‑relational, purpose‑built databases for specific data models</a:t>
          </a:r>
        </a:p>
      </dsp:txBody>
      <dsp:txXfrm>
        <a:off x="85900" y="122290"/>
        <a:ext cx="5003584" cy="1587880"/>
      </dsp:txXfrm>
    </dsp:sp>
    <dsp:sp modelId="{0670F26E-3108-4C0B-9B78-0CAB11FC0DD4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Flexible schemas; designed to scale horizontally</a:t>
          </a:r>
        </a:p>
      </dsp:txBody>
      <dsp:txXfrm>
        <a:off x="85900" y="1974130"/>
        <a:ext cx="5003584" cy="1587880"/>
      </dsp:txXfrm>
    </dsp:sp>
    <dsp:sp modelId="{C10A9E94-B069-4943-8498-80AE7487D3BA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Optimized for performance at scale and rapid development</a:t>
          </a:r>
        </a:p>
      </dsp:txBody>
      <dsp:txXfrm>
        <a:off x="85900" y="3825970"/>
        <a:ext cx="5003584" cy="1587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16D10-81D0-4156-8A50-E9D97DDFC036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A2E43-E8B8-4AED-A89C-42D562A6A267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Modern apps ingest large, diverse, rapidly changing data</a:t>
          </a:r>
        </a:p>
      </dsp:txBody>
      <dsp:txXfrm>
        <a:off x="0" y="2703"/>
        <a:ext cx="5175384" cy="1843578"/>
      </dsp:txXfrm>
    </dsp:sp>
    <dsp:sp modelId="{5DAD9B2A-4264-4461-B0BD-C3AC060406EF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BDD2C-BF27-44E3-9F37-5F3407866EAD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Rigid schemas can cause duplication and slow iteration</a:t>
          </a:r>
        </a:p>
      </dsp:txBody>
      <dsp:txXfrm>
        <a:off x="0" y="1846281"/>
        <a:ext cx="5175384" cy="1843578"/>
      </dsp:txXfrm>
    </dsp:sp>
    <dsp:sp modelId="{4148A936-DC72-465B-B781-06F25EB03E7F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5D7D5-E154-4F9A-BA84-1A85CCC7C645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NoSQL fits semi‑structured/unstructured data and varied access patterns</a:t>
          </a:r>
        </a:p>
      </dsp:txBody>
      <dsp:txXfrm>
        <a:off x="0" y="3689859"/>
        <a:ext cx="5175384" cy="1843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4E9C6-232C-4664-8976-08470CE613EC}">
      <dsp:nvSpPr>
        <dsp:cNvPr id="0" name=""/>
        <dsp:cNvSpPr/>
      </dsp:nvSpPr>
      <dsp:spPr>
        <a:xfrm>
          <a:off x="631" y="1166557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Relational tables + SQL vs flexible models (key‑value, document, graph, wide‑column)</a:t>
          </a:r>
        </a:p>
      </dsp:txBody>
      <dsp:txXfrm>
        <a:off x="631" y="1166557"/>
        <a:ext cx="2463866" cy="1478320"/>
      </dsp:txXfrm>
    </dsp:sp>
    <dsp:sp modelId="{598AEB6F-A6B5-4D69-9A5E-561828312180}">
      <dsp:nvSpPr>
        <dsp:cNvPr id="0" name=""/>
        <dsp:cNvSpPr/>
      </dsp:nvSpPr>
      <dsp:spPr>
        <a:xfrm>
          <a:off x="2710885" y="1166557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Predefined schema vs dynamic schema</a:t>
          </a:r>
        </a:p>
      </dsp:txBody>
      <dsp:txXfrm>
        <a:off x="2710885" y="1166557"/>
        <a:ext cx="2463866" cy="1478320"/>
      </dsp:txXfrm>
    </dsp:sp>
    <dsp:sp modelId="{7B493488-E568-476D-B290-7218C2D70F93}">
      <dsp:nvSpPr>
        <dsp:cNvPr id="0" name=""/>
        <dsp:cNvSpPr/>
      </dsp:nvSpPr>
      <dsp:spPr>
        <a:xfrm>
          <a:off x="631" y="2891263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Vertical scaling vs horizontal sharding/partitioning</a:t>
          </a:r>
        </a:p>
      </dsp:txBody>
      <dsp:txXfrm>
        <a:off x="631" y="2891263"/>
        <a:ext cx="2463866" cy="1478320"/>
      </dsp:txXfrm>
    </dsp:sp>
    <dsp:sp modelId="{798BDCC5-2FEC-42D2-8446-22A229116399}">
      <dsp:nvSpPr>
        <dsp:cNvPr id="0" name=""/>
        <dsp:cNvSpPr/>
      </dsp:nvSpPr>
      <dsp:spPr>
        <a:xfrm>
          <a:off x="2710885" y="2891263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Strong ACID by default vs selective trade‑offs for scale/availability</a:t>
          </a:r>
        </a:p>
      </dsp:txBody>
      <dsp:txXfrm>
        <a:off x="2710885" y="2891263"/>
        <a:ext cx="2463866" cy="14783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204F7-DF70-4C18-A22C-F5E4D77084C7}">
      <dsp:nvSpPr>
        <dsp:cNvPr id="0" name=""/>
        <dsp:cNvSpPr/>
      </dsp:nvSpPr>
      <dsp:spPr>
        <a:xfrm>
          <a:off x="0" y="175161"/>
          <a:ext cx="4988440" cy="49884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25CAE-FFF5-4FD1-ACC4-151A8A942EB8}">
      <dsp:nvSpPr>
        <dsp:cNvPr id="0" name=""/>
        <dsp:cNvSpPr/>
      </dsp:nvSpPr>
      <dsp:spPr>
        <a:xfrm>
          <a:off x="473901" y="649063"/>
          <a:ext cx="1945491" cy="19454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Key‑value</a:t>
          </a:r>
        </a:p>
      </dsp:txBody>
      <dsp:txXfrm>
        <a:off x="568872" y="744034"/>
        <a:ext cx="1755549" cy="1755549"/>
      </dsp:txXfrm>
    </dsp:sp>
    <dsp:sp modelId="{DF12F121-4802-4CAF-ADB4-DC77F2245AF1}">
      <dsp:nvSpPr>
        <dsp:cNvPr id="0" name=""/>
        <dsp:cNvSpPr/>
      </dsp:nvSpPr>
      <dsp:spPr>
        <a:xfrm>
          <a:off x="2569046" y="649063"/>
          <a:ext cx="1945491" cy="1945491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Document (JSON‑like)</a:t>
          </a:r>
        </a:p>
      </dsp:txBody>
      <dsp:txXfrm>
        <a:off x="2664017" y="744034"/>
        <a:ext cx="1755549" cy="1755549"/>
      </dsp:txXfrm>
    </dsp:sp>
    <dsp:sp modelId="{49986DC7-8FE8-41FF-B4A5-82687CCD4146}">
      <dsp:nvSpPr>
        <dsp:cNvPr id="0" name=""/>
        <dsp:cNvSpPr/>
      </dsp:nvSpPr>
      <dsp:spPr>
        <a:xfrm>
          <a:off x="473901" y="2744208"/>
          <a:ext cx="1945491" cy="1945491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Wide‑column (a.k.a. column‑family)</a:t>
          </a:r>
        </a:p>
      </dsp:txBody>
      <dsp:txXfrm>
        <a:off x="568872" y="2839179"/>
        <a:ext cx="1755549" cy="1755549"/>
      </dsp:txXfrm>
    </dsp:sp>
    <dsp:sp modelId="{B955E981-549B-4917-99C7-6F01825B365B}">
      <dsp:nvSpPr>
        <dsp:cNvPr id="0" name=""/>
        <dsp:cNvSpPr/>
      </dsp:nvSpPr>
      <dsp:spPr>
        <a:xfrm>
          <a:off x="2569046" y="2744208"/>
          <a:ext cx="1945491" cy="194549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Graph</a:t>
          </a:r>
        </a:p>
      </dsp:txBody>
      <dsp:txXfrm>
        <a:off x="2664017" y="2839179"/>
        <a:ext cx="1755549" cy="17555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B36FA-52CA-4845-8405-F45B9933354E}">
      <dsp:nvSpPr>
        <dsp:cNvPr id="0" name=""/>
        <dsp:cNvSpPr/>
      </dsp:nvSpPr>
      <dsp:spPr>
        <a:xfrm>
          <a:off x="1161858" y="4658"/>
          <a:ext cx="2664723" cy="1598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Highly partitionable; simple get/put by key</a:t>
          </a:r>
        </a:p>
      </dsp:txBody>
      <dsp:txXfrm>
        <a:off x="1161858" y="4658"/>
        <a:ext cx="2664723" cy="1598833"/>
      </dsp:txXfrm>
    </dsp:sp>
    <dsp:sp modelId="{215B1463-6391-496B-9F00-6F5A62C01835}">
      <dsp:nvSpPr>
        <dsp:cNvPr id="0" name=""/>
        <dsp:cNvSpPr/>
      </dsp:nvSpPr>
      <dsp:spPr>
        <a:xfrm>
          <a:off x="1161858" y="1869965"/>
          <a:ext cx="2664723" cy="159883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Extreme horizontal scale, very low latency</a:t>
          </a:r>
        </a:p>
      </dsp:txBody>
      <dsp:txXfrm>
        <a:off x="1161858" y="1869965"/>
        <a:ext cx="2664723" cy="1598833"/>
      </dsp:txXfrm>
    </dsp:sp>
    <dsp:sp modelId="{62CE1D85-5C6C-48B7-82D0-27742A3DBA29}">
      <dsp:nvSpPr>
        <dsp:cNvPr id="0" name=""/>
        <dsp:cNvSpPr/>
      </dsp:nvSpPr>
      <dsp:spPr>
        <a:xfrm>
          <a:off x="1161858" y="3735271"/>
          <a:ext cx="2664723" cy="159883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cases: gaming leaderboards, ad tech events, session stores, IoT data</a:t>
          </a:r>
        </a:p>
      </dsp:txBody>
      <dsp:txXfrm>
        <a:off x="1161858" y="3735271"/>
        <a:ext cx="2664723" cy="15988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127DF-B67E-4814-A00F-C0B7CDF3460E}">
      <dsp:nvSpPr>
        <dsp:cNvPr id="0" name=""/>
        <dsp:cNvSpPr/>
      </dsp:nvSpPr>
      <dsp:spPr>
        <a:xfrm>
          <a:off x="0" y="193796"/>
          <a:ext cx="4988440" cy="15947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Store semi‑structured documents (often JSON); each can evolve independently</a:t>
          </a:r>
        </a:p>
      </dsp:txBody>
      <dsp:txXfrm>
        <a:off x="77847" y="271643"/>
        <a:ext cx="4832746" cy="1439016"/>
      </dsp:txXfrm>
    </dsp:sp>
    <dsp:sp modelId="{8E187B89-61E3-49D2-ACEE-87AF0CC4C485}">
      <dsp:nvSpPr>
        <dsp:cNvPr id="0" name=""/>
        <dsp:cNvSpPr/>
      </dsp:nvSpPr>
      <dsp:spPr>
        <a:xfrm>
          <a:off x="0" y="1872027"/>
          <a:ext cx="4988440" cy="159471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Natural fit with application objects; flexible indexing &amp; queries</a:t>
          </a:r>
        </a:p>
      </dsp:txBody>
      <dsp:txXfrm>
        <a:off x="77847" y="1949874"/>
        <a:ext cx="4832746" cy="1439016"/>
      </dsp:txXfrm>
    </dsp:sp>
    <dsp:sp modelId="{E9EBD3D0-3DED-40A6-BA75-74676F8160DB}">
      <dsp:nvSpPr>
        <dsp:cNvPr id="0" name=""/>
        <dsp:cNvSpPr/>
      </dsp:nvSpPr>
      <dsp:spPr>
        <a:xfrm>
          <a:off x="0" y="3550257"/>
          <a:ext cx="4988440" cy="15947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 cases: catalogs, user profiles, CMS, product content</a:t>
          </a:r>
        </a:p>
      </dsp:txBody>
      <dsp:txXfrm>
        <a:off x="77847" y="3628104"/>
        <a:ext cx="4832746" cy="14390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87025-7DAF-4F90-8EA4-B47E7D639539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Rows with sparse, dynamic columns grouped into families</a:t>
          </a:r>
        </a:p>
      </dsp:txBody>
      <dsp:txXfrm>
        <a:off x="85900" y="122290"/>
        <a:ext cx="5003584" cy="1587880"/>
      </dsp:txXfrm>
    </dsp:sp>
    <dsp:sp modelId="{DE706C34-04BC-4FDF-84C5-66359DB581FE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Excellent for time‑series and large‑scale write/read workloads</a:t>
          </a:r>
        </a:p>
      </dsp:txBody>
      <dsp:txXfrm>
        <a:off x="85900" y="1974130"/>
        <a:ext cx="5003584" cy="1587880"/>
      </dsp:txXfrm>
    </dsp:sp>
    <dsp:sp modelId="{D8720E6E-0AE6-4FC8-9867-14F47CFD1BA7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 cases: telemetry, log analytics, time‑series, recommendation feeds</a:t>
          </a:r>
        </a:p>
      </dsp:txBody>
      <dsp:txXfrm>
        <a:off x="85900" y="3825970"/>
        <a:ext cx="5003584" cy="15878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C73CD-237C-43FB-BF8E-3AE31E8846C3}">
      <dsp:nvSpPr>
        <dsp:cNvPr id="0" name=""/>
        <dsp:cNvSpPr/>
      </dsp:nvSpPr>
      <dsp:spPr>
        <a:xfrm>
          <a:off x="0" y="339462"/>
          <a:ext cx="4988440" cy="228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Nodes + edges to model relationships; traversals answer relationship‑heavy queries</a:t>
          </a:r>
        </a:p>
      </dsp:txBody>
      <dsp:txXfrm>
        <a:off x="111488" y="450950"/>
        <a:ext cx="4765464" cy="2060864"/>
      </dsp:txXfrm>
    </dsp:sp>
    <dsp:sp modelId="{5396A149-E469-4022-A7DF-7B06ABCB87B9}">
      <dsp:nvSpPr>
        <dsp:cNvPr id="0" name=""/>
        <dsp:cNvSpPr/>
      </dsp:nvSpPr>
      <dsp:spPr>
        <a:xfrm>
          <a:off x="0" y="2715462"/>
          <a:ext cx="4988440" cy="2283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 cases: social networks, fraud detection, recommendations, knowledge graphs</a:t>
          </a:r>
        </a:p>
      </dsp:txBody>
      <dsp:txXfrm>
        <a:off x="111488" y="2826950"/>
        <a:ext cx="4765464" cy="20608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06199-BCD8-4434-878F-97F4FB67BF22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EAEFD-E850-4EA5-B708-503F3180828D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SQL: predefined schema, strong joins, complex queries</a:t>
          </a:r>
        </a:p>
      </dsp:txBody>
      <dsp:txXfrm>
        <a:off x="90151" y="2602589"/>
        <a:ext cx="2402775" cy="720000"/>
      </dsp:txXfrm>
    </dsp:sp>
    <dsp:sp modelId="{B7493E31-31F3-4579-8244-F99D8A21BC86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E50F6-A562-419E-A9C8-541295B0A7BA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NoSQL: dynamic schemas; query models vary by database type</a:t>
          </a:r>
        </a:p>
      </dsp:txBody>
      <dsp:txXfrm>
        <a:off x="2913412" y="2602589"/>
        <a:ext cx="2402775" cy="720000"/>
      </dsp:txXfrm>
    </dsp:sp>
    <dsp:sp modelId="{F14AF6A2-D8E7-412D-94EC-0AC6376EC36E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3242A-A61C-4D37-A18B-65ED4E6625D0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starts with access patterns, not just entities</a:t>
          </a:r>
        </a:p>
      </dsp:txBody>
      <dsp:txXfrm>
        <a:off x="5736673" y="2602589"/>
        <a:ext cx="2402775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06C1E-6565-48EA-A283-84437B2277A5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3B7EB-3678-4796-8F7B-B890FA26CFF3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 typically scales up; replicas help reads</a:t>
          </a:r>
        </a:p>
      </dsp:txBody>
      <dsp:txXfrm>
        <a:off x="90151" y="2602589"/>
        <a:ext cx="2402775" cy="720000"/>
      </dsp:txXfrm>
    </dsp:sp>
    <dsp:sp modelId="{5E5FDD4B-6676-43E3-B868-B5B9E9EC9815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66742-5A2E-41B8-8DEA-0A8BD1E8DC3F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NoSQL scales out via sharding/partitioning across clusters</a:t>
          </a:r>
        </a:p>
      </dsp:txBody>
      <dsp:txXfrm>
        <a:off x="2913412" y="2602589"/>
        <a:ext cx="2402775" cy="720000"/>
      </dsp:txXfrm>
    </dsp:sp>
    <dsp:sp modelId="{6EAF4938-97A9-4C67-A27E-B31355DE4EEF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2DA65-1895-4C09-99C0-0C99FC16062B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Trade‑off: operational simplicity vs distributed design upfront</a:t>
          </a:r>
        </a:p>
      </dsp:txBody>
      <dsp:txXfrm>
        <a:off x="5736673" y="2602589"/>
        <a:ext cx="2402775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CA34A-C5D1-446B-81A8-8039E4AF3F32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DC4669-7F99-43AA-A80B-4F60D865D281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Complex multi‑row transactions and joins</a:t>
          </a:r>
        </a:p>
      </dsp:txBody>
      <dsp:txXfrm>
        <a:off x="0" y="1913"/>
        <a:ext cx="3993357" cy="1305236"/>
      </dsp:txXfrm>
    </dsp:sp>
    <dsp:sp modelId="{7D24F555-465E-4046-8982-7AA3BBE85A9D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5713EB-9D66-4EBE-AF45-383DF7A421E3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Mature analytics with standardized SQL and BI tooling</a:t>
          </a:r>
        </a:p>
      </dsp:txBody>
      <dsp:txXfrm>
        <a:off x="0" y="1307150"/>
        <a:ext cx="3993357" cy="1305236"/>
      </dsp:txXfrm>
    </dsp:sp>
    <dsp:sp modelId="{A0AAB00F-968D-43B8-8487-228CFBDFDD0E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786ACE-E6CB-4EB6-B7BA-B6C92F6ABDFA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Strict ACID requirements and strong consistency by default</a:t>
          </a:r>
        </a:p>
      </dsp:txBody>
      <dsp:txXfrm>
        <a:off x="0" y="2612387"/>
        <a:ext cx="3993357" cy="13052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17540-5382-439F-9F0B-289CBB240DAB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0F4EF-8A54-4C24-B67B-6AE1876ED8F9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Serverless, fully managed, distributed key‑value NoSQL database</a:t>
          </a:r>
        </a:p>
      </dsp:txBody>
      <dsp:txXfrm>
        <a:off x="0" y="1913"/>
        <a:ext cx="3993357" cy="1305236"/>
      </dsp:txXfrm>
    </dsp:sp>
    <dsp:sp modelId="{4B1C7344-4C07-44B4-8D6A-DFEA14BC8F91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5DBBE-DF0E-46A2-ABF5-B90F94D5C907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Single‑digit millisecond performance at any scale</a:t>
          </a:r>
        </a:p>
      </dsp:txBody>
      <dsp:txXfrm>
        <a:off x="0" y="1307150"/>
        <a:ext cx="3993357" cy="1305236"/>
      </dsp:txXfrm>
    </dsp:sp>
    <dsp:sp modelId="{4E12A89E-A50B-4046-BCA5-EE69E8632894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CA278-1BA4-4C6B-9C64-E4741F144AB0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Pay‑per‑request billing; no maintenance windows or version upgrades</a:t>
          </a:r>
        </a:p>
      </dsp:txBody>
      <dsp:txXfrm>
        <a:off x="0" y="2612387"/>
        <a:ext cx="3993357" cy="130523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3C14B-A4A7-4AC8-8397-7517B278AAE8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Tables, items, attributes; partition key (+ optional sort key)</a:t>
          </a:r>
        </a:p>
      </dsp:txBody>
      <dsp:txXfrm>
        <a:off x="85900" y="122290"/>
        <a:ext cx="5003584" cy="1587880"/>
      </dsp:txXfrm>
    </dsp:sp>
    <dsp:sp modelId="{731D6362-AE0B-4BB1-91D6-9D55D703A5AE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Primary key shapes drive scalability and query patterns</a:t>
          </a:r>
        </a:p>
      </dsp:txBody>
      <dsp:txXfrm>
        <a:off x="85900" y="1974130"/>
        <a:ext cx="5003584" cy="1587880"/>
      </dsp:txXfrm>
    </dsp:sp>
    <dsp:sp modelId="{578E7AB1-3EB9-4CD5-B21B-167B02722AFA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Indexes: Global Secondary Index (GSI), Local Secondary Index (LSI)</a:t>
          </a:r>
        </a:p>
      </dsp:txBody>
      <dsp:txXfrm>
        <a:off x="85900" y="3825970"/>
        <a:ext cx="5003584" cy="15878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C2F28-6EC5-4452-92A8-71932E21A4C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08F73-ACBB-446E-BDE4-854397DBB8B3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On‑demand (pay‑per‑request) or provisioned capacity with auto scaling</a:t>
          </a:r>
        </a:p>
      </dsp:txBody>
      <dsp:txXfrm>
        <a:off x="0" y="2703"/>
        <a:ext cx="5175384" cy="1843578"/>
      </dsp:txXfrm>
    </dsp:sp>
    <dsp:sp modelId="{263E04E5-4CBE-4115-94D5-3B5987E76E49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6B63E-D26D-4818-AC34-AF9BB9EF4235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Horizontal partitioning for throughput; adaptive capacity smooths hotspots</a:t>
          </a:r>
        </a:p>
      </dsp:txBody>
      <dsp:txXfrm>
        <a:off x="0" y="1846281"/>
        <a:ext cx="5175384" cy="1843578"/>
      </dsp:txXfrm>
    </dsp:sp>
    <dsp:sp modelId="{743A2E22-0514-4F04-A151-419B3BDDC4F3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3D0F3-9484-4416-A749-BE91B2A30266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Burst capacity and warm throughput to avoid cold starts</a:t>
          </a:r>
        </a:p>
      </dsp:txBody>
      <dsp:txXfrm>
        <a:off x="0" y="3689859"/>
        <a:ext cx="5175384" cy="184357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B827F-F36A-4A1C-9CE4-FA4F33A8D295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Design for access patterns (single‑table design common)</a:t>
          </a:r>
        </a:p>
      </dsp:txBody>
      <dsp:txXfrm>
        <a:off x="85900" y="122290"/>
        <a:ext cx="5003584" cy="1587880"/>
      </dsp:txXfrm>
    </dsp:sp>
    <dsp:sp modelId="{25D1261C-1FB2-40FD-95E6-F7406A604080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 GSIs to add query dimensions; avoid unbounded partitions</a:t>
          </a:r>
        </a:p>
      </dsp:txBody>
      <dsp:txXfrm>
        <a:off x="85900" y="1974130"/>
        <a:ext cx="5003584" cy="1587880"/>
      </dsp:txXfrm>
    </dsp:sp>
    <dsp:sp modelId="{C344EE16-7D9C-4177-BD76-04BB4FB76FDD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Caching with DAX or application caches to reduce read latency</a:t>
          </a:r>
        </a:p>
      </dsp:txBody>
      <dsp:txXfrm>
        <a:off x="85900" y="3825970"/>
        <a:ext cx="5003584" cy="15878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08D69-6D9E-4DAD-A6F8-E45FEE0C34C8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DEFF7-109F-4F5A-8412-123D8CB89983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Global tables: multi‑Region, multi‑active; up to 99.999% availability targets</a:t>
          </a:r>
        </a:p>
      </dsp:txBody>
      <dsp:txXfrm>
        <a:off x="0" y="2703"/>
        <a:ext cx="5175384" cy="1843578"/>
      </dsp:txXfrm>
    </dsp:sp>
    <dsp:sp modelId="{750E8DEA-E72B-4E48-80C1-23BB9D3BCEAB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67C98-4D6C-4E96-AF0F-18E6414E4D0F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Backups: on‑demand + point‑in‑time recovery</a:t>
          </a:r>
        </a:p>
      </dsp:txBody>
      <dsp:txXfrm>
        <a:off x="0" y="1846281"/>
        <a:ext cx="5175384" cy="1843578"/>
      </dsp:txXfrm>
    </dsp:sp>
    <dsp:sp modelId="{0793A613-3DE4-457C-B7E9-76E1B46091B7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819F-4FE0-4368-85BB-8508AE6135AA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Streams integrate with Lambda for event‑driven patterns</a:t>
          </a:r>
        </a:p>
      </dsp:txBody>
      <dsp:txXfrm>
        <a:off x="0" y="3689859"/>
        <a:ext cx="5175384" cy="184357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9A145-0E3A-4BF7-B9DA-4252472D560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9C483-2892-4E2D-8A9F-52B2CBAA1486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Encryption at rest and in transit; fine‑grained IAM access</a:t>
          </a:r>
        </a:p>
      </dsp:txBody>
      <dsp:txXfrm>
        <a:off x="0" y="2703"/>
        <a:ext cx="5175384" cy="1843578"/>
      </dsp:txXfrm>
    </dsp:sp>
    <dsp:sp modelId="{4BCE0183-DC42-4299-A15E-48D952B8E1D8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101B5-8310-4503-A51E-CF3136347723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VPC endpoints (PrivateLink) and monitoring via CloudWatch/CloudTrail</a:t>
          </a:r>
        </a:p>
      </dsp:txBody>
      <dsp:txXfrm>
        <a:off x="0" y="1846281"/>
        <a:ext cx="5175384" cy="1843578"/>
      </dsp:txXfrm>
    </dsp:sp>
    <dsp:sp modelId="{B1F8605E-4835-4D17-86AD-204E8E98C565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B643E-3CBE-4D5E-BB1E-CC9E1B5F8611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Meets numerous compliance programs (e.g., SOC, PCI, ISO)</a:t>
          </a:r>
        </a:p>
      </dsp:txBody>
      <dsp:txXfrm>
        <a:off x="0" y="3689859"/>
        <a:ext cx="5175384" cy="184357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C4708-1A43-478F-955C-62FDAF000746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E2345-5BCA-4E42-B815-D6CBA78866A7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User profiles, carts, and session data for retail &amp; e‑commerce</a:t>
          </a:r>
        </a:p>
      </dsp:txBody>
      <dsp:txXfrm>
        <a:off x="0" y="2703"/>
        <a:ext cx="5175384" cy="1843578"/>
      </dsp:txXfrm>
    </dsp:sp>
    <dsp:sp modelId="{65E029DC-5AE0-4E1F-BB6C-6638BBA6BE84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1619B-2466-4874-982E-F0B11762A11D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Media metadata stores for streaming/interactive workloads</a:t>
          </a:r>
        </a:p>
      </dsp:txBody>
      <dsp:txXfrm>
        <a:off x="0" y="1846281"/>
        <a:ext cx="5175384" cy="1843578"/>
      </dsp:txXfrm>
    </dsp:sp>
    <dsp:sp modelId="{54440FB1-EC5D-4290-A549-3738EA7B8D82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316F0-9ABE-414D-A599-5A2CCC667508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Gaming state, leaderboards, and event histories</a:t>
          </a:r>
        </a:p>
      </dsp:txBody>
      <dsp:txXfrm>
        <a:off x="0" y="3689859"/>
        <a:ext cx="5175384" cy="184357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4D8C9-BC39-45CA-A68D-00DB2A10C6C9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4E133-D8B6-4C97-A74B-AB65BCF36C69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Amazon / Amazon Ads / Prime Video</a:t>
          </a:r>
          <a:br>
            <a:rPr lang="en-US" sz="2000" b="0" i="0" kern="1200" baseline="0" dirty="0"/>
          </a:br>
          <a:r>
            <a:rPr lang="en-US" sz="2000" b="0" i="0" kern="1200" baseline="0" dirty="0"/>
            <a:t>Amazon uses DynamoDB for various internal systems (e.g. “Herd”) and Amazon Ads reportedly uses it to process &gt; 100 billion events (peaks of ~90M reads &amp; 5M writes/sec)</a:t>
          </a:r>
          <a:endParaRPr lang="en-US" sz="2000" kern="1200" dirty="0"/>
        </a:p>
      </dsp:txBody>
      <dsp:txXfrm>
        <a:off x="0" y="2703"/>
        <a:ext cx="5175384" cy="1843578"/>
      </dsp:txXfrm>
    </dsp:sp>
    <dsp:sp modelId="{8D63BDFC-AA9A-413C-BE76-963FA132FC08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9514E-83A0-49D8-87C2-F6953AAF0B88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Disney / Disney+</a:t>
          </a:r>
          <a:br>
            <a:rPr lang="en-US" sz="2000" b="0" i="0" kern="1200" baseline="0" dirty="0"/>
          </a:br>
          <a:r>
            <a:rPr lang="en-US" sz="2000" b="0" i="0" kern="1200" baseline="0" dirty="0"/>
            <a:t>Uses DynamoDB Global Tables for watchlists, video bookmarking, recommendations, etc. </a:t>
          </a:r>
          <a:endParaRPr lang="en-US" sz="2000" kern="1200" dirty="0"/>
        </a:p>
      </dsp:txBody>
      <dsp:txXfrm>
        <a:off x="0" y="1846281"/>
        <a:ext cx="5175384" cy="1843578"/>
      </dsp:txXfrm>
    </dsp:sp>
    <dsp:sp modelId="{4C4F9E92-F55E-4799-936C-B7B8EC4F12D5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27A6A-5BE9-4666-AADE-D541D82B34E7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Netflix</a:t>
          </a:r>
          <a:br>
            <a:rPr lang="en-US" sz="2000" b="0" i="0" kern="1200" baseline="0" dirty="0"/>
          </a:br>
          <a:r>
            <a:rPr lang="en-US" sz="2000" b="0" i="0" kern="1200" baseline="0" dirty="0"/>
            <a:t>Listed among companies using DynamoDB (for parts of their stack)</a:t>
          </a:r>
          <a:endParaRPr lang="en-US" sz="2000" kern="1200" dirty="0"/>
        </a:p>
      </dsp:txBody>
      <dsp:txXfrm>
        <a:off x="0" y="3689859"/>
        <a:ext cx="5175384" cy="184357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40C24-C16C-4E02-A7E9-132285BCBB14}">
      <dsp:nvSpPr>
        <dsp:cNvPr id="0" name=""/>
        <dsp:cNvSpPr/>
      </dsp:nvSpPr>
      <dsp:spPr>
        <a:xfrm>
          <a:off x="2319112" y="1759622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7253" y="1802675"/>
        <a:ext cx="26677" cy="5335"/>
      </dsp:txXfrm>
    </dsp:sp>
    <dsp:sp modelId="{3125B4F7-6362-4006-AEBF-566827D97E0D}">
      <dsp:nvSpPr>
        <dsp:cNvPr id="0" name=""/>
        <dsp:cNvSpPr/>
      </dsp:nvSpPr>
      <dsp:spPr>
        <a:xfrm>
          <a:off x="1086" y="1109395"/>
          <a:ext cx="2319825" cy="13918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 with access patterns; model primary keys + GSIs explicitly</a:t>
          </a:r>
        </a:p>
      </dsp:txBody>
      <dsp:txXfrm>
        <a:off x="1086" y="1109395"/>
        <a:ext cx="2319825" cy="1391895"/>
      </dsp:txXfrm>
    </dsp:sp>
    <dsp:sp modelId="{FBE14FCA-B10C-4A02-B54E-048CCD1F6ECE}">
      <dsp:nvSpPr>
        <dsp:cNvPr id="0" name=""/>
        <dsp:cNvSpPr/>
      </dsp:nvSpPr>
      <dsp:spPr>
        <a:xfrm>
          <a:off x="1160999" y="2499490"/>
          <a:ext cx="2853385" cy="502959"/>
        </a:xfrm>
        <a:custGeom>
          <a:avLst/>
          <a:gdLst/>
          <a:ahLst/>
          <a:cxnLst/>
          <a:rect l="0" t="0" r="0" b="0"/>
          <a:pathLst>
            <a:path>
              <a:moveTo>
                <a:pt x="2853385" y="0"/>
              </a:moveTo>
              <a:lnTo>
                <a:pt x="2853385" y="268579"/>
              </a:lnTo>
              <a:lnTo>
                <a:pt x="0" y="268579"/>
              </a:lnTo>
              <a:lnTo>
                <a:pt x="0" y="502959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5120" y="2748302"/>
        <a:ext cx="145142" cy="5335"/>
      </dsp:txXfrm>
    </dsp:sp>
    <dsp:sp modelId="{EF3841F0-C6E4-4CB3-80D4-AB60670C33B0}">
      <dsp:nvSpPr>
        <dsp:cNvPr id="0" name=""/>
        <dsp:cNvSpPr/>
      </dsp:nvSpPr>
      <dsp:spPr>
        <a:xfrm>
          <a:off x="2854471" y="1109395"/>
          <a:ext cx="2319825" cy="139189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Choose capacity mode per workload; monitor and adjust</a:t>
          </a:r>
        </a:p>
      </dsp:txBody>
      <dsp:txXfrm>
        <a:off x="2854471" y="1109395"/>
        <a:ext cx="2319825" cy="1391895"/>
      </dsp:txXfrm>
    </dsp:sp>
    <dsp:sp modelId="{DCB82628-74BD-424D-BB50-8294F2BF871E}">
      <dsp:nvSpPr>
        <dsp:cNvPr id="0" name=""/>
        <dsp:cNvSpPr/>
      </dsp:nvSpPr>
      <dsp:spPr>
        <a:xfrm>
          <a:off x="2319112" y="3685078"/>
          <a:ext cx="5029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959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57253" y="3728130"/>
        <a:ext cx="26677" cy="5335"/>
      </dsp:txXfrm>
    </dsp:sp>
    <dsp:sp modelId="{44310F30-D697-472B-BA62-386A384AB937}">
      <dsp:nvSpPr>
        <dsp:cNvPr id="0" name=""/>
        <dsp:cNvSpPr/>
      </dsp:nvSpPr>
      <dsp:spPr>
        <a:xfrm>
          <a:off x="1086" y="3034850"/>
          <a:ext cx="2319825" cy="1391895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Leverage streams, TTL, and backups; add DAX if read‑heavy</a:t>
          </a:r>
        </a:p>
      </dsp:txBody>
      <dsp:txXfrm>
        <a:off x="1086" y="3034850"/>
        <a:ext cx="2319825" cy="1391895"/>
      </dsp:txXfrm>
    </dsp:sp>
    <dsp:sp modelId="{83684FBE-F8E1-49EC-9D94-1582F7C80BCF}">
      <dsp:nvSpPr>
        <dsp:cNvPr id="0" name=""/>
        <dsp:cNvSpPr/>
      </dsp:nvSpPr>
      <dsp:spPr>
        <a:xfrm>
          <a:off x="2854471" y="3034850"/>
          <a:ext cx="2319825" cy="139189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73" tIns="119320" rIns="113673" bIns="11932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Pilot with a representative workload; measure latency and cost</a:t>
          </a:r>
        </a:p>
      </dsp:txBody>
      <dsp:txXfrm>
        <a:off x="2854471" y="3034850"/>
        <a:ext cx="2319825" cy="139189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FC40C-5B98-493C-8A53-4221DC2F97BB}">
      <dsp:nvSpPr>
        <dsp:cNvPr id="0" name=""/>
        <dsp:cNvSpPr/>
      </dsp:nvSpPr>
      <dsp:spPr>
        <a:xfrm>
          <a:off x="0" y="754950"/>
          <a:ext cx="5175384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AWS — What is NoSQL? (aws.amazon.com/nosql)</a:t>
          </a:r>
        </a:p>
      </dsp:txBody>
      <dsp:txXfrm>
        <a:off x="46606" y="801556"/>
        <a:ext cx="5082172" cy="861507"/>
      </dsp:txXfrm>
    </dsp:sp>
    <dsp:sp modelId="{4373B450-9410-4770-A636-96A0138F4CBA}">
      <dsp:nvSpPr>
        <dsp:cNvPr id="0" name=""/>
        <dsp:cNvSpPr/>
      </dsp:nvSpPr>
      <dsp:spPr>
        <a:xfrm>
          <a:off x="0" y="1778790"/>
          <a:ext cx="5175384" cy="95471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Integrate.io — SQL vs NoSQL: 5 Critical Differences</a:t>
          </a:r>
        </a:p>
      </dsp:txBody>
      <dsp:txXfrm>
        <a:off x="46606" y="1825396"/>
        <a:ext cx="5082172" cy="861507"/>
      </dsp:txXfrm>
    </dsp:sp>
    <dsp:sp modelId="{278B1118-9E2E-4165-853C-2400C4DB412D}">
      <dsp:nvSpPr>
        <dsp:cNvPr id="0" name=""/>
        <dsp:cNvSpPr/>
      </dsp:nvSpPr>
      <dsp:spPr>
        <a:xfrm>
          <a:off x="0" y="2802630"/>
          <a:ext cx="5175384" cy="95471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Instaclustr — NoSQL Databases: Types, Use Cases, and 8 Databases to Try</a:t>
          </a:r>
        </a:p>
      </dsp:txBody>
      <dsp:txXfrm>
        <a:off x="46606" y="2849236"/>
        <a:ext cx="5082172" cy="861507"/>
      </dsp:txXfrm>
    </dsp:sp>
    <dsp:sp modelId="{F1719002-D823-4FB3-ABD5-6BF1316A42AA}">
      <dsp:nvSpPr>
        <dsp:cNvPr id="0" name=""/>
        <dsp:cNvSpPr/>
      </dsp:nvSpPr>
      <dsp:spPr>
        <a:xfrm>
          <a:off x="0" y="3826470"/>
          <a:ext cx="5175384" cy="95471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AWS — Amazon DynamoDB (aws.amazon.com/dynamodb)</a:t>
          </a:r>
        </a:p>
      </dsp:txBody>
      <dsp:txXfrm>
        <a:off x="46606" y="3873076"/>
        <a:ext cx="5082172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6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1912" y="1562669"/>
            <a:ext cx="4227085" cy="2456597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NoSQL Databases</a:t>
            </a:r>
            <a:b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6981" y="4298722"/>
            <a:ext cx="3508565" cy="1148885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Overview, differences vs SQL, types, use cases, and a DynamoDB deep dive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7F49994D-69C8-962B-1ED0-D58A49C2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13" r="28789" b="-1"/>
          <a:stretch>
            <a:fillRect/>
          </a:stretch>
        </p:blipFill>
        <p:spPr>
          <a:xfrm>
            <a:off x="-5449" y="10"/>
            <a:ext cx="2677211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71608C-CCCA-8AAB-9929-2FE505782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3699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What is NoSQL?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5E9D7F-D0A4-A3C4-C7B9-FC4CD4D9C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4762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Why NoSQL now?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D912B9-2F2A-1CB4-3A7A-C15A9141A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31487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SQL vs NoSQL — quick comparison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57BD706-B7BD-FBB7-2E10-D5EBCB0D9F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731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Core NoSQL data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59F8B9-61C1-2BE5-E0ED-D334B1413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22673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dirty="0"/>
              <a:t>Key‑value stores — strengths &amp; 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FCCE60-A320-C21E-DE2B-8A8D4BC66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769067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Document databases — strengths &amp; use cases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21E5FEA-5504-AB1D-A9EE-03BEFB0A0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9498125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Wide‑column stores — strengths &amp; use cases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B025B3-8410-9541-11EE-E16938FB0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34819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/>
              <a:t>Graph databases — strengths &amp; use cases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61A0577-A2A7-A703-1902-20039B520E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384214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SQL vs NoSQL — schemas &amp; queries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F0FDCB-A781-18F2-81A5-4F60B0BA49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 NoSQL — scaling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60D671-272B-6C80-1E52-13D66CD8B5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Where NoSQL shines</a:t>
            </a:r>
          </a:p>
        </p:txBody>
      </p:sp>
      <p:pic>
        <p:nvPicPr>
          <p:cNvPr id="5" name="Picture 4" descr="A digital stock market graph">
            <a:extLst>
              <a:ext uri="{FF2B5EF4-FFF2-40B4-BE49-F238E27FC236}">
                <a16:creationId xmlns:a16="http://schemas.microsoft.com/office/drawing/2014/main" id="{A87FA722-8FB9-2663-FE24-1A14FA33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00" r="11666" b="-1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Large, rapidly growing datasets with high write/read throughput</a:t>
            </a:r>
          </a:p>
          <a:p>
            <a:r>
              <a:rPr lang="en-US" sz="1700"/>
              <a:t>Low‑latency user experiences at global scale</a:t>
            </a:r>
          </a:p>
          <a:p>
            <a:r>
              <a:rPr lang="en-US" sz="1700"/>
              <a:t>Evolving data models requiring fast iteration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When to prefer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2A1204-D339-3011-2D19-D8F93EA2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07" r="26335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A6CD4-A65F-9926-8BE3-DC13E36A8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20003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Popular NoSQL databases to know (8)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3297"/>
            <a:ext cx="3464715" cy="3843666"/>
          </a:xfrm>
        </p:spPr>
        <p:txBody>
          <a:bodyPr>
            <a:normAutofit/>
          </a:bodyPr>
          <a:lstStyle/>
          <a:p>
            <a:r>
              <a:rPr lang="en-US" sz="1700"/>
              <a:t>MongoDB (document)</a:t>
            </a:r>
          </a:p>
          <a:p>
            <a:r>
              <a:rPr lang="en-US" sz="1700"/>
              <a:t>Cassandra (wide‑column)</a:t>
            </a:r>
          </a:p>
          <a:p>
            <a:r>
              <a:rPr lang="en-US" sz="1700"/>
              <a:t>Redis (key‑value/in‑memory)</a:t>
            </a:r>
          </a:p>
          <a:p>
            <a:r>
              <a:rPr lang="en-US" sz="1700"/>
              <a:t>Amazon DynamoDB (key‑value)</a:t>
            </a:r>
          </a:p>
          <a:p>
            <a:r>
              <a:rPr lang="en-US" sz="1700"/>
              <a:t>HBase (wide‑column)</a:t>
            </a:r>
          </a:p>
          <a:p>
            <a:r>
              <a:rPr lang="en-US" sz="1700"/>
              <a:t>Google Bigtable (wide‑column)</a:t>
            </a:r>
          </a:p>
          <a:p>
            <a:r>
              <a:rPr lang="en-US" sz="1700"/>
              <a:t>Neo4j (graph)</a:t>
            </a:r>
          </a:p>
          <a:p>
            <a:r>
              <a:rPr lang="en-US" sz="1700"/>
              <a:t>CouchDB (document)</a:t>
            </a:r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F1AC7286-6179-0481-4CD4-C9B333094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70" r="24696" b="389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D0BAE0-7037-84C5-BFDE-99829A9F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57"/>
            <a:ext cx="9144000" cy="446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5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Amazon DynamoDB —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70894A-57C0-8084-CE38-519EE2BB0D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066198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8" name="Picture 6" descr="Understanding Amazon DynamoDB | AWS in Plain English">
            <a:extLst>
              <a:ext uri="{FF2B5EF4-FFF2-40B4-BE49-F238E27FC236}">
                <a16:creationId xmlns:a16="http://schemas.microsoft.com/office/drawing/2014/main" id="{F675F46F-CEDE-4227-04D3-25FDD92EF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104" y="2547990"/>
            <a:ext cx="4742896" cy="21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AD857-510B-3826-21DC-6011F7A3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DynamoDB – Red Flags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103DD1-E1F6-DCCE-5AB7-A19076FBB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577147"/>
              </p:ext>
            </p:extLst>
          </p:nvPr>
        </p:nvGraphicFramePr>
        <p:xfrm>
          <a:off x="3490722" y="1058895"/>
          <a:ext cx="5410963" cy="47127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30007">
                  <a:extLst>
                    <a:ext uri="{9D8B030D-6E8A-4147-A177-3AD203B41FA5}">
                      <a16:colId xmlns:a16="http://schemas.microsoft.com/office/drawing/2014/main" val="1688213431"/>
                    </a:ext>
                  </a:extLst>
                </a:gridCol>
                <a:gridCol w="1430381">
                  <a:extLst>
                    <a:ext uri="{9D8B030D-6E8A-4147-A177-3AD203B41FA5}">
                      <a16:colId xmlns:a16="http://schemas.microsoft.com/office/drawing/2014/main" val="1430077159"/>
                    </a:ext>
                  </a:extLst>
                </a:gridCol>
                <a:gridCol w="1950575">
                  <a:extLst>
                    <a:ext uri="{9D8B030D-6E8A-4147-A177-3AD203B41FA5}">
                      <a16:colId xmlns:a16="http://schemas.microsoft.com/office/drawing/2014/main" val="3950487498"/>
                    </a:ext>
                  </a:extLst>
                </a:gridCol>
              </a:tblGrid>
              <a:tr h="409677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DynamoDB?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Better Alternative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081852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Complex joins &amp; transactions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RDS / Aurora (Postgres/MySQL)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68563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Ad-hoc analytics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Athena / Redshift / BigQuery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918003"/>
                  </a:ext>
                </a:extLst>
              </a:tr>
              <a:tr h="409677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Graph relationships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Neptune / Neo4j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816186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Text search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OpenSearch / Elasticsearch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09908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Predictable key-value access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DynamoDB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98603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Global scale, low latency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DynamoDB Global Tables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622529"/>
                  </a:ext>
                </a:extLst>
              </a:tr>
              <a:tr h="64890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Rapidly changing schema, JSON docs</a:t>
                      </a:r>
                    </a:p>
                  </a:txBody>
                  <a:tcPr marL="89710" marR="89710" marT="44855" marB="89710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⚙️</a:t>
                      </a: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MongoDB / </a:t>
                      </a:r>
                      <a:r>
                        <a:rPr lang="en-US" sz="1600" cap="none" spc="0" err="1">
                          <a:solidFill>
                            <a:schemeClr val="tx1"/>
                          </a:solidFill>
                        </a:rPr>
                        <a:t>DocumentDB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9710" marR="89710" marT="44855" marB="897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08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492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64DC3-21B9-B3EA-144C-A4809210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Disney+ and NoSQL (DynamoDB) in Action</a:t>
            </a:r>
          </a:p>
        </p:txBody>
      </p:sp>
      <p:sp>
        <p:nvSpPr>
          <p:cNvPr id="205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F961-3B95-66F5-3BBC-7C86B0382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Disney+ uses NoSQL (Amazon DynamoDB and similar systems) to power large-scale, low-latency workloads.</a:t>
            </a:r>
          </a:p>
          <a:p>
            <a:endParaRPr lang="en-US" sz="1900"/>
          </a:p>
        </p:txBody>
      </p:sp>
      <p:pic>
        <p:nvPicPr>
          <p:cNvPr id="2052" name="Picture 4" descr="Disney+: Wszystko, co musisz wiedzieć | Disney Polska">
            <a:extLst>
              <a:ext uri="{FF2B5EF4-FFF2-40B4-BE49-F238E27FC236}">
                <a16:creationId xmlns:a16="http://schemas.microsoft.com/office/drawing/2014/main" id="{64BC9D7A-05CE-BCDE-C371-066A084D4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9" r="29944" b="-1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549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8D88D-F31B-1321-4C2B-1BC0A88C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92B69-1467-BF24-9FC7-158E5CE6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Disney+ and NoSQL (DynamoDB) in Action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A45A-3784-9B1E-D80F-794DCBC5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Architecture Highlights:</a:t>
            </a:r>
          </a:p>
          <a:p>
            <a:pPr lvl="1"/>
            <a:r>
              <a:rPr lang="en-US" sz="1900"/>
              <a:t>• Global tables replicate user data (watchlists, playback state) across AWS regions.</a:t>
            </a:r>
          </a:p>
          <a:p>
            <a:pPr lvl="1"/>
            <a:r>
              <a:rPr lang="en-US" sz="1900"/>
              <a:t>• Each user’s state (e.g., continue watching, preferences) stored as key-value items.</a:t>
            </a:r>
          </a:p>
          <a:p>
            <a:pPr lvl="1"/>
            <a:r>
              <a:rPr lang="en-US" sz="1900"/>
              <a:t>• DynamoDB Streams trigger AWS Lambda for real-time synchronization across devices.</a:t>
            </a:r>
          </a:p>
          <a:p>
            <a:pPr lvl="1"/>
            <a:r>
              <a:rPr lang="en-US" sz="1900"/>
              <a:t>• Data exported to S3 and analytics pipelines (Kinesis, Databricks) for recommendations and insights.</a:t>
            </a:r>
          </a:p>
          <a:p>
            <a:pPr lvl="1"/>
            <a:r>
              <a:rPr lang="en-US" sz="1900"/>
              <a:t>• Integrated with caching layers (CloudFront, Redis) for ultra-low-latency content delivery.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76760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605E8-EDEC-5CE3-8C0D-D5697B29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83299-FEB0-0C79-0689-CF5C6731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Disney+ and NoSQL (DynamoDB) in Action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9EF2-6358-B463-18C2-180C98883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Benefits Achieved:</a:t>
            </a:r>
          </a:p>
          <a:p>
            <a:pPr lvl="1"/>
            <a:r>
              <a:rPr lang="en-US" sz="1900"/>
              <a:t>• Millisecond read/write performance globally.</a:t>
            </a:r>
          </a:p>
          <a:p>
            <a:pPr lvl="1"/>
            <a:r>
              <a:rPr lang="en-US" sz="1900"/>
              <a:t>• Schema flexibility for evolving features (profiles, watchlists, personalization).</a:t>
            </a:r>
          </a:p>
          <a:p>
            <a:pPr lvl="1"/>
            <a:r>
              <a:rPr lang="en-US" sz="1900"/>
              <a:t>• Fully managed scaling for unpredictable traffic (launches, premieres, live events).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926034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DynamoDB — core concepts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A39699-CCA3-5A40-0FFD-28F51D484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13420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67E63-DE89-EE6A-6471-3131993E4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- VALUE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DE9D0-8E6D-97E3-575B-1599224BF990}"/>
              </a:ext>
            </a:extLst>
          </p:cNvPr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{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"PK": "USER#123",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"SK": "PROFILE",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"name": "Ada Lovelace",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"email": "ada@example.com",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"isActive": true,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"loginCount": 42,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"prefs": { "theme": "dark", "lang": "en" },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"tags": ["founder", "beta"],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  "expiresAt": 1750000000</a:t>
            </a:r>
          </a:p>
          <a:p>
            <a:pPr mar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647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DynamoDB — capacity &amp; scaling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B5DA29-F70C-6A8F-7586-B97914859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00467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DynamoDB — performance patterns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5C1D9D-B0B8-F88C-B80F-9AB6E8A6D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368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DynamoDB — resilience &amp; global scale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147C30-2A39-4F0D-2EB2-0C7BFCB28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37000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DynamoDB — security &amp; compliance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B33754-5A2F-0BAA-7353-D44739ADB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01344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DynamoDB — common use cases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73BD21-6FB6-EC6C-3E69-BFCE37023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87105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3D77C-9A03-B9E1-CF90-5272E5E8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Top clients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4A9CB01-3041-0B06-17BB-6B8897F646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95080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73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2362"/>
            <a:ext cx="4711446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Pitfalls &amp; anti‑patterns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6085" y="1232452"/>
            <a:ext cx="24003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Treating DynamoDB like a relational DB (ad‑hoc joins)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Best practices &amp; next steps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F88397-840C-10FB-5F44-178439138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19172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Sources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EECB4B-2CB8-8DB7-C099-863EBF36E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4708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1332</Words>
  <Application>Microsoft Office PowerPoint</Application>
  <PresentationFormat>On-screen Show (4:3)</PresentationFormat>
  <Paragraphs>163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NoSQL Databases Lecture 1</vt:lpstr>
      <vt:lpstr>Agenda</vt:lpstr>
      <vt:lpstr>What is NoSQL?</vt:lpstr>
      <vt:lpstr>Why NoSQL now?</vt:lpstr>
      <vt:lpstr>SQL vs NoSQL — quick comparison</vt:lpstr>
      <vt:lpstr>Core NoSQL data models</vt:lpstr>
      <vt:lpstr>Key‑value stores — strengths &amp; use cases</vt:lpstr>
      <vt:lpstr>Document databases — strengths &amp; use cases</vt:lpstr>
      <vt:lpstr>Wide‑column stores — strengths &amp; use cases</vt:lpstr>
      <vt:lpstr>Graph databases — strengths &amp; use cases</vt:lpstr>
      <vt:lpstr>SQL vs NoSQL — schemas &amp; queries</vt:lpstr>
      <vt:lpstr>SQL vs NoSQL — scaling</vt:lpstr>
      <vt:lpstr>Where NoSQL shines</vt:lpstr>
      <vt:lpstr>When to prefer SQL</vt:lpstr>
      <vt:lpstr>Popular NoSQL databases to know (8)</vt:lpstr>
      <vt:lpstr>PowerPoint Presentation</vt:lpstr>
      <vt:lpstr>Amazon DynamoDB — overview</vt:lpstr>
      <vt:lpstr>DynamoDB – Red Flags</vt:lpstr>
      <vt:lpstr>Disney+ and NoSQL (DynamoDB) in Action</vt:lpstr>
      <vt:lpstr>Disney+ and NoSQL (DynamoDB) in Action</vt:lpstr>
      <vt:lpstr>Disney+ and NoSQL (DynamoDB) in Action</vt:lpstr>
      <vt:lpstr>DynamoDB — core concepts</vt:lpstr>
      <vt:lpstr>KEY - VALUE</vt:lpstr>
      <vt:lpstr>DynamoDB — capacity &amp; scaling</vt:lpstr>
      <vt:lpstr>DynamoDB — performance patterns</vt:lpstr>
      <vt:lpstr>DynamoDB — resilience &amp; global scale</vt:lpstr>
      <vt:lpstr>DynamoDB — security &amp; compliance</vt:lpstr>
      <vt:lpstr>DynamoDB — common use cases</vt:lpstr>
      <vt:lpstr>Top clients</vt:lpstr>
      <vt:lpstr>Pitfalls &amp; anti‑patterns</vt:lpstr>
      <vt:lpstr>Best practices &amp; next steps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2025-10-05T19:47:17Z</dcterms:modified>
  <cp:category/>
</cp:coreProperties>
</file>