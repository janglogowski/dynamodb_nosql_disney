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2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42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image" Target="../media/image2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svg"/><Relationship Id="rId1" Type="http://schemas.openxmlformats.org/officeDocument/2006/relationships/image" Target="../media/image55.png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60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4.svg"/><Relationship Id="rId1" Type="http://schemas.openxmlformats.org/officeDocument/2006/relationships/image" Target="../media/image63.png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42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svg"/><Relationship Id="rId1" Type="http://schemas.openxmlformats.org/officeDocument/2006/relationships/image" Target="../media/image67.png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D436A4-F484-4F59-82A3-54E26E2728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9D41392-5C62-477F-8C8A-5F86583F6681}">
      <dgm:prSet/>
      <dgm:spPr/>
      <dgm:t>
        <a:bodyPr/>
        <a:lstStyle/>
        <a:p>
          <a:r>
            <a:rPr lang="en-US"/>
            <a:t>• Interactive query service for analyzing data in S3 using SQL.</a:t>
          </a:r>
        </a:p>
      </dgm:t>
    </dgm:pt>
    <dgm:pt modelId="{424F9982-0639-42B4-91E9-BAFC596D255F}" type="parTrans" cxnId="{6356AB5A-1B78-43EC-9588-FF131671DC4D}">
      <dgm:prSet/>
      <dgm:spPr/>
      <dgm:t>
        <a:bodyPr/>
        <a:lstStyle/>
        <a:p>
          <a:endParaRPr lang="en-US"/>
        </a:p>
      </dgm:t>
    </dgm:pt>
    <dgm:pt modelId="{D98406DF-E685-42EB-AAB1-29650100C17A}" type="sibTrans" cxnId="{6356AB5A-1B78-43EC-9588-FF131671DC4D}">
      <dgm:prSet/>
      <dgm:spPr/>
      <dgm:t>
        <a:bodyPr/>
        <a:lstStyle/>
        <a:p>
          <a:endParaRPr lang="en-US"/>
        </a:p>
      </dgm:t>
    </dgm:pt>
    <dgm:pt modelId="{CFFB6CEF-0DC0-4192-8A80-42F7DF106574}">
      <dgm:prSet/>
      <dgm:spPr/>
      <dgm:t>
        <a:bodyPr/>
        <a:lstStyle/>
        <a:p>
          <a:r>
            <a:rPr lang="en-US"/>
            <a:t>• Fully serverless – no infrastructure to manage.</a:t>
          </a:r>
        </a:p>
      </dgm:t>
    </dgm:pt>
    <dgm:pt modelId="{C268591D-9956-4DFA-8503-F1FEFDEB96C0}" type="parTrans" cxnId="{B0E49866-8020-4BAC-AEA7-C9614C33966E}">
      <dgm:prSet/>
      <dgm:spPr/>
      <dgm:t>
        <a:bodyPr/>
        <a:lstStyle/>
        <a:p>
          <a:endParaRPr lang="en-US"/>
        </a:p>
      </dgm:t>
    </dgm:pt>
    <dgm:pt modelId="{203CF503-C75B-478D-B516-D67567585D29}" type="sibTrans" cxnId="{B0E49866-8020-4BAC-AEA7-C9614C33966E}">
      <dgm:prSet/>
      <dgm:spPr/>
      <dgm:t>
        <a:bodyPr/>
        <a:lstStyle/>
        <a:p>
          <a:endParaRPr lang="en-US"/>
        </a:p>
      </dgm:t>
    </dgm:pt>
    <dgm:pt modelId="{DEED107D-C070-4D95-BCBF-6FD87C82D940}">
      <dgm:prSet/>
      <dgm:spPr/>
      <dgm:t>
        <a:bodyPr/>
        <a:lstStyle/>
        <a:p>
          <a:r>
            <a:rPr lang="en-US"/>
            <a:t>• Query data directly in S3; no loading required.</a:t>
          </a:r>
        </a:p>
      </dgm:t>
    </dgm:pt>
    <dgm:pt modelId="{90F0F469-85D4-4765-BD89-9C30A4E71C8F}" type="parTrans" cxnId="{DC07B9C7-D4C1-4BEF-902E-68E1B964726D}">
      <dgm:prSet/>
      <dgm:spPr/>
      <dgm:t>
        <a:bodyPr/>
        <a:lstStyle/>
        <a:p>
          <a:endParaRPr lang="en-US"/>
        </a:p>
      </dgm:t>
    </dgm:pt>
    <dgm:pt modelId="{B74A143E-60E3-4F69-B49F-EA03929A36EC}" type="sibTrans" cxnId="{DC07B9C7-D4C1-4BEF-902E-68E1B964726D}">
      <dgm:prSet/>
      <dgm:spPr/>
      <dgm:t>
        <a:bodyPr/>
        <a:lstStyle/>
        <a:p>
          <a:endParaRPr lang="en-US"/>
        </a:p>
      </dgm:t>
    </dgm:pt>
    <dgm:pt modelId="{7DA69CED-60D1-477B-874E-71CE10E38AD9}" type="pres">
      <dgm:prSet presAssocID="{0CD436A4-F484-4F59-82A3-54E26E2728C7}" presName="linear" presStyleCnt="0">
        <dgm:presLayoutVars>
          <dgm:animLvl val="lvl"/>
          <dgm:resizeHandles val="exact"/>
        </dgm:presLayoutVars>
      </dgm:prSet>
      <dgm:spPr/>
    </dgm:pt>
    <dgm:pt modelId="{1536AB72-D028-4C94-8663-116FCE892D3C}" type="pres">
      <dgm:prSet presAssocID="{59D41392-5C62-477F-8C8A-5F86583F668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2ABEA94-E3EE-47DE-BDA8-4EB06BC80169}" type="pres">
      <dgm:prSet presAssocID="{D98406DF-E685-42EB-AAB1-29650100C17A}" presName="spacer" presStyleCnt="0"/>
      <dgm:spPr/>
    </dgm:pt>
    <dgm:pt modelId="{DAAE701C-8644-402B-BB56-C64BDD5BEDA9}" type="pres">
      <dgm:prSet presAssocID="{CFFB6CEF-0DC0-4192-8A80-42F7DF10657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DAF5D4C-4A45-40B0-9568-E54250AD4DFA}" type="pres">
      <dgm:prSet presAssocID="{203CF503-C75B-478D-B516-D67567585D29}" presName="spacer" presStyleCnt="0"/>
      <dgm:spPr/>
    </dgm:pt>
    <dgm:pt modelId="{7FB45E83-EBBC-4D5A-A6A3-EC4C32021B7D}" type="pres">
      <dgm:prSet presAssocID="{DEED107D-C070-4D95-BCBF-6FD87C82D9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1FFF0F-3E02-4454-A3D1-A5CFF9B3A5C3}" type="presOf" srcId="{0CD436A4-F484-4F59-82A3-54E26E2728C7}" destId="{7DA69CED-60D1-477B-874E-71CE10E38AD9}" srcOrd="0" destOrd="0" presId="urn:microsoft.com/office/officeart/2005/8/layout/vList2"/>
    <dgm:cxn modelId="{B0E49866-8020-4BAC-AEA7-C9614C33966E}" srcId="{0CD436A4-F484-4F59-82A3-54E26E2728C7}" destId="{CFFB6CEF-0DC0-4192-8A80-42F7DF106574}" srcOrd="1" destOrd="0" parTransId="{C268591D-9956-4DFA-8503-F1FEFDEB96C0}" sibTransId="{203CF503-C75B-478D-B516-D67567585D29}"/>
    <dgm:cxn modelId="{DF2A8B70-5BD9-464E-83D7-1CE2D1BD51EA}" type="presOf" srcId="{CFFB6CEF-0DC0-4192-8A80-42F7DF106574}" destId="{DAAE701C-8644-402B-BB56-C64BDD5BEDA9}" srcOrd="0" destOrd="0" presId="urn:microsoft.com/office/officeart/2005/8/layout/vList2"/>
    <dgm:cxn modelId="{6356AB5A-1B78-43EC-9588-FF131671DC4D}" srcId="{0CD436A4-F484-4F59-82A3-54E26E2728C7}" destId="{59D41392-5C62-477F-8C8A-5F86583F6681}" srcOrd="0" destOrd="0" parTransId="{424F9982-0639-42B4-91E9-BAFC596D255F}" sibTransId="{D98406DF-E685-42EB-AAB1-29650100C17A}"/>
    <dgm:cxn modelId="{772D2A7E-408C-411D-8BC0-492A27A834B5}" type="presOf" srcId="{59D41392-5C62-477F-8C8A-5F86583F6681}" destId="{1536AB72-D028-4C94-8663-116FCE892D3C}" srcOrd="0" destOrd="0" presId="urn:microsoft.com/office/officeart/2005/8/layout/vList2"/>
    <dgm:cxn modelId="{DC07B9C7-D4C1-4BEF-902E-68E1B964726D}" srcId="{0CD436A4-F484-4F59-82A3-54E26E2728C7}" destId="{DEED107D-C070-4D95-BCBF-6FD87C82D940}" srcOrd="2" destOrd="0" parTransId="{90F0F469-85D4-4765-BD89-9C30A4E71C8F}" sibTransId="{B74A143E-60E3-4F69-B49F-EA03929A36EC}"/>
    <dgm:cxn modelId="{C619C4E5-273C-4861-A5E4-56E8B5812CFD}" type="presOf" srcId="{DEED107D-C070-4D95-BCBF-6FD87C82D940}" destId="{7FB45E83-EBBC-4D5A-A6A3-EC4C32021B7D}" srcOrd="0" destOrd="0" presId="urn:microsoft.com/office/officeart/2005/8/layout/vList2"/>
    <dgm:cxn modelId="{2CEB1D44-294B-4B44-BE4E-B306E2160473}" type="presParOf" srcId="{7DA69CED-60D1-477B-874E-71CE10E38AD9}" destId="{1536AB72-D028-4C94-8663-116FCE892D3C}" srcOrd="0" destOrd="0" presId="urn:microsoft.com/office/officeart/2005/8/layout/vList2"/>
    <dgm:cxn modelId="{24D8589B-6FC6-493A-9D39-B0BC299F493E}" type="presParOf" srcId="{7DA69CED-60D1-477B-874E-71CE10E38AD9}" destId="{82ABEA94-E3EE-47DE-BDA8-4EB06BC80169}" srcOrd="1" destOrd="0" presId="urn:microsoft.com/office/officeart/2005/8/layout/vList2"/>
    <dgm:cxn modelId="{417D3C34-E9CE-4894-91A2-02401D7FF6CF}" type="presParOf" srcId="{7DA69CED-60D1-477B-874E-71CE10E38AD9}" destId="{DAAE701C-8644-402B-BB56-C64BDD5BEDA9}" srcOrd="2" destOrd="0" presId="urn:microsoft.com/office/officeart/2005/8/layout/vList2"/>
    <dgm:cxn modelId="{645B4A8E-8C14-420E-98FF-2E137CAF4B7E}" type="presParOf" srcId="{7DA69CED-60D1-477B-874E-71CE10E38AD9}" destId="{ADAF5D4C-4A45-40B0-9568-E54250AD4DFA}" srcOrd="3" destOrd="0" presId="urn:microsoft.com/office/officeart/2005/8/layout/vList2"/>
    <dgm:cxn modelId="{19FBE2B1-67A1-414E-8BC4-EEFFD9A8BC65}" type="presParOf" srcId="{7DA69CED-60D1-477B-874E-71CE10E38AD9}" destId="{7FB45E83-EBBC-4D5A-A6A3-EC4C32021B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D613CE-9670-4C19-B504-CECE2277EF9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C0443E-3787-4DD0-B846-7C4AB3F7AC7C}">
      <dgm:prSet/>
      <dgm:spPr/>
      <dgm:t>
        <a:bodyPr/>
        <a:lstStyle/>
        <a:p>
          <a:r>
            <a:rPr lang="en-US"/>
            <a:t>• Supports CSV, JSON, Avro, Parquet, ORC formats.</a:t>
          </a:r>
        </a:p>
      </dgm:t>
    </dgm:pt>
    <dgm:pt modelId="{AA0847CF-ED1A-4860-AB7B-81CA6D4FC785}" type="parTrans" cxnId="{91CF9C92-228A-43D4-A30E-FA72C259759C}">
      <dgm:prSet/>
      <dgm:spPr/>
      <dgm:t>
        <a:bodyPr/>
        <a:lstStyle/>
        <a:p>
          <a:endParaRPr lang="en-US"/>
        </a:p>
      </dgm:t>
    </dgm:pt>
    <dgm:pt modelId="{FE762A8D-E7A1-43EE-ABE6-10A6D897305D}" type="sibTrans" cxnId="{91CF9C92-228A-43D4-A30E-FA72C259759C}">
      <dgm:prSet/>
      <dgm:spPr/>
      <dgm:t>
        <a:bodyPr/>
        <a:lstStyle/>
        <a:p>
          <a:endParaRPr lang="en-US"/>
        </a:p>
      </dgm:t>
    </dgm:pt>
    <dgm:pt modelId="{98565D03-D8F0-46DE-9A51-26A14E4F3A0C}">
      <dgm:prSet/>
      <dgm:spPr/>
      <dgm:t>
        <a:bodyPr/>
        <a:lstStyle/>
        <a:p>
          <a:r>
            <a:rPr lang="en-US"/>
            <a:t>• Built on open-source engines (Trino/Presto).</a:t>
          </a:r>
        </a:p>
      </dgm:t>
    </dgm:pt>
    <dgm:pt modelId="{1AE31342-5FEF-4D95-8379-A59680A83876}" type="parTrans" cxnId="{F0168E95-9143-4B22-9858-B6AFD8E6CD49}">
      <dgm:prSet/>
      <dgm:spPr/>
      <dgm:t>
        <a:bodyPr/>
        <a:lstStyle/>
        <a:p>
          <a:endParaRPr lang="en-US"/>
        </a:p>
      </dgm:t>
    </dgm:pt>
    <dgm:pt modelId="{179E08AA-33A0-4237-914F-4A065FFB8238}" type="sibTrans" cxnId="{F0168E95-9143-4B22-9858-B6AFD8E6CD49}">
      <dgm:prSet/>
      <dgm:spPr/>
      <dgm:t>
        <a:bodyPr/>
        <a:lstStyle/>
        <a:p>
          <a:endParaRPr lang="en-US"/>
        </a:p>
      </dgm:t>
    </dgm:pt>
    <dgm:pt modelId="{2C73AA61-C13D-4663-B284-DB3488F826EE}">
      <dgm:prSet/>
      <dgm:spPr/>
      <dgm:t>
        <a:bodyPr/>
        <a:lstStyle/>
        <a:p>
          <a:r>
            <a:rPr lang="en-US"/>
            <a:t>• Query structured, semi-structured, and unstructured data.</a:t>
          </a:r>
        </a:p>
      </dgm:t>
    </dgm:pt>
    <dgm:pt modelId="{4FACCA28-71B9-4DCB-A179-12041A5B0B95}" type="parTrans" cxnId="{4D703717-833F-4598-978D-28F66DBC3166}">
      <dgm:prSet/>
      <dgm:spPr/>
      <dgm:t>
        <a:bodyPr/>
        <a:lstStyle/>
        <a:p>
          <a:endParaRPr lang="en-US"/>
        </a:p>
      </dgm:t>
    </dgm:pt>
    <dgm:pt modelId="{19362B24-9A87-4167-8B04-7D0976A464A3}" type="sibTrans" cxnId="{4D703717-833F-4598-978D-28F66DBC3166}">
      <dgm:prSet/>
      <dgm:spPr/>
      <dgm:t>
        <a:bodyPr/>
        <a:lstStyle/>
        <a:p>
          <a:endParaRPr lang="en-US"/>
        </a:p>
      </dgm:t>
    </dgm:pt>
    <dgm:pt modelId="{C77281F9-0FCE-4B8E-A985-6F45B4F95469}" type="pres">
      <dgm:prSet presAssocID="{A3D613CE-9670-4C19-B504-CECE2277EF90}" presName="linear" presStyleCnt="0">
        <dgm:presLayoutVars>
          <dgm:animLvl val="lvl"/>
          <dgm:resizeHandles val="exact"/>
        </dgm:presLayoutVars>
      </dgm:prSet>
      <dgm:spPr/>
    </dgm:pt>
    <dgm:pt modelId="{3A3B4773-08E7-4B60-BD1D-FA02CC370CE3}" type="pres">
      <dgm:prSet presAssocID="{D4C0443E-3787-4DD0-B846-7C4AB3F7AC7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FA6736-4362-45AF-A6A5-F94EBF2518C0}" type="pres">
      <dgm:prSet presAssocID="{FE762A8D-E7A1-43EE-ABE6-10A6D897305D}" presName="spacer" presStyleCnt="0"/>
      <dgm:spPr/>
    </dgm:pt>
    <dgm:pt modelId="{364CD7ED-34EB-4810-87D0-24D707E96C91}" type="pres">
      <dgm:prSet presAssocID="{98565D03-D8F0-46DE-9A51-26A14E4F3A0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2FA5EA-7EE8-4536-BD01-506EEA226D20}" type="pres">
      <dgm:prSet presAssocID="{179E08AA-33A0-4237-914F-4A065FFB8238}" presName="spacer" presStyleCnt="0"/>
      <dgm:spPr/>
    </dgm:pt>
    <dgm:pt modelId="{1F50A9E8-4B52-4A29-B4C2-021C9B25B022}" type="pres">
      <dgm:prSet presAssocID="{2C73AA61-C13D-4663-B284-DB3488F826E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703717-833F-4598-978D-28F66DBC3166}" srcId="{A3D613CE-9670-4C19-B504-CECE2277EF90}" destId="{2C73AA61-C13D-4663-B284-DB3488F826EE}" srcOrd="2" destOrd="0" parTransId="{4FACCA28-71B9-4DCB-A179-12041A5B0B95}" sibTransId="{19362B24-9A87-4167-8B04-7D0976A464A3}"/>
    <dgm:cxn modelId="{E32CF636-A287-4288-AFCF-15212D4BC328}" type="presOf" srcId="{A3D613CE-9670-4C19-B504-CECE2277EF90}" destId="{C77281F9-0FCE-4B8E-A985-6F45B4F95469}" srcOrd="0" destOrd="0" presId="urn:microsoft.com/office/officeart/2005/8/layout/vList2"/>
    <dgm:cxn modelId="{C3BB1746-AE9A-47C0-91BC-702463E18E9D}" type="presOf" srcId="{2C73AA61-C13D-4663-B284-DB3488F826EE}" destId="{1F50A9E8-4B52-4A29-B4C2-021C9B25B022}" srcOrd="0" destOrd="0" presId="urn:microsoft.com/office/officeart/2005/8/layout/vList2"/>
    <dgm:cxn modelId="{79343F6C-B46A-443A-A5CD-D43EC65E2544}" type="presOf" srcId="{D4C0443E-3787-4DD0-B846-7C4AB3F7AC7C}" destId="{3A3B4773-08E7-4B60-BD1D-FA02CC370CE3}" srcOrd="0" destOrd="0" presId="urn:microsoft.com/office/officeart/2005/8/layout/vList2"/>
    <dgm:cxn modelId="{91CF9C92-228A-43D4-A30E-FA72C259759C}" srcId="{A3D613CE-9670-4C19-B504-CECE2277EF90}" destId="{D4C0443E-3787-4DD0-B846-7C4AB3F7AC7C}" srcOrd="0" destOrd="0" parTransId="{AA0847CF-ED1A-4860-AB7B-81CA6D4FC785}" sibTransId="{FE762A8D-E7A1-43EE-ABE6-10A6D897305D}"/>
    <dgm:cxn modelId="{F0168E95-9143-4B22-9858-B6AFD8E6CD49}" srcId="{A3D613CE-9670-4C19-B504-CECE2277EF90}" destId="{98565D03-D8F0-46DE-9A51-26A14E4F3A0C}" srcOrd="1" destOrd="0" parTransId="{1AE31342-5FEF-4D95-8379-A59680A83876}" sibTransId="{179E08AA-33A0-4237-914F-4A065FFB8238}"/>
    <dgm:cxn modelId="{603A71A2-5F99-4959-B516-6BA2731D64A9}" type="presOf" srcId="{98565D03-D8F0-46DE-9A51-26A14E4F3A0C}" destId="{364CD7ED-34EB-4810-87D0-24D707E96C91}" srcOrd="0" destOrd="0" presId="urn:microsoft.com/office/officeart/2005/8/layout/vList2"/>
    <dgm:cxn modelId="{1610C56D-CEB2-4E1A-84C1-A197BE26F3AF}" type="presParOf" srcId="{C77281F9-0FCE-4B8E-A985-6F45B4F95469}" destId="{3A3B4773-08E7-4B60-BD1D-FA02CC370CE3}" srcOrd="0" destOrd="0" presId="urn:microsoft.com/office/officeart/2005/8/layout/vList2"/>
    <dgm:cxn modelId="{A58C6AD9-A9E1-4219-80D2-D91E8077EB13}" type="presParOf" srcId="{C77281F9-0FCE-4B8E-A985-6F45B4F95469}" destId="{3DFA6736-4362-45AF-A6A5-F94EBF2518C0}" srcOrd="1" destOrd="0" presId="urn:microsoft.com/office/officeart/2005/8/layout/vList2"/>
    <dgm:cxn modelId="{03090517-8697-4168-9ED9-8C6950FFA20F}" type="presParOf" srcId="{C77281F9-0FCE-4B8E-A985-6F45B4F95469}" destId="{364CD7ED-34EB-4810-87D0-24D707E96C91}" srcOrd="2" destOrd="0" presId="urn:microsoft.com/office/officeart/2005/8/layout/vList2"/>
    <dgm:cxn modelId="{BA934C29-F1AF-4DDD-AF2F-18C05CCA0674}" type="presParOf" srcId="{C77281F9-0FCE-4B8E-A985-6F45B4F95469}" destId="{082FA5EA-7EE8-4536-BD01-506EEA226D20}" srcOrd="3" destOrd="0" presId="urn:microsoft.com/office/officeart/2005/8/layout/vList2"/>
    <dgm:cxn modelId="{940C117B-3834-4BA4-9077-7E1DD4245F45}" type="presParOf" srcId="{C77281F9-0FCE-4B8E-A985-6F45B4F95469}" destId="{1F50A9E8-4B52-4A29-B4C2-021C9B25B02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BB5AA1-D3D0-4D14-90FB-BAA4B966F6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D8B7155-2D54-405C-AD0A-D321AF693B6D}">
      <dgm:prSet/>
      <dgm:spPr/>
      <dgm:t>
        <a:bodyPr/>
        <a:lstStyle/>
        <a:p>
          <a:r>
            <a:rPr lang="en-US"/>
            <a:t>• Ad-hoc queries on logs or event data.</a:t>
          </a:r>
        </a:p>
      </dgm:t>
    </dgm:pt>
    <dgm:pt modelId="{8C076238-CD03-4B9B-8093-DCCB84B84B59}" type="parTrans" cxnId="{D2CD1BE6-3B15-4F95-83E3-2BBF559F9C91}">
      <dgm:prSet/>
      <dgm:spPr/>
      <dgm:t>
        <a:bodyPr/>
        <a:lstStyle/>
        <a:p>
          <a:endParaRPr lang="en-US"/>
        </a:p>
      </dgm:t>
    </dgm:pt>
    <dgm:pt modelId="{DBBE5930-E1B5-4C19-B190-B8F3FECDE45E}" type="sibTrans" cxnId="{D2CD1BE6-3B15-4F95-83E3-2BBF559F9C91}">
      <dgm:prSet/>
      <dgm:spPr/>
      <dgm:t>
        <a:bodyPr/>
        <a:lstStyle/>
        <a:p>
          <a:endParaRPr lang="en-US"/>
        </a:p>
      </dgm:t>
    </dgm:pt>
    <dgm:pt modelId="{B79D1C08-E252-482C-84D3-0A3BD12486EC}">
      <dgm:prSet/>
      <dgm:spPr/>
      <dgm:t>
        <a:bodyPr/>
        <a:lstStyle/>
        <a:p>
          <a:r>
            <a:rPr lang="en-US"/>
            <a:t>• Data lake analytics on S3.</a:t>
          </a:r>
        </a:p>
      </dgm:t>
    </dgm:pt>
    <dgm:pt modelId="{FA950E8C-18A3-4254-8BA8-16F63BA09A01}" type="parTrans" cxnId="{5254DD5F-3224-45BD-9E8E-EF2582D9D3D8}">
      <dgm:prSet/>
      <dgm:spPr/>
      <dgm:t>
        <a:bodyPr/>
        <a:lstStyle/>
        <a:p>
          <a:endParaRPr lang="en-US"/>
        </a:p>
      </dgm:t>
    </dgm:pt>
    <dgm:pt modelId="{9E8D796F-57A9-4427-8BE3-57450F7D2466}" type="sibTrans" cxnId="{5254DD5F-3224-45BD-9E8E-EF2582D9D3D8}">
      <dgm:prSet/>
      <dgm:spPr/>
      <dgm:t>
        <a:bodyPr/>
        <a:lstStyle/>
        <a:p>
          <a:endParaRPr lang="en-US"/>
        </a:p>
      </dgm:t>
    </dgm:pt>
    <dgm:pt modelId="{D5F805BA-2AC8-4819-BA7A-25A66A488F95}">
      <dgm:prSet/>
      <dgm:spPr/>
      <dgm:t>
        <a:bodyPr/>
        <a:lstStyle/>
        <a:p>
          <a:r>
            <a:rPr lang="en-US"/>
            <a:t>• Integration with BI tools (ODBC/JDBC).</a:t>
          </a:r>
        </a:p>
      </dgm:t>
    </dgm:pt>
    <dgm:pt modelId="{E349EBED-FCCD-4F87-9E8B-402C587FEFA8}" type="parTrans" cxnId="{7B4A67F2-78CB-4449-890A-205C6D0E45E2}">
      <dgm:prSet/>
      <dgm:spPr/>
      <dgm:t>
        <a:bodyPr/>
        <a:lstStyle/>
        <a:p>
          <a:endParaRPr lang="en-US"/>
        </a:p>
      </dgm:t>
    </dgm:pt>
    <dgm:pt modelId="{3849DDF0-E260-4D86-92E5-4D6AAD56B499}" type="sibTrans" cxnId="{7B4A67F2-78CB-4449-890A-205C6D0E45E2}">
      <dgm:prSet/>
      <dgm:spPr/>
      <dgm:t>
        <a:bodyPr/>
        <a:lstStyle/>
        <a:p>
          <a:endParaRPr lang="en-US"/>
        </a:p>
      </dgm:t>
    </dgm:pt>
    <dgm:pt modelId="{717500CF-D2FB-4769-8BA3-4B6B263C7446}">
      <dgm:prSet/>
      <dgm:spPr/>
      <dgm:t>
        <a:bodyPr/>
        <a:lstStyle/>
        <a:p>
          <a:r>
            <a:rPr lang="en-US"/>
            <a:t>• Schema-on-read for fast exploration.</a:t>
          </a:r>
        </a:p>
      </dgm:t>
    </dgm:pt>
    <dgm:pt modelId="{02846B6C-AEFE-495F-956D-F1165B55CBB0}" type="parTrans" cxnId="{C6315C77-9427-4C2D-8A8B-41BC8C361A8F}">
      <dgm:prSet/>
      <dgm:spPr/>
      <dgm:t>
        <a:bodyPr/>
        <a:lstStyle/>
        <a:p>
          <a:endParaRPr lang="en-US"/>
        </a:p>
      </dgm:t>
    </dgm:pt>
    <dgm:pt modelId="{D34759C5-78CF-4491-BE0B-A2D8C646A9E2}" type="sibTrans" cxnId="{C6315C77-9427-4C2D-8A8B-41BC8C361A8F}">
      <dgm:prSet/>
      <dgm:spPr/>
      <dgm:t>
        <a:bodyPr/>
        <a:lstStyle/>
        <a:p>
          <a:endParaRPr lang="en-US"/>
        </a:p>
      </dgm:t>
    </dgm:pt>
    <dgm:pt modelId="{6E834707-6E1E-4304-8788-29DA6A607635}" type="pres">
      <dgm:prSet presAssocID="{44BB5AA1-D3D0-4D14-90FB-BAA4B966F6D2}" presName="root" presStyleCnt="0">
        <dgm:presLayoutVars>
          <dgm:dir/>
          <dgm:resizeHandles val="exact"/>
        </dgm:presLayoutVars>
      </dgm:prSet>
      <dgm:spPr/>
    </dgm:pt>
    <dgm:pt modelId="{E640661E-D330-4E28-8818-A8F22677A351}" type="pres">
      <dgm:prSet presAssocID="{AD8B7155-2D54-405C-AD0A-D321AF693B6D}" presName="compNode" presStyleCnt="0"/>
      <dgm:spPr/>
    </dgm:pt>
    <dgm:pt modelId="{EAAF360E-5812-48A5-8D4A-BF2BDD448F2F}" type="pres">
      <dgm:prSet presAssocID="{AD8B7155-2D54-405C-AD0A-D321AF693B6D}" presName="bgRect" presStyleLbl="bgShp" presStyleIdx="0" presStyleCnt="4"/>
      <dgm:spPr/>
    </dgm:pt>
    <dgm:pt modelId="{8EF87874-91CA-443F-B16C-FEFBBD5E6A48}" type="pres">
      <dgm:prSet presAssocID="{AD8B7155-2D54-405C-AD0A-D321AF693B6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9BF2A6DA-578A-4A5B-A449-9599E1305713}" type="pres">
      <dgm:prSet presAssocID="{AD8B7155-2D54-405C-AD0A-D321AF693B6D}" presName="spaceRect" presStyleCnt="0"/>
      <dgm:spPr/>
    </dgm:pt>
    <dgm:pt modelId="{0D7ED37F-634B-4232-B8D2-F40A10D2038B}" type="pres">
      <dgm:prSet presAssocID="{AD8B7155-2D54-405C-AD0A-D321AF693B6D}" presName="parTx" presStyleLbl="revTx" presStyleIdx="0" presStyleCnt="4">
        <dgm:presLayoutVars>
          <dgm:chMax val="0"/>
          <dgm:chPref val="0"/>
        </dgm:presLayoutVars>
      </dgm:prSet>
      <dgm:spPr/>
    </dgm:pt>
    <dgm:pt modelId="{0D5FAA61-41BC-4B0F-AD2C-F009CACE6B90}" type="pres">
      <dgm:prSet presAssocID="{DBBE5930-E1B5-4C19-B190-B8F3FECDE45E}" presName="sibTrans" presStyleCnt="0"/>
      <dgm:spPr/>
    </dgm:pt>
    <dgm:pt modelId="{E9B5D779-5761-415D-9317-58CC56D72BAB}" type="pres">
      <dgm:prSet presAssocID="{B79D1C08-E252-482C-84D3-0A3BD12486EC}" presName="compNode" presStyleCnt="0"/>
      <dgm:spPr/>
    </dgm:pt>
    <dgm:pt modelId="{CAEC527A-C060-4021-8E08-82447B121A71}" type="pres">
      <dgm:prSet presAssocID="{B79D1C08-E252-482C-84D3-0A3BD12486EC}" presName="bgRect" presStyleLbl="bgShp" presStyleIdx="1" presStyleCnt="4"/>
      <dgm:spPr/>
    </dgm:pt>
    <dgm:pt modelId="{B3C132EF-B2E4-46E7-A48B-920E813A7787}" type="pres">
      <dgm:prSet presAssocID="{B79D1C08-E252-482C-84D3-0A3BD12486E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8799F00-654B-4CE8-BC0F-748EB323C1D1}" type="pres">
      <dgm:prSet presAssocID="{B79D1C08-E252-482C-84D3-0A3BD12486EC}" presName="spaceRect" presStyleCnt="0"/>
      <dgm:spPr/>
    </dgm:pt>
    <dgm:pt modelId="{A8C6068D-9E34-414B-8A2E-A1FA3F306F01}" type="pres">
      <dgm:prSet presAssocID="{B79D1C08-E252-482C-84D3-0A3BD12486EC}" presName="parTx" presStyleLbl="revTx" presStyleIdx="1" presStyleCnt="4">
        <dgm:presLayoutVars>
          <dgm:chMax val="0"/>
          <dgm:chPref val="0"/>
        </dgm:presLayoutVars>
      </dgm:prSet>
      <dgm:spPr/>
    </dgm:pt>
    <dgm:pt modelId="{211310E7-AAAA-460F-86A8-2AE4187538FE}" type="pres">
      <dgm:prSet presAssocID="{9E8D796F-57A9-4427-8BE3-57450F7D2466}" presName="sibTrans" presStyleCnt="0"/>
      <dgm:spPr/>
    </dgm:pt>
    <dgm:pt modelId="{17DCBB7A-C725-4217-86EB-D7FB64DD8DEB}" type="pres">
      <dgm:prSet presAssocID="{D5F805BA-2AC8-4819-BA7A-25A66A488F95}" presName="compNode" presStyleCnt="0"/>
      <dgm:spPr/>
    </dgm:pt>
    <dgm:pt modelId="{6A6CD488-5127-45FA-AE6B-47D8C462BF93}" type="pres">
      <dgm:prSet presAssocID="{D5F805BA-2AC8-4819-BA7A-25A66A488F95}" presName="bgRect" presStyleLbl="bgShp" presStyleIdx="2" presStyleCnt="4"/>
      <dgm:spPr/>
    </dgm:pt>
    <dgm:pt modelId="{0C32C9E6-D3FD-40F4-81C7-B89E1C3C6A1D}" type="pres">
      <dgm:prSet presAssocID="{D5F805BA-2AC8-4819-BA7A-25A66A488F9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C805ED2-700D-40C1-A84D-8AE5581F0F13}" type="pres">
      <dgm:prSet presAssocID="{D5F805BA-2AC8-4819-BA7A-25A66A488F95}" presName="spaceRect" presStyleCnt="0"/>
      <dgm:spPr/>
    </dgm:pt>
    <dgm:pt modelId="{AC4F873F-3147-4DBB-A18A-3E8730467BFF}" type="pres">
      <dgm:prSet presAssocID="{D5F805BA-2AC8-4819-BA7A-25A66A488F95}" presName="parTx" presStyleLbl="revTx" presStyleIdx="2" presStyleCnt="4">
        <dgm:presLayoutVars>
          <dgm:chMax val="0"/>
          <dgm:chPref val="0"/>
        </dgm:presLayoutVars>
      </dgm:prSet>
      <dgm:spPr/>
    </dgm:pt>
    <dgm:pt modelId="{57CA47AF-5BDA-4B5B-9A53-1BFCECE67D44}" type="pres">
      <dgm:prSet presAssocID="{3849DDF0-E260-4D86-92E5-4D6AAD56B499}" presName="sibTrans" presStyleCnt="0"/>
      <dgm:spPr/>
    </dgm:pt>
    <dgm:pt modelId="{9C0A6CEA-9D3B-4683-AC8E-58112E8662A3}" type="pres">
      <dgm:prSet presAssocID="{717500CF-D2FB-4769-8BA3-4B6B263C7446}" presName="compNode" presStyleCnt="0"/>
      <dgm:spPr/>
    </dgm:pt>
    <dgm:pt modelId="{280B15CA-6359-475D-A89E-F62B862173F7}" type="pres">
      <dgm:prSet presAssocID="{717500CF-D2FB-4769-8BA3-4B6B263C7446}" presName="bgRect" presStyleLbl="bgShp" presStyleIdx="3" presStyleCnt="4"/>
      <dgm:spPr/>
    </dgm:pt>
    <dgm:pt modelId="{E52C5CC2-380E-4291-8C33-72C905D02C43}" type="pres">
      <dgm:prSet presAssocID="{717500CF-D2FB-4769-8BA3-4B6B263C744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BACA4343-00BE-447F-B91E-39760037F4CC}" type="pres">
      <dgm:prSet presAssocID="{717500CF-D2FB-4769-8BA3-4B6B263C7446}" presName="spaceRect" presStyleCnt="0"/>
      <dgm:spPr/>
    </dgm:pt>
    <dgm:pt modelId="{AD728553-04FF-40CF-9F23-DC2DA27F837A}" type="pres">
      <dgm:prSet presAssocID="{717500CF-D2FB-4769-8BA3-4B6B263C744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72EFF40-9FC4-47D5-B06F-5D4A37CED172}" type="presOf" srcId="{B79D1C08-E252-482C-84D3-0A3BD12486EC}" destId="{A8C6068D-9E34-414B-8A2E-A1FA3F306F01}" srcOrd="0" destOrd="0" presId="urn:microsoft.com/office/officeart/2018/2/layout/IconVerticalSolidList"/>
    <dgm:cxn modelId="{5254DD5F-3224-45BD-9E8E-EF2582D9D3D8}" srcId="{44BB5AA1-D3D0-4D14-90FB-BAA4B966F6D2}" destId="{B79D1C08-E252-482C-84D3-0A3BD12486EC}" srcOrd="1" destOrd="0" parTransId="{FA950E8C-18A3-4254-8BA8-16F63BA09A01}" sibTransId="{9E8D796F-57A9-4427-8BE3-57450F7D2466}"/>
    <dgm:cxn modelId="{C6315C77-9427-4C2D-8A8B-41BC8C361A8F}" srcId="{44BB5AA1-D3D0-4D14-90FB-BAA4B966F6D2}" destId="{717500CF-D2FB-4769-8BA3-4B6B263C7446}" srcOrd="3" destOrd="0" parTransId="{02846B6C-AEFE-495F-956D-F1165B55CBB0}" sibTransId="{D34759C5-78CF-4491-BE0B-A2D8C646A9E2}"/>
    <dgm:cxn modelId="{DE374687-AFDD-4CD8-AAF1-A64CE655F5ED}" type="presOf" srcId="{44BB5AA1-D3D0-4D14-90FB-BAA4B966F6D2}" destId="{6E834707-6E1E-4304-8788-29DA6A607635}" srcOrd="0" destOrd="0" presId="urn:microsoft.com/office/officeart/2018/2/layout/IconVerticalSolidList"/>
    <dgm:cxn modelId="{D5FEA3A9-7391-4550-B0F8-83711ABA2FFD}" type="presOf" srcId="{717500CF-D2FB-4769-8BA3-4B6B263C7446}" destId="{AD728553-04FF-40CF-9F23-DC2DA27F837A}" srcOrd="0" destOrd="0" presId="urn:microsoft.com/office/officeart/2018/2/layout/IconVerticalSolidList"/>
    <dgm:cxn modelId="{F2AC8FB9-BEE1-40F9-9F31-5EAF550F489E}" type="presOf" srcId="{D5F805BA-2AC8-4819-BA7A-25A66A488F95}" destId="{AC4F873F-3147-4DBB-A18A-3E8730467BFF}" srcOrd="0" destOrd="0" presId="urn:microsoft.com/office/officeart/2018/2/layout/IconVerticalSolidList"/>
    <dgm:cxn modelId="{1DCCF0CE-8CD2-4B29-98BB-36A2FF0034AF}" type="presOf" srcId="{AD8B7155-2D54-405C-AD0A-D321AF693B6D}" destId="{0D7ED37F-634B-4232-B8D2-F40A10D2038B}" srcOrd="0" destOrd="0" presId="urn:microsoft.com/office/officeart/2018/2/layout/IconVerticalSolidList"/>
    <dgm:cxn modelId="{D2CD1BE6-3B15-4F95-83E3-2BBF559F9C91}" srcId="{44BB5AA1-D3D0-4D14-90FB-BAA4B966F6D2}" destId="{AD8B7155-2D54-405C-AD0A-D321AF693B6D}" srcOrd="0" destOrd="0" parTransId="{8C076238-CD03-4B9B-8093-DCCB84B84B59}" sibTransId="{DBBE5930-E1B5-4C19-B190-B8F3FECDE45E}"/>
    <dgm:cxn modelId="{7B4A67F2-78CB-4449-890A-205C6D0E45E2}" srcId="{44BB5AA1-D3D0-4D14-90FB-BAA4B966F6D2}" destId="{D5F805BA-2AC8-4819-BA7A-25A66A488F95}" srcOrd="2" destOrd="0" parTransId="{E349EBED-FCCD-4F87-9E8B-402C587FEFA8}" sibTransId="{3849DDF0-E260-4D86-92E5-4D6AAD56B499}"/>
    <dgm:cxn modelId="{F315CC21-74BB-4079-852B-1D15B7948E1E}" type="presParOf" srcId="{6E834707-6E1E-4304-8788-29DA6A607635}" destId="{E640661E-D330-4E28-8818-A8F22677A351}" srcOrd="0" destOrd="0" presId="urn:microsoft.com/office/officeart/2018/2/layout/IconVerticalSolidList"/>
    <dgm:cxn modelId="{257DDEB0-6960-4550-B522-2BCFD2ED4801}" type="presParOf" srcId="{E640661E-D330-4E28-8818-A8F22677A351}" destId="{EAAF360E-5812-48A5-8D4A-BF2BDD448F2F}" srcOrd="0" destOrd="0" presId="urn:microsoft.com/office/officeart/2018/2/layout/IconVerticalSolidList"/>
    <dgm:cxn modelId="{F8A4C7A6-9804-4010-B2D3-5B14F3681059}" type="presParOf" srcId="{E640661E-D330-4E28-8818-A8F22677A351}" destId="{8EF87874-91CA-443F-B16C-FEFBBD5E6A48}" srcOrd="1" destOrd="0" presId="urn:microsoft.com/office/officeart/2018/2/layout/IconVerticalSolidList"/>
    <dgm:cxn modelId="{35120FFE-D0B8-4E9C-BCD9-78A4B022148D}" type="presParOf" srcId="{E640661E-D330-4E28-8818-A8F22677A351}" destId="{9BF2A6DA-578A-4A5B-A449-9599E1305713}" srcOrd="2" destOrd="0" presId="urn:microsoft.com/office/officeart/2018/2/layout/IconVerticalSolidList"/>
    <dgm:cxn modelId="{93CD0409-BB56-4304-80DA-20A0D3AEE5FD}" type="presParOf" srcId="{E640661E-D330-4E28-8818-A8F22677A351}" destId="{0D7ED37F-634B-4232-B8D2-F40A10D2038B}" srcOrd="3" destOrd="0" presId="urn:microsoft.com/office/officeart/2018/2/layout/IconVerticalSolidList"/>
    <dgm:cxn modelId="{2B5B3EC6-D695-42E4-9DFB-CBE19EF584AC}" type="presParOf" srcId="{6E834707-6E1E-4304-8788-29DA6A607635}" destId="{0D5FAA61-41BC-4B0F-AD2C-F009CACE6B90}" srcOrd="1" destOrd="0" presId="urn:microsoft.com/office/officeart/2018/2/layout/IconVerticalSolidList"/>
    <dgm:cxn modelId="{629892BC-F2E9-40F2-A546-1899F89D20AB}" type="presParOf" srcId="{6E834707-6E1E-4304-8788-29DA6A607635}" destId="{E9B5D779-5761-415D-9317-58CC56D72BAB}" srcOrd="2" destOrd="0" presId="urn:microsoft.com/office/officeart/2018/2/layout/IconVerticalSolidList"/>
    <dgm:cxn modelId="{883189E3-A937-4A3D-838D-02152E610818}" type="presParOf" srcId="{E9B5D779-5761-415D-9317-58CC56D72BAB}" destId="{CAEC527A-C060-4021-8E08-82447B121A71}" srcOrd="0" destOrd="0" presId="urn:microsoft.com/office/officeart/2018/2/layout/IconVerticalSolidList"/>
    <dgm:cxn modelId="{4FB3D3CC-789B-46EF-BFC3-1B5BDC644C58}" type="presParOf" srcId="{E9B5D779-5761-415D-9317-58CC56D72BAB}" destId="{B3C132EF-B2E4-46E7-A48B-920E813A7787}" srcOrd="1" destOrd="0" presId="urn:microsoft.com/office/officeart/2018/2/layout/IconVerticalSolidList"/>
    <dgm:cxn modelId="{E770717D-DC56-4355-A51A-3C77F90F3479}" type="presParOf" srcId="{E9B5D779-5761-415D-9317-58CC56D72BAB}" destId="{88799F00-654B-4CE8-BC0F-748EB323C1D1}" srcOrd="2" destOrd="0" presId="urn:microsoft.com/office/officeart/2018/2/layout/IconVerticalSolidList"/>
    <dgm:cxn modelId="{8BEF1714-3D94-442C-8134-20D564060302}" type="presParOf" srcId="{E9B5D779-5761-415D-9317-58CC56D72BAB}" destId="{A8C6068D-9E34-414B-8A2E-A1FA3F306F01}" srcOrd="3" destOrd="0" presId="urn:microsoft.com/office/officeart/2018/2/layout/IconVerticalSolidList"/>
    <dgm:cxn modelId="{40DAAEC8-A502-4514-9E53-A88A6E918AF8}" type="presParOf" srcId="{6E834707-6E1E-4304-8788-29DA6A607635}" destId="{211310E7-AAAA-460F-86A8-2AE4187538FE}" srcOrd="3" destOrd="0" presId="urn:microsoft.com/office/officeart/2018/2/layout/IconVerticalSolidList"/>
    <dgm:cxn modelId="{32206070-94F3-4C13-86DE-AB21F534D7BD}" type="presParOf" srcId="{6E834707-6E1E-4304-8788-29DA6A607635}" destId="{17DCBB7A-C725-4217-86EB-D7FB64DD8DEB}" srcOrd="4" destOrd="0" presId="urn:microsoft.com/office/officeart/2018/2/layout/IconVerticalSolidList"/>
    <dgm:cxn modelId="{1DD73638-86CD-454A-BA3D-D3346ECB3920}" type="presParOf" srcId="{17DCBB7A-C725-4217-86EB-D7FB64DD8DEB}" destId="{6A6CD488-5127-45FA-AE6B-47D8C462BF93}" srcOrd="0" destOrd="0" presId="urn:microsoft.com/office/officeart/2018/2/layout/IconVerticalSolidList"/>
    <dgm:cxn modelId="{58A8CA1A-65F1-485F-B7F0-69BD36F3CA87}" type="presParOf" srcId="{17DCBB7A-C725-4217-86EB-D7FB64DD8DEB}" destId="{0C32C9E6-D3FD-40F4-81C7-B89E1C3C6A1D}" srcOrd="1" destOrd="0" presId="urn:microsoft.com/office/officeart/2018/2/layout/IconVerticalSolidList"/>
    <dgm:cxn modelId="{B6D1A98D-DC51-48C8-B91F-48D37224FCB4}" type="presParOf" srcId="{17DCBB7A-C725-4217-86EB-D7FB64DD8DEB}" destId="{DC805ED2-700D-40C1-A84D-8AE5581F0F13}" srcOrd="2" destOrd="0" presId="urn:microsoft.com/office/officeart/2018/2/layout/IconVerticalSolidList"/>
    <dgm:cxn modelId="{56BA25DA-647B-4872-B3D4-40C00D505AAE}" type="presParOf" srcId="{17DCBB7A-C725-4217-86EB-D7FB64DD8DEB}" destId="{AC4F873F-3147-4DBB-A18A-3E8730467BFF}" srcOrd="3" destOrd="0" presId="urn:microsoft.com/office/officeart/2018/2/layout/IconVerticalSolidList"/>
    <dgm:cxn modelId="{3446B34E-C488-4363-AA68-C885B11D5B7F}" type="presParOf" srcId="{6E834707-6E1E-4304-8788-29DA6A607635}" destId="{57CA47AF-5BDA-4B5B-9A53-1BFCECE67D44}" srcOrd="5" destOrd="0" presId="urn:microsoft.com/office/officeart/2018/2/layout/IconVerticalSolidList"/>
    <dgm:cxn modelId="{0964C0B6-A2DE-4E3B-B079-8A8F9065F34E}" type="presParOf" srcId="{6E834707-6E1E-4304-8788-29DA6A607635}" destId="{9C0A6CEA-9D3B-4683-AC8E-58112E8662A3}" srcOrd="6" destOrd="0" presId="urn:microsoft.com/office/officeart/2018/2/layout/IconVerticalSolidList"/>
    <dgm:cxn modelId="{027AF650-C069-4F49-9907-0284DB67C1FF}" type="presParOf" srcId="{9C0A6CEA-9D3B-4683-AC8E-58112E8662A3}" destId="{280B15CA-6359-475D-A89E-F62B862173F7}" srcOrd="0" destOrd="0" presId="urn:microsoft.com/office/officeart/2018/2/layout/IconVerticalSolidList"/>
    <dgm:cxn modelId="{F3E8D7A6-5DE6-4C32-A7A9-22F69202965D}" type="presParOf" srcId="{9C0A6CEA-9D3B-4683-AC8E-58112E8662A3}" destId="{E52C5CC2-380E-4291-8C33-72C905D02C43}" srcOrd="1" destOrd="0" presId="urn:microsoft.com/office/officeart/2018/2/layout/IconVerticalSolidList"/>
    <dgm:cxn modelId="{AD1096EC-FA0C-4787-86AE-C46AE49B6F19}" type="presParOf" srcId="{9C0A6CEA-9D3B-4683-AC8E-58112E8662A3}" destId="{BACA4343-00BE-447F-B91E-39760037F4CC}" srcOrd="2" destOrd="0" presId="urn:microsoft.com/office/officeart/2018/2/layout/IconVerticalSolidList"/>
    <dgm:cxn modelId="{EA101E0A-E70F-4BF5-8478-CF4B8EE65C46}" type="presParOf" srcId="{9C0A6CEA-9D3B-4683-AC8E-58112E8662A3}" destId="{AD728553-04FF-40CF-9F23-DC2DA27F837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77C723-05B5-454A-9235-D050608146F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A5EC54B0-3D7A-457E-B0C9-12E59F2232B1}">
      <dgm:prSet/>
      <dgm:spPr/>
      <dgm:t>
        <a:bodyPr/>
        <a:lstStyle/>
        <a:p>
          <a:r>
            <a:rPr lang="en-US"/>
            <a:t>• Athena: Ad-hoc, serverless queries on S3.</a:t>
          </a:r>
        </a:p>
      </dgm:t>
    </dgm:pt>
    <dgm:pt modelId="{C44111AD-749D-41DE-B774-24E1EA18E2F5}" type="parTrans" cxnId="{99F4CAA1-C0B1-4F67-B327-D1B716FF91B1}">
      <dgm:prSet/>
      <dgm:spPr/>
      <dgm:t>
        <a:bodyPr/>
        <a:lstStyle/>
        <a:p>
          <a:endParaRPr lang="en-US"/>
        </a:p>
      </dgm:t>
    </dgm:pt>
    <dgm:pt modelId="{4D73345F-54F8-4135-B1D0-A041CC1C9BED}" type="sibTrans" cxnId="{99F4CAA1-C0B1-4F67-B327-D1B716FF91B1}">
      <dgm:prSet/>
      <dgm:spPr/>
      <dgm:t>
        <a:bodyPr/>
        <a:lstStyle/>
        <a:p>
          <a:endParaRPr lang="en-US"/>
        </a:p>
      </dgm:t>
    </dgm:pt>
    <dgm:pt modelId="{78C88E89-A416-4A21-859D-710BE77FF2C2}">
      <dgm:prSet/>
      <dgm:spPr/>
      <dgm:t>
        <a:bodyPr/>
        <a:lstStyle/>
        <a:p>
          <a:r>
            <a:rPr lang="en-US"/>
            <a:t>• Redshift: Data warehouse, complex joins.</a:t>
          </a:r>
        </a:p>
      </dgm:t>
    </dgm:pt>
    <dgm:pt modelId="{D91D9811-EC62-4350-9154-2ED25DCA70A8}" type="parTrans" cxnId="{BC1BBEB8-92B2-4FBD-949E-82C50BC9E4E8}">
      <dgm:prSet/>
      <dgm:spPr/>
      <dgm:t>
        <a:bodyPr/>
        <a:lstStyle/>
        <a:p>
          <a:endParaRPr lang="en-US"/>
        </a:p>
      </dgm:t>
    </dgm:pt>
    <dgm:pt modelId="{8DF53CAF-0566-4C6D-A7D3-681D61593F83}" type="sibTrans" cxnId="{BC1BBEB8-92B2-4FBD-949E-82C50BC9E4E8}">
      <dgm:prSet/>
      <dgm:spPr/>
      <dgm:t>
        <a:bodyPr/>
        <a:lstStyle/>
        <a:p>
          <a:endParaRPr lang="en-US"/>
        </a:p>
      </dgm:t>
    </dgm:pt>
    <dgm:pt modelId="{F31E16A1-1ABC-42FB-8844-82A58A45AD19}">
      <dgm:prSet/>
      <dgm:spPr/>
      <dgm:t>
        <a:bodyPr/>
        <a:lstStyle/>
        <a:p>
          <a:r>
            <a:rPr lang="en-US"/>
            <a:t>• EMR: Big data processing with full cluster control.</a:t>
          </a:r>
        </a:p>
      </dgm:t>
    </dgm:pt>
    <dgm:pt modelId="{324198C9-555B-4935-B27A-FCA2628D5E4B}" type="parTrans" cxnId="{29D8F764-A8B9-437A-98C7-D2EF0F01D27D}">
      <dgm:prSet/>
      <dgm:spPr/>
      <dgm:t>
        <a:bodyPr/>
        <a:lstStyle/>
        <a:p>
          <a:endParaRPr lang="en-US"/>
        </a:p>
      </dgm:t>
    </dgm:pt>
    <dgm:pt modelId="{3EC6A725-25F3-43BF-974A-71F6776EE1DC}" type="sibTrans" cxnId="{29D8F764-A8B9-437A-98C7-D2EF0F01D27D}">
      <dgm:prSet/>
      <dgm:spPr/>
      <dgm:t>
        <a:bodyPr/>
        <a:lstStyle/>
        <a:p>
          <a:endParaRPr lang="en-US"/>
        </a:p>
      </dgm:t>
    </dgm:pt>
    <dgm:pt modelId="{59B3D9C3-BCB0-468C-915A-BB2DDA71B534}" type="pres">
      <dgm:prSet presAssocID="{E877C723-05B5-454A-9235-D050608146FC}" presName="root" presStyleCnt="0">
        <dgm:presLayoutVars>
          <dgm:dir/>
          <dgm:resizeHandles val="exact"/>
        </dgm:presLayoutVars>
      </dgm:prSet>
      <dgm:spPr/>
    </dgm:pt>
    <dgm:pt modelId="{96952E0D-C152-4E80-B927-CC223A2D0AC9}" type="pres">
      <dgm:prSet presAssocID="{A5EC54B0-3D7A-457E-B0C9-12E59F2232B1}" presName="compNode" presStyleCnt="0"/>
      <dgm:spPr/>
    </dgm:pt>
    <dgm:pt modelId="{1D667AB9-C9BB-4EE1-B2C3-747F5BC21F83}" type="pres">
      <dgm:prSet presAssocID="{A5EC54B0-3D7A-457E-B0C9-12E59F2232B1}" presName="bgRect" presStyleLbl="bgShp" presStyleIdx="0" presStyleCnt="3"/>
      <dgm:spPr/>
    </dgm:pt>
    <dgm:pt modelId="{48EF01B3-6496-40FC-8502-399C7E7147A5}" type="pres">
      <dgm:prSet presAssocID="{A5EC54B0-3D7A-457E-B0C9-12E59F2232B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40D17062-D05A-44E4-9224-053F9A63001D}" type="pres">
      <dgm:prSet presAssocID="{A5EC54B0-3D7A-457E-B0C9-12E59F2232B1}" presName="spaceRect" presStyleCnt="0"/>
      <dgm:spPr/>
    </dgm:pt>
    <dgm:pt modelId="{79D31D65-2563-458A-A634-3A65A143A398}" type="pres">
      <dgm:prSet presAssocID="{A5EC54B0-3D7A-457E-B0C9-12E59F2232B1}" presName="parTx" presStyleLbl="revTx" presStyleIdx="0" presStyleCnt="3">
        <dgm:presLayoutVars>
          <dgm:chMax val="0"/>
          <dgm:chPref val="0"/>
        </dgm:presLayoutVars>
      </dgm:prSet>
      <dgm:spPr/>
    </dgm:pt>
    <dgm:pt modelId="{4390D52F-483A-4119-AA28-CDA3D8B38423}" type="pres">
      <dgm:prSet presAssocID="{4D73345F-54F8-4135-B1D0-A041CC1C9BED}" presName="sibTrans" presStyleCnt="0"/>
      <dgm:spPr/>
    </dgm:pt>
    <dgm:pt modelId="{16A42901-81D4-47DF-9972-96B3D0A0EE81}" type="pres">
      <dgm:prSet presAssocID="{78C88E89-A416-4A21-859D-710BE77FF2C2}" presName="compNode" presStyleCnt="0"/>
      <dgm:spPr/>
    </dgm:pt>
    <dgm:pt modelId="{60C8D8CA-D824-4C04-A1B0-E39BEBAD9F7B}" type="pres">
      <dgm:prSet presAssocID="{78C88E89-A416-4A21-859D-710BE77FF2C2}" presName="bgRect" presStyleLbl="bgShp" presStyleIdx="1" presStyleCnt="3"/>
      <dgm:spPr/>
    </dgm:pt>
    <dgm:pt modelId="{B3CDBE85-4D97-43ED-943C-B9F3D9FD31C0}" type="pres">
      <dgm:prSet presAssocID="{78C88E89-A416-4A21-859D-710BE77FF2C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8AB92E9B-44CE-4CB7-8102-CFA804874229}" type="pres">
      <dgm:prSet presAssocID="{78C88E89-A416-4A21-859D-710BE77FF2C2}" presName="spaceRect" presStyleCnt="0"/>
      <dgm:spPr/>
    </dgm:pt>
    <dgm:pt modelId="{4BA0C6C1-1EA3-4FA7-B25F-AB0DF655EFF9}" type="pres">
      <dgm:prSet presAssocID="{78C88E89-A416-4A21-859D-710BE77FF2C2}" presName="parTx" presStyleLbl="revTx" presStyleIdx="1" presStyleCnt="3">
        <dgm:presLayoutVars>
          <dgm:chMax val="0"/>
          <dgm:chPref val="0"/>
        </dgm:presLayoutVars>
      </dgm:prSet>
      <dgm:spPr/>
    </dgm:pt>
    <dgm:pt modelId="{84689C1B-BEEC-45E5-8A3F-769A0E52F7BB}" type="pres">
      <dgm:prSet presAssocID="{8DF53CAF-0566-4C6D-A7D3-681D61593F83}" presName="sibTrans" presStyleCnt="0"/>
      <dgm:spPr/>
    </dgm:pt>
    <dgm:pt modelId="{FE5561FC-8123-4CAA-B253-8CA76218E3BB}" type="pres">
      <dgm:prSet presAssocID="{F31E16A1-1ABC-42FB-8844-82A58A45AD19}" presName="compNode" presStyleCnt="0"/>
      <dgm:spPr/>
    </dgm:pt>
    <dgm:pt modelId="{D868A907-C7BE-4502-A914-3D17A0887D28}" type="pres">
      <dgm:prSet presAssocID="{F31E16A1-1ABC-42FB-8844-82A58A45AD19}" presName="bgRect" presStyleLbl="bgShp" presStyleIdx="2" presStyleCnt="3"/>
      <dgm:spPr/>
    </dgm:pt>
    <dgm:pt modelId="{02CE1459-14B7-4D9C-97DC-2EA6A63DCD9E}" type="pres">
      <dgm:prSet presAssocID="{F31E16A1-1ABC-42FB-8844-82A58A45AD1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AE07B5B-802E-4C46-B313-F56134833257}" type="pres">
      <dgm:prSet presAssocID="{F31E16A1-1ABC-42FB-8844-82A58A45AD19}" presName="spaceRect" presStyleCnt="0"/>
      <dgm:spPr/>
    </dgm:pt>
    <dgm:pt modelId="{BB86F3E2-3A16-4D67-BB45-91650136BA6F}" type="pres">
      <dgm:prSet presAssocID="{F31E16A1-1ABC-42FB-8844-82A58A45AD1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D8F764-A8B9-437A-98C7-D2EF0F01D27D}" srcId="{E877C723-05B5-454A-9235-D050608146FC}" destId="{F31E16A1-1ABC-42FB-8844-82A58A45AD19}" srcOrd="2" destOrd="0" parTransId="{324198C9-555B-4935-B27A-FCA2628D5E4B}" sibTransId="{3EC6A725-25F3-43BF-974A-71F6776EE1DC}"/>
    <dgm:cxn modelId="{8F36037F-3A8B-456F-AF6F-1B81C54277B1}" type="presOf" srcId="{E877C723-05B5-454A-9235-D050608146FC}" destId="{59B3D9C3-BCB0-468C-915A-BB2DDA71B534}" srcOrd="0" destOrd="0" presId="urn:microsoft.com/office/officeart/2018/2/layout/IconVerticalSolidList"/>
    <dgm:cxn modelId="{57DE67A1-3001-448E-9FDE-81A6352F1845}" type="presOf" srcId="{F31E16A1-1ABC-42FB-8844-82A58A45AD19}" destId="{BB86F3E2-3A16-4D67-BB45-91650136BA6F}" srcOrd="0" destOrd="0" presId="urn:microsoft.com/office/officeart/2018/2/layout/IconVerticalSolidList"/>
    <dgm:cxn modelId="{99F4CAA1-C0B1-4F67-B327-D1B716FF91B1}" srcId="{E877C723-05B5-454A-9235-D050608146FC}" destId="{A5EC54B0-3D7A-457E-B0C9-12E59F2232B1}" srcOrd="0" destOrd="0" parTransId="{C44111AD-749D-41DE-B774-24E1EA18E2F5}" sibTransId="{4D73345F-54F8-4135-B1D0-A041CC1C9BED}"/>
    <dgm:cxn modelId="{BC1BBEB8-92B2-4FBD-949E-82C50BC9E4E8}" srcId="{E877C723-05B5-454A-9235-D050608146FC}" destId="{78C88E89-A416-4A21-859D-710BE77FF2C2}" srcOrd="1" destOrd="0" parTransId="{D91D9811-EC62-4350-9154-2ED25DCA70A8}" sibTransId="{8DF53CAF-0566-4C6D-A7D3-681D61593F83}"/>
    <dgm:cxn modelId="{B4F530C3-DF30-464D-AB00-9BA113177B0B}" type="presOf" srcId="{A5EC54B0-3D7A-457E-B0C9-12E59F2232B1}" destId="{79D31D65-2563-458A-A634-3A65A143A398}" srcOrd="0" destOrd="0" presId="urn:microsoft.com/office/officeart/2018/2/layout/IconVerticalSolidList"/>
    <dgm:cxn modelId="{305520F4-1047-4B50-AFBB-83175937492D}" type="presOf" srcId="{78C88E89-A416-4A21-859D-710BE77FF2C2}" destId="{4BA0C6C1-1EA3-4FA7-B25F-AB0DF655EFF9}" srcOrd="0" destOrd="0" presId="urn:microsoft.com/office/officeart/2018/2/layout/IconVerticalSolidList"/>
    <dgm:cxn modelId="{F54FCE77-7556-4A10-8F61-20891AEED9B9}" type="presParOf" srcId="{59B3D9C3-BCB0-468C-915A-BB2DDA71B534}" destId="{96952E0D-C152-4E80-B927-CC223A2D0AC9}" srcOrd="0" destOrd="0" presId="urn:microsoft.com/office/officeart/2018/2/layout/IconVerticalSolidList"/>
    <dgm:cxn modelId="{54F45B6E-285B-42A7-AF63-2E9DEA489C3C}" type="presParOf" srcId="{96952E0D-C152-4E80-B927-CC223A2D0AC9}" destId="{1D667AB9-C9BB-4EE1-B2C3-747F5BC21F83}" srcOrd="0" destOrd="0" presId="urn:microsoft.com/office/officeart/2018/2/layout/IconVerticalSolidList"/>
    <dgm:cxn modelId="{D4A170A8-4DEB-43C3-9DE3-394C3E11F7F4}" type="presParOf" srcId="{96952E0D-C152-4E80-B927-CC223A2D0AC9}" destId="{48EF01B3-6496-40FC-8502-399C7E7147A5}" srcOrd="1" destOrd="0" presId="urn:microsoft.com/office/officeart/2018/2/layout/IconVerticalSolidList"/>
    <dgm:cxn modelId="{D20A6AA5-ED91-48C4-BE55-FED60D60FD9E}" type="presParOf" srcId="{96952E0D-C152-4E80-B927-CC223A2D0AC9}" destId="{40D17062-D05A-44E4-9224-053F9A63001D}" srcOrd="2" destOrd="0" presId="urn:microsoft.com/office/officeart/2018/2/layout/IconVerticalSolidList"/>
    <dgm:cxn modelId="{11C4BBC8-9975-4BCB-AB1E-6B17D4820F49}" type="presParOf" srcId="{96952E0D-C152-4E80-B927-CC223A2D0AC9}" destId="{79D31D65-2563-458A-A634-3A65A143A398}" srcOrd="3" destOrd="0" presId="urn:microsoft.com/office/officeart/2018/2/layout/IconVerticalSolidList"/>
    <dgm:cxn modelId="{ED8DD060-97D5-417E-A964-B98A218061B8}" type="presParOf" srcId="{59B3D9C3-BCB0-468C-915A-BB2DDA71B534}" destId="{4390D52F-483A-4119-AA28-CDA3D8B38423}" srcOrd="1" destOrd="0" presId="urn:microsoft.com/office/officeart/2018/2/layout/IconVerticalSolidList"/>
    <dgm:cxn modelId="{135DABB9-543A-4A7A-96E6-2E07F466DBEA}" type="presParOf" srcId="{59B3D9C3-BCB0-468C-915A-BB2DDA71B534}" destId="{16A42901-81D4-47DF-9972-96B3D0A0EE81}" srcOrd="2" destOrd="0" presId="urn:microsoft.com/office/officeart/2018/2/layout/IconVerticalSolidList"/>
    <dgm:cxn modelId="{B409737B-0192-4BCD-90CC-208A4EE8F020}" type="presParOf" srcId="{16A42901-81D4-47DF-9972-96B3D0A0EE81}" destId="{60C8D8CA-D824-4C04-A1B0-E39BEBAD9F7B}" srcOrd="0" destOrd="0" presId="urn:microsoft.com/office/officeart/2018/2/layout/IconVerticalSolidList"/>
    <dgm:cxn modelId="{E139E783-6B34-4D85-91E5-3FFB25B0F19E}" type="presParOf" srcId="{16A42901-81D4-47DF-9972-96B3D0A0EE81}" destId="{B3CDBE85-4D97-43ED-943C-B9F3D9FD31C0}" srcOrd="1" destOrd="0" presId="urn:microsoft.com/office/officeart/2018/2/layout/IconVerticalSolidList"/>
    <dgm:cxn modelId="{711979CB-5576-404B-9E70-02A566845A1A}" type="presParOf" srcId="{16A42901-81D4-47DF-9972-96B3D0A0EE81}" destId="{8AB92E9B-44CE-4CB7-8102-CFA804874229}" srcOrd="2" destOrd="0" presId="urn:microsoft.com/office/officeart/2018/2/layout/IconVerticalSolidList"/>
    <dgm:cxn modelId="{39415654-3703-42B8-AEBA-D95BCB12A282}" type="presParOf" srcId="{16A42901-81D4-47DF-9972-96B3D0A0EE81}" destId="{4BA0C6C1-1EA3-4FA7-B25F-AB0DF655EFF9}" srcOrd="3" destOrd="0" presId="urn:microsoft.com/office/officeart/2018/2/layout/IconVerticalSolidList"/>
    <dgm:cxn modelId="{19899EB0-4306-46D6-B252-DAC991257964}" type="presParOf" srcId="{59B3D9C3-BCB0-468C-915A-BB2DDA71B534}" destId="{84689C1B-BEEC-45E5-8A3F-769A0E52F7BB}" srcOrd="3" destOrd="0" presId="urn:microsoft.com/office/officeart/2018/2/layout/IconVerticalSolidList"/>
    <dgm:cxn modelId="{BC69D101-F4A6-4586-9722-A9DBA1240571}" type="presParOf" srcId="{59B3D9C3-BCB0-468C-915A-BB2DDA71B534}" destId="{FE5561FC-8123-4CAA-B253-8CA76218E3BB}" srcOrd="4" destOrd="0" presId="urn:microsoft.com/office/officeart/2018/2/layout/IconVerticalSolidList"/>
    <dgm:cxn modelId="{BA72A5BB-5889-4BDC-AAC6-A249E60C3487}" type="presParOf" srcId="{FE5561FC-8123-4CAA-B253-8CA76218E3BB}" destId="{D868A907-C7BE-4502-A914-3D17A0887D28}" srcOrd="0" destOrd="0" presId="urn:microsoft.com/office/officeart/2018/2/layout/IconVerticalSolidList"/>
    <dgm:cxn modelId="{9214BA84-FE35-46C9-9FD4-352A83D5C8BE}" type="presParOf" srcId="{FE5561FC-8123-4CAA-B253-8CA76218E3BB}" destId="{02CE1459-14B7-4D9C-97DC-2EA6A63DCD9E}" srcOrd="1" destOrd="0" presId="urn:microsoft.com/office/officeart/2018/2/layout/IconVerticalSolidList"/>
    <dgm:cxn modelId="{6DEF85B7-9A4D-4C79-8CB2-FF3848183B9A}" type="presParOf" srcId="{FE5561FC-8123-4CAA-B253-8CA76218E3BB}" destId="{AAE07B5B-802E-4C46-B313-F56134833257}" srcOrd="2" destOrd="0" presId="urn:microsoft.com/office/officeart/2018/2/layout/IconVerticalSolidList"/>
    <dgm:cxn modelId="{FFA9CA1D-79F2-4D33-8BDE-A04DA94688D0}" type="presParOf" srcId="{FE5561FC-8123-4CAA-B253-8CA76218E3BB}" destId="{BB86F3E2-3A16-4D67-BB45-91650136BA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8E0237-6FF6-4C2A-AC83-F5E0347918C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2EA11FE-2F56-4D1F-B73A-48617ADD79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Point Athena to S3 data, define schema, run SQL.</a:t>
          </a:r>
        </a:p>
      </dgm:t>
    </dgm:pt>
    <dgm:pt modelId="{98AA55CE-C769-48A0-A021-E9DC413D8C1F}" type="parTrans" cxnId="{A5AA46BD-F973-4FE5-9624-7FFA5026B914}">
      <dgm:prSet/>
      <dgm:spPr/>
      <dgm:t>
        <a:bodyPr/>
        <a:lstStyle/>
        <a:p>
          <a:endParaRPr lang="en-US"/>
        </a:p>
      </dgm:t>
    </dgm:pt>
    <dgm:pt modelId="{8F944F9D-C2DF-4B8E-86BE-69994250575C}" type="sibTrans" cxnId="{A5AA46BD-F973-4FE5-9624-7FFA5026B914}">
      <dgm:prSet/>
      <dgm:spPr/>
      <dgm:t>
        <a:bodyPr/>
        <a:lstStyle/>
        <a:p>
          <a:endParaRPr lang="en-US"/>
        </a:p>
      </dgm:t>
    </dgm:pt>
    <dgm:pt modelId="{72E7086B-08DC-4AD6-BD44-9F4BA31A8A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Schema-on-read keeps data in S3 unchanged.</a:t>
          </a:r>
        </a:p>
      </dgm:t>
    </dgm:pt>
    <dgm:pt modelId="{350443E8-EAB3-40FC-9F14-D4B7B89407D3}" type="parTrans" cxnId="{1047BC26-3F8A-4CA4-9644-4F62939CDE7C}">
      <dgm:prSet/>
      <dgm:spPr/>
      <dgm:t>
        <a:bodyPr/>
        <a:lstStyle/>
        <a:p>
          <a:endParaRPr lang="en-US"/>
        </a:p>
      </dgm:t>
    </dgm:pt>
    <dgm:pt modelId="{1911DF01-66B6-487F-9B19-30232A8AFAE2}" type="sibTrans" cxnId="{1047BC26-3F8A-4CA4-9644-4F62939CDE7C}">
      <dgm:prSet/>
      <dgm:spPr/>
      <dgm:t>
        <a:bodyPr/>
        <a:lstStyle/>
        <a:p>
          <a:endParaRPr lang="en-US"/>
        </a:p>
      </dgm:t>
    </dgm:pt>
    <dgm:pt modelId="{22228C7B-3C75-437F-A15E-B13A0405AC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Automatically parallelized and optimized queries.</a:t>
          </a:r>
        </a:p>
      </dgm:t>
    </dgm:pt>
    <dgm:pt modelId="{F8B6702F-F318-4133-BB76-082DD13D8461}" type="parTrans" cxnId="{43D4AFAB-4240-42A1-857E-EC56096EE3CC}">
      <dgm:prSet/>
      <dgm:spPr/>
      <dgm:t>
        <a:bodyPr/>
        <a:lstStyle/>
        <a:p>
          <a:endParaRPr lang="en-US"/>
        </a:p>
      </dgm:t>
    </dgm:pt>
    <dgm:pt modelId="{2769089E-3A8F-403C-9405-FD1C23C00FD7}" type="sibTrans" cxnId="{43D4AFAB-4240-42A1-857E-EC56096EE3CC}">
      <dgm:prSet/>
      <dgm:spPr/>
      <dgm:t>
        <a:bodyPr/>
        <a:lstStyle/>
        <a:p>
          <a:endParaRPr lang="en-US"/>
        </a:p>
      </dgm:t>
    </dgm:pt>
    <dgm:pt modelId="{3017A1F3-2A8E-4002-A6CA-02899E92C587}" type="pres">
      <dgm:prSet presAssocID="{638E0237-6FF6-4C2A-AC83-F5E0347918C5}" presName="root" presStyleCnt="0">
        <dgm:presLayoutVars>
          <dgm:dir/>
          <dgm:resizeHandles val="exact"/>
        </dgm:presLayoutVars>
      </dgm:prSet>
      <dgm:spPr/>
    </dgm:pt>
    <dgm:pt modelId="{AFABD892-2F68-4802-A25D-4436D47B2F78}" type="pres">
      <dgm:prSet presAssocID="{92EA11FE-2F56-4D1F-B73A-48617ADD79CA}" presName="compNode" presStyleCnt="0"/>
      <dgm:spPr/>
    </dgm:pt>
    <dgm:pt modelId="{FD01CE52-3028-43B7-BB4F-8A0E072FA246}" type="pres">
      <dgm:prSet presAssocID="{92EA11FE-2F56-4D1F-B73A-48617ADD79CA}" presName="bgRect" presStyleLbl="bgShp" presStyleIdx="0" presStyleCnt="3"/>
      <dgm:spPr/>
    </dgm:pt>
    <dgm:pt modelId="{8E1316DA-A981-4AD0-9318-CE2817DA1AE0}" type="pres">
      <dgm:prSet presAssocID="{92EA11FE-2F56-4D1F-B73A-48617ADD79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949AF2-73CA-473E-A1A7-2B540D6BBDA7}" type="pres">
      <dgm:prSet presAssocID="{92EA11FE-2F56-4D1F-B73A-48617ADD79CA}" presName="spaceRect" presStyleCnt="0"/>
      <dgm:spPr/>
    </dgm:pt>
    <dgm:pt modelId="{55DC6275-951A-4BBA-A026-66002BBD9501}" type="pres">
      <dgm:prSet presAssocID="{92EA11FE-2F56-4D1F-B73A-48617ADD79CA}" presName="parTx" presStyleLbl="revTx" presStyleIdx="0" presStyleCnt="3">
        <dgm:presLayoutVars>
          <dgm:chMax val="0"/>
          <dgm:chPref val="0"/>
        </dgm:presLayoutVars>
      </dgm:prSet>
      <dgm:spPr/>
    </dgm:pt>
    <dgm:pt modelId="{37F26479-2956-42F5-A0DF-B636E11097CA}" type="pres">
      <dgm:prSet presAssocID="{8F944F9D-C2DF-4B8E-86BE-69994250575C}" presName="sibTrans" presStyleCnt="0"/>
      <dgm:spPr/>
    </dgm:pt>
    <dgm:pt modelId="{B67FEA32-EC96-49A8-8D85-78B95F8A730D}" type="pres">
      <dgm:prSet presAssocID="{72E7086B-08DC-4AD6-BD44-9F4BA31A8A80}" presName="compNode" presStyleCnt="0"/>
      <dgm:spPr/>
    </dgm:pt>
    <dgm:pt modelId="{700BEBBB-945D-4EE2-9F17-94E49BA17337}" type="pres">
      <dgm:prSet presAssocID="{72E7086B-08DC-4AD6-BD44-9F4BA31A8A80}" presName="bgRect" presStyleLbl="bgShp" presStyleIdx="1" presStyleCnt="3"/>
      <dgm:spPr/>
    </dgm:pt>
    <dgm:pt modelId="{00B7586F-82E2-4C67-B7E4-71460886FF1F}" type="pres">
      <dgm:prSet presAssocID="{72E7086B-08DC-4AD6-BD44-9F4BA31A8A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90F939DC-6113-4624-BB37-8ECF7927B1F5}" type="pres">
      <dgm:prSet presAssocID="{72E7086B-08DC-4AD6-BD44-9F4BA31A8A80}" presName="spaceRect" presStyleCnt="0"/>
      <dgm:spPr/>
    </dgm:pt>
    <dgm:pt modelId="{7418062B-BECF-4FD4-83E3-6ED9094C3384}" type="pres">
      <dgm:prSet presAssocID="{72E7086B-08DC-4AD6-BD44-9F4BA31A8A80}" presName="parTx" presStyleLbl="revTx" presStyleIdx="1" presStyleCnt="3">
        <dgm:presLayoutVars>
          <dgm:chMax val="0"/>
          <dgm:chPref val="0"/>
        </dgm:presLayoutVars>
      </dgm:prSet>
      <dgm:spPr/>
    </dgm:pt>
    <dgm:pt modelId="{A66EE0A4-9DAA-4B9D-87B0-1CD3D70F7603}" type="pres">
      <dgm:prSet presAssocID="{1911DF01-66B6-487F-9B19-30232A8AFAE2}" presName="sibTrans" presStyleCnt="0"/>
      <dgm:spPr/>
    </dgm:pt>
    <dgm:pt modelId="{4EF177B2-3573-40BE-B491-067D44926FA9}" type="pres">
      <dgm:prSet presAssocID="{22228C7B-3C75-437F-A15E-B13A0405ACE2}" presName="compNode" presStyleCnt="0"/>
      <dgm:spPr/>
    </dgm:pt>
    <dgm:pt modelId="{1319CA1A-6E6C-4423-806D-97BBEEA27586}" type="pres">
      <dgm:prSet presAssocID="{22228C7B-3C75-437F-A15E-B13A0405ACE2}" presName="bgRect" presStyleLbl="bgShp" presStyleIdx="2" presStyleCnt="3"/>
      <dgm:spPr/>
    </dgm:pt>
    <dgm:pt modelId="{4078B852-0B15-413E-8EF6-38581A79A8AE}" type="pres">
      <dgm:prSet presAssocID="{22228C7B-3C75-437F-A15E-B13A0405ACE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6F66D1A-B060-45A4-AF47-9304FE577E15}" type="pres">
      <dgm:prSet presAssocID="{22228C7B-3C75-437F-A15E-B13A0405ACE2}" presName="spaceRect" presStyleCnt="0"/>
      <dgm:spPr/>
    </dgm:pt>
    <dgm:pt modelId="{534EC81A-41D0-490C-8903-F7AA07B8EE08}" type="pres">
      <dgm:prSet presAssocID="{22228C7B-3C75-437F-A15E-B13A0405ACE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BC07216-3D8A-4A3F-9065-EAA144D3A124}" type="presOf" srcId="{22228C7B-3C75-437F-A15E-B13A0405ACE2}" destId="{534EC81A-41D0-490C-8903-F7AA07B8EE08}" srcOrd="0" destOrd="0" presId="urn:microsoft.com/office/officeart/2018/2/layout/IconVerticalSolidList"/>
    <dgm:cxn modelId="{1047BC26-3F8A-4CA4-9644-4F62939CDE7C}" srcId="{638E0237-6FF6-4C2A-AC83-F5E0347918C5}" destId="{72E7086B-08DC-4AD6-BD44-9F4BA31A8A80}" srcOrd="1" destOrd="0" parTransId="{350443E8-EAB3-40FC-9F14-D4B7B89407D3}" sibTransId="{1911DF01-66B6-487F-9B19-30232A8AFAE2}"/>
    <dgm:cxn modelId="{54844B34-CD37-4FAD-B60A-197341BADDF0}" type="presOf" srcId="{72E7086B-08DC-4AD6-BD44-9F4BA31A8A80}" destId="{7418062B-BECF-4FD4-83E3-6ED9094C3384}" srcOrd="0" destOrd="0" presId="urn:microsoft.com/office/officeart/2018/2/layout/IconVerticalSolidList"/>
    <dgm:cxn modelId="{43D4AFAB-4240-42A1-857E-EC56096EE3CC}" srcId="{638E0237-6FF6-4C2A-AC83-F5E0347918C5}" destId="{22228C7B-3C75-437F-A15E-B13A0405ACE2}" srcOrd="2" destOrd="0" parTransId="{F8B6702F-F318-4133-BB76-082DD13D8461}" sibTransId="{2769089E-3A8F-403C-9405-FD1C23C00FD7}"/>
    <dgm:cxn modelId="{CAADF3AB-4DD3-48EF-8944-B1E64FA40A4C}" type="presOf" srcId="{92EA11FE-2F56-4D1F-B73A-48617ADD79CA}" destId="{55DC6275-951A-4BBA-A026-66002BBD9501}" srcOrd="0" destOrd="0" presId="urn:microsoft.com/office/officeart/2018/2/layout/IconVerticalSolidList"/>
    <dgm:cxn modelId="{A5AA46BD-F973-4FE5-9624-7FFA5026B914}" srcId="{638E0237-6FF6-4C2A-AC83-F5E0347918C5}" destId="{92EA11FE-2F56-4D1F-B73A-48617ADD79CA}" srcOrd="0" destOrd="0" parTransId="{98AA55CE-C769-48A0-A021-E9DC413D8C1F}" sibTransId="{8F944F9D-C2DF-4B8E-86BE-69994250575C}"/>
    <dgm:cxn modelId="{CB6655D3-51E5-42A2-B507-4523519F063A}" type="presOf" srcId="{638E0237-6FF6-4C2A-AC83-F5E0347918C5}" destId="{3017A1F3-2A8E-4002-A6CA-02899E92C587}" srcOrd="0" destOrd="0" presId="urn:microsoft.com/office/officeart/2018/2/layout/IconVerticalSolidList"/>
    <dgm:cxn modelId="{A1585A39-CDA9-4547-823A-BDA69AAEDBDE}" type="presParOf" srcId="{3017A1F3-2A8E-4002-A6CA-02899E92C587}" destId="{AFABD892-2F68-4802-A25D-4436D47B2F78}" srcOrd="0" destOrd="0" presId="urn:microsoft.com/office/officeart/2018/2/layout/IconVerticalSolidList"/>
    <dgm:cxn modelId="{FF02B394-38BE-4B18-98C5-AE43589752E1}" type="presParOf" srcId="{AFABD892-2F68-4802-A25D-4436D47B2F78}" destId="{FD01CE52-3028-43B7-BB4F-8A0E072FA246}" srcOrd="0" destOrd="0" presId="urn:microsoft.com/office/officeart/2018/2/layout/IconVerticalSolidList"/>
    <dgm:cxn modelId="{94236E9F-A09B-4630-B720-34ECCC9DF82F}" type="presParOf" srcId="{AFABD892-2F68-4802-A25D-4436D47B2F78}" destId="{8E1316DA-A981-4AD0-9318-CE2817DA1AE0}" srcOrd="1" destOrd="0" presId="urn:microsoft.com/office/officeart/2018/2/layout/IconVerticalSolidList"/>
    <dgm:cxn modelId="{6B3BF6D8-2E5A-44F4-9379-35C3741BFFB4}" type="presParOf" srcId="{AFABD892-2F68-4802-A25D-4436D47B2F78}" destId="{68949AF2-73CA-473E-A1A7-2B540D6BBDA7}" srcOrd="2" destOrd="0" presId="urn:microsoft.com/office/officeart/2018/2/layout/IconVerticalSolidList"/>
    <dgm:cxn modelId="{D30A0921-E0AB-4260-87E6-AA372A09E10D}" type="presParOf" srcId="{AFABD892-2F68-4802-A25D-4436D47B2F78}" destId="{55DC6275-951A-4BBA-A026-66002BBD9501}" srcOrd="3" destOrd="0" presId="urn:microsoft.com/office/officeart/2018/2/layout/IconVerticalSolidList"/>
    <dgm:cxn modelId="{4A530CDB-BBD3-49FD-8D64-3CA84A27966E}" type="presParOf" srcId="{3017A1F3-2A8E-4002-A6CA-02899E92C587}" destId="{37F26479-2956-42F5-A0DF-B636E11097CA}" srcOrd="1" destOrd="0" presId="urn:microsoft.com/office/officeart/2018/2/layout/IconVerticalSolidList"/>
    <dgm:cxn modelId="{FEE20710-DD67-449A-BD6F-4C975300F09F}" type="presParOf" srcId="{3017A1F3-2A8E-4002-A6CA-02899E92C587}" destId="{B67FEA32-EC96-49A8-8D85-78B95F8A730D}" srcOrd="2" destOrd="0" presId="urn:microsoft.com/office/officeart/2018/2/layout/IconVerticalSolidList"/>
    <dgm:cxn modelId="{53F66F7E-FE3C-431F-B0C0-F4956EF4E013}" type="presParOf" srcId="{B67FEA32-EC96-49A8-8D85-78B95F8A730D}" destId="{700BEBBB-945D-4EE2-9F17-94E49BA17337}" srcOrd="0" destOrd="0" presId="urn:microsoft.com/office/officeart/2018/2/layout/IconVerticalSolidList"/>
    <dgm:cxn modelId="{3CD23EA9-F0CE-4BED-A37E-C17AE33D920D}" type="presParOf" srcId="{B67FEA32-EC96-49A8-8D85-78B95F8A730D}" destId="{00B7586F-82E2-4C67-B7E4-71460886FF1F}" srcOrd="1" destOrd="0" presId="urn:microsoft.com/office/officeart/2018/2/layout/IconVerticalSolidList"/>
    <dgm:cxn modelId="{5AE18837-CAB5-442D-9EFD-5C8248152144}" type="presParOf" srcId="{B67FEA32-EC96-49A8-8D85-78B95F8A730D}" destId="{90F939DC-6113-4624-BB37-8ECF7927B1F5}" srcOrd="2" destOrd="0" presId="urn:microsoft.com/office/officeart/2018/2/layout/IconVerticalSolidList"/>
    <dgm:cxn modelId="{99D3CBF0-00ED-4517-9D41-90671CD888F8}" type="presParOf" srcId="{B67FEA32-EC96-49A8-8D85-78B95F8A730D}" destId="{7418062B-BECF-4FD4-83E3-6ED9094C3384}" srcOrd="3" destOrd="0" presId="urn:microsoft.com/office/officeart/2018/2/layout/IconVerticalSolidList"/>
    <dgm:cxn modelId="{57F67787-1A65-4C41-A9B4-A2BF59B1F01B}" type="presParOf" srcId="{3017A1F3-2A8E-4002-A6CA-02899E92C587}" destId="{A66EE0A4-9DAA-4B9D-87B0-1CD3D70F7603}" srcOrd="3" destOrd="0" presId="urn:microsoft.com/office/officeart/2018/2/layout/IconVerticalSolidList"/>
    <dgm:cxn modelId="{8258F423-40C3-4DD0-A9CE-BBAAF12D3A38}" type="presParOf" srcId="{3017A1F3-2A8E-4002-A6CA-02899E92C587}" destId="{4EF177B2-3573-40BE-B491-067D44926FA9}" srcOrd="4" destOrd="0" presId="urn:microsoft.com/office/officeart/2018/2/layout/IconVerticalSolidList"/>
    <dgm:cxn modelId="{E8E00BC7-1B77-40D2-A1A5-49B6B5BF1EB1}" type="presParOf" srcId="{4EF177B2-3573-40BE-B491-067D44926FA9}" destId="{1319CA1A-6E6C-4423-806D-97BBEEA27586}" srcOrd="0" destOrd="0" presId="urn:microsoft.com/office/officeart/2018/2/layout/IconVerticalSolidList"/>
    <dgm:cxn modelId="{5513859B-3E65-43AC-AF16-CFC9DA68E233}" type="presParOf" srcId="{4EF177B2-3573-40BE-B491-067D44926FA9}" destId="{4078B852-0B15-413E-8EF6-38581A79A8AE}" srcOrd="1" destOrd="0" presId="urn:microsoft.com/office/officeart/2018/2/layout/IconVerticalSolidList"/>
    <dgm:cxn modelId="{BC9F7C52-3D75-4D41-94A4-0386C41A64A0}" type="presParOf" srcId="{4EF177B2-3573-40BE-B491-067D44926FA9}" destId="{A6F66D1A-B060-45A4-AF47-9304FE577E15}" srcOrd="2" destOrd="0" presId="urn:microsoft.com/office/officeart/2018/2/layout/IconVerticalSolidList"/>
    <dgm:cxn modelId="{CB58F7C1-3E11-494C-A978-5DC786EA7E5A}" type="presParOf" srcId="{4EF177B2-3573-40BE-B491-067D44926FA9}" destId="{534EC81A-41D0-490C-8903-F7AA07B8EE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4E16CB-E4F8-46D6-861B-606ADE110C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7B7D06E-C551-49C2-BE75-19FB0953A3DC}">
      <dgm:prSet/>
      <dgm:spPr/>
      <dgm:t>
        <a:bodyPr/>
        <a:lstStyle/>
        <a:p>
          <a:pPr>
            <a:defRPr cap="all"/>
          </a:pPr>
          <a:r>
            <a:rPr lang="en-US"/>
            <a:t>• Uses AWS Glue Data Catalog for metadata.</a:t>
          </a:r>
        </a:p>
      </dgm:t>
    </dgm:pt>
    <dgm:pt modelId="{C087667E-76CB-4408-A414-B795AA5415EB}" type="parTrans" cxnId="{2FC2E6FA-E891-4CCA-8BE3-DA5E7F1A90B2}">
      <dgm:prSet/>
      <dgm:spPr/>
      <dgm:t>
        <a:bodyPr/>
        <a:lstStyle/>
        <a:p>
          <a:endParaRPr lang="en-US"/>
        </a:p>
      </dgm:t>
    </dgm:pt>
    <dgm:pt modelId="{DD1EA496-9523-400F-985A-BC26C36B1610}" type="sibTrans" cxnId="{2FC2E6FA-E891-4CCA-8BE3-DA5E7F1A90B2}">
      <dgm:prSet/>
      <dgm:spPr/>
      <dgm:t>
        <a:bodyPr/>
        <a:lstStyle/>
        <a:p>
          <a:endParaRPr lang="en-US"/>
        </a:p>
      </dgm:t>
    </dgm:pt>
    <dgm:pt modelId="{C75E6286-D9EE-441B-8627-02D52A018124}">
      <dgm:prSet/>
      <dgm:spPr/>
      <dgm:t>
        <a:bodyPr/>
        <a:lstStyle/>
        <a:p>
          <a:pPr>
            <a:defRPr cap="all"/>
          </a:pPr>
          <a:r>
            <a:rPr lang="en-US"/>
            <a:t>• Schema-on-read model.</a:t>
          </a:r>
        </a:p>
      </dgm:t>
    </dgm:pt>
    <dgm:pt modelId="{F12D3F5A-E540-469E-AA9D-417CC1131579}" type="parTrans" cxnId="{ABE7B29C-A52F-4917-8267-636B55BCC725}">
      <dgm:prSet/>
      <dgm:spPr/>
      <dgm:t>
        <a:bodyPr/>
        <a:lstStyle/>
        <a:p>
          <a:endParaRPr lang="en-US"/>
        </a:p>
      </dgm:t>
    </dgm:pt>
    <dgm:pt modelId="{8716CFBE-DBC6-4286-8B34-9763B1E5F37D}" type="sibTrans" cxnId="{ABE7B29C-A52F-4917-8267-636B55BCC725}">
      <dgm:prSet/>
      <dgm:spPr/>
      <dgm:t>
        <a:bodyPr/>
        <a:lstStyle/>
        <a:p>
          <a:endParaRPr lang="en-US"/>
        </a:p>
      </dgm:t>
    </dgm:pt>
    <dgm:pt modelId="{85E064EE-F85C-4EFE-9B50-C725E8D7D390}">
      <dgm:prSet/>
      <dgm:spPr/>
      <dgm:t>
        <a:bodyPr/>
        <a:lstStyle/>
        <a:p>
          <a:pPr>
            <a:defRPr cap="all"/>
          </a:pPr>
          <a:r>
            <a:rPr lang="en-US"/>
            <a:t>• Delete table definitions without affecting S3 data.</a:t>
          </a:r>
        </a:p>
      </dgm:t>
    </dgm:pt>
    <dgm:pt modelId="{4C130461-CA65-462A-B48A-75DB2800EFBD}" type="parTrans" cxnId="{DEDB4A78-F0B4-4ECA-9826-AD8AC41E3A6B}">
      <dgm:prSet/>
      <dgm:spPr/>
      <dgm:t>
        <a:bodyPr/>
        <a:lstStyle/>
        <a:p>
          <a:endParaRPr lang="en-US"/>
        </a:p>
      </dgm:t>
    </dgm:pt>
    <dgm:pt modelId="{3200C82A-10A9-4D61-A52D-97A265663BB4}" type="sibTrans" cxnId="{DEDB4A78-F0B4-4ECA-9826-AD8AC41E3A6B}">
      <dgm:prSet/>
      <dgm:spPr/>
      <dgm:t>
        <a:bodyPr/>
        <a:lstStyle/>
        <a:p>
          <a:endParaRPr lang="en-US"/>
        </a:p>
      </dgm:t>
    </dgm:pt>
    <dgm:pt modelId="{0C5095E7-6666-4F7B-BB7D-D3284CC67230}" type="pres">
      <dgm:prSet presAssocID="{DC4E16CB-E4F8-46D6-861B-606ADE110C0E}" presName="root" presStyleCnt="0">
        <dgm:presLayoutVars>
          <dgm:dir/>
          <dgm:resizeHandles val="exact"/>
        </dgm:presLayoutVars>
      </dgm:prSet>
      <dgm:spPr/>
    </dgm:pt>
    <dgm:pt modelId="{F6466228-87B8-4A77-B696-40F176858CBA}" type="pres">
      <dgm:prSet presAssocID="{27B7D06E-C551-49C2-BE75-19FB0953A3DC}" presName="compNode" presStyleCnt="0"/>
      <dgm:spPr/>
    </dgm:pt>
    <dgm:pt modelId="{82B029C7-DA1C-4802-A8D5-5871B06FA38E}" type="pres">
      <dgm:prSet presAssocID="{27B7D06E-C551-49C2-BE75-19FB0953A3DC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17F1F1D-1726-44AC-844A-FC18499D0995}" type="pres">
      <dgm:prSet presAssocID="{27B7D06E-C551-49C2-BE75-19FB0953A3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EC2245ED-9016-4711-9EC5-B8D64AFB1CFD}" type="pres">
      <dgm:prSet presAssocID="{27B7D06E-C551-49C2-BE75-19FB0953A3DC}" presName="spaceRect" presStyleCnt="0"/>
      <dgm:spPr/>
    </dgm:pt>
    <dgm:pt modelId="{76BE0B84-0971-4836-B54D-1379FD6F20B4}" type="pres">
      <dgm:prSet presAssocID="{27B7D06E-C551-49C2-BE75-19FB0953A3DC}" presName="textRect" presStyleLbl="revTx" presStyleIdx="0" presStyleCnt="3">
        <dgm:presLayoutVars>
          <dgm:chMax val="1"/>
          <dgm:chPref val="1"/>
        </dgm:presLayoutVars>
      </dgm:prSet>
      <dgm:spPr/>
    </dgm:pt>
    <dgm:pt modelId="{DCD10532-EC9C-4796-ADA3-8B9D45958EAB}" type="pres">
      <dgm:prSet presAssocID="{DD1EA496-9523-400F-985A-BC26C36B1610}" presName="sibTrans" presStyleCnt="0"/>
      <dgm:spPr/>
    </dgm:pt>
    <dgm:pt modelId="{9EA73128-0BA2-4A24-829A-A1CF65A39223}" type="pres">
      <dgm:prSet presAssocID="{C75E6286-D9EE-441B-8627-02D52A018124}" presName="compNode" presStyleCnt="0"/>
      <dgm:spPr/>
    </dgm:pt>
    <dgm:pt modelId="{10F61F9D-780D-4A47-8E94-453629E8F7FE}" type="pres">
      <dgm:prSet presAssocID="{C75E6286-D9EE-441B-8627-02D52A018124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71135FD-5D45-4726-BC2D-280143ADCF1A}" type="pres">
      <dgm:prSet presAssocID="{C75E6286-D9EE-441B-8627-02D52A01812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22FFA1A6-D43B-4AE8-8AD6-FA986A99AC9C}" type="pres">
      <dgm:prSet presAssocID="{C75E6286-D9EE-441B-8627-02D52A018124}" presName="spaceRect" presStyleCnt="0"/>
      <dgm:spPr/>
    </dgm:pt>
    <dgm:pt modelId="{B625FA94-84F5-4341-ACA3-EE94EE0DCFC7}" type="pres">
      <dgm:prSet presAssocID="{C75E6286-D9EE-441B-8627-02D52A018124}" presName="textRect" presStyleLbl="revTx" presStyleIdx="1" presStyleCnt="3">
        <dgm:presLayoutVars>
          <dgm:chMax val="1"/>
          <dgm:chPref val="1"/>
        </dgm:presLayoutVars>
      </dgm:prSet>
      <dgm:spPr/>
    </dgm:pt>
    <dgm:pt modelId="{671EBB1C-322E-4FCF-9EC8-91FE6D1E2D6A}" type="pres">
      <dgm:prSet presAssocID="{8716CFBE-DBC6-4286-8B34-9763B1E5F37D}" presName="sibTrans" presStyleCnt="0"/>
      <dgm:spPr/>
    </dgm:pt>
    <dgm:pt modelId="{15D33D2D-D3C5-4087-BF75-02B87775B598}" type="pres">
      <dgm:prSet presAssocID="{85E064EE-F85C-4EFE-9B50-C725E8D7D390}" presName="compNode" presStyleCnt="0"/>
      <dgm:spPr/>
    </dgm:pt>
    <dgm:pt modelId="{6B179F5E-659C-4668-B599-DA3175E4C6BC}" type="pres">
      <dgm:prSet presAssocID="{85E064EE-F85C-4EFE-9B50-C725E8D7D39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A8FA2F9-7ED2-40D3-A9F1-6507BBD5ABE7}" type="pres">
      <dgm:prSet presAssocID="{85E064EE-F85C-4EFE-9B50-C725E8D7D3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rbage"/>
        </a:ext>
      </dgm:extLst>
    </dgm:pt>
    <dgm:pt modelId="{6113AF8F-48A8-449F-BA94-2199A7D16BBA}" type="pres">
      <dgm:prSet presAssocID="{85E064EE-F85C-4EFE-9B50-C725E8D7D390}" presName="spaceRect" presStyleCnt="0"/>
      <dgm:spPr/>
    </dgm:pt>
    <dgm:pt modelId="{76BA2C19-D97F-41DE-93C9-84717F13B1D8}" type="pres">
      <dgm:prSet presAssocID="{85E064EE-F85C-4EFE-9B50-C725E8D7D3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747171D-8577-47D3-BC15-FE6D1475A900}" type="presOf" srcId="{DC4E16CB-E4F8-46D6-861B-606ADE110C0E}" destId="{0C5095E7-6666-4F7B-BB7D-D3284CC67230}" srcOrd="0" destOrd="0" presId="urn:microsoft.com/office/officeart/2018/5/layout/IconLeafLabelList"/>
    <dgm:cxn modelId="{DEDB4A78-F0B4-4ECA-9826-AD8AC41E3A6B}" srcId="{DC4E16CB-E4F8-46D6-861B-606ADE110C0E}" destId="{85E064EE-F85C-4EFE-9B50-C725E8D7D390}" srcOrd="2" destOrd="0" parTransId="{4C130461-CA65-462A-B48A-75DB2800EFBD}" sibTransId="{3200C82A-10A9-4D61-A52D-97A265663BB4}"/>
    <dgm:cxn modelId="{5702379C-B87A-4DD4-B364-607F73A7AF8D}" type="presOf" srcId="{85E064EE-F85C-4EFE-9B50-C725E8D7D390}" destId="{76BA2C19-D97F-41DE-93C9-84717F13B1D8}" srcOrd="0" destOrd="0" presId="urn:microsoft.com/office/officeart/2018/5/layout/IconLeafLabelList"/>
    <dgm:cxn modelId="{ABE7B29C-A52F-4917-8267-636B55BCC725}" srcId="{DC4E16CB-E4F8-46D6-861B-606ADE110C0E}" destId="{C75E6286-D9EE-441B-8627-02D52A018124}" srcOrd="1" destOrd="0" parTransId="{F12D3F5A-E540-469E-AA9D-417CC1131579}" sibTransId="{8716CFBE-DBC6-4286-8B34-9763B1E5F37D}"/>
    <dgm:cxn modelId="{EE66A0A5-E5A0-4E5A-8F03-B82967CCC163}" type="presOf" srcId="{C75E6286-D9EE-441B-8627-02D52A018124}" destId="{B625FA94-84F5-4341-ACA3-EE94EE0DCFC7}" srcOrd="0" destOrd="0" presId="urn:microsoft.com/office/officeart/2018/5/layout/IconLeafLabelList"/>
    <dgm:cxn modelId="{00CF45D8-A1E8-4E22-8D58-B04148571D78}" type="presOf" srcId="{27B7D06E-C551-49C2-BE75-19FB0953A3DC}" destId="{76BE0B84-0971-4836-B54D-1379FD6F20B4}" srcOrd="0" destOrd="0" presId="urn:microsoft.com/office/officeart/2018/5/layout/IconLeafLabelList"/>
    <dgm:cxn modelId="{2FC2E6FA-E891-4CCA-8BE3-DA5E7F1A90B2}" srcId="{DC4E16CB-E4F8-46D6-861B-606ADE110C0E}" destId="{27B7D06E-C551-49C2-BE75-19FB0953A3DC}" srcOrd="0" destOrd="0" parTransId="{C087667E-76CB-4408-A414-B795AA5415EB}" sibTransId="{DD1EA496-9523-400F-985A-BC26C36B1610}"/>
    <dgm:cxn modelId="{89E06BE6-2442-47AC-918C-A658CAB830D8}" type="presParOf" srcId="{0C5095E7-6666-4F7B-BB7D-D3284CC67230}" destId="{F6466228-87B8-4A77-B696-40F176858CBA}" srcOrd="0" destOrd="0" presId="urn:microsoft.com/office/officeart/2018/5/layout/IconLeafLabelList"/>
    <dgm:cxn modelId="{1417669B-BE95-4010-B0F1-B546626E86AC}" type="presParOf" srcId="{F6466228-87B8-4A77-B696-40F176858CBA}" destId="{82B029C7-DA1C-4802-A8D5-5871B06FA38E}" srcOrd="0" destOrd="0" presId="urn:microsoft.com/office/officeart/2018/5/layout/IconLeafLabelList"/>
    <dgm:cxn modelId="{01F19D8F-3B20-411C-9DAB-C86CDB04EC71}" type="presParOf" srcId="{F6466228-87B8-4A77-B696-40F176858CBA}" destId="{D17F1F1D-1726-44AC-844A-FC18499D0995}" srcOrd="1" destOrd="0" presId="urn:microsoft.com/office/officeart/2018/5/layout/IconLeafLabelList"/>
    <dgm:cxn modelId="{C347E20A-A342-4254-BB80-6303B245305E}" type="presParOf" srcId="{F6466228-87B8-4A77-B696-40F176858CBA}" destId="{EC2245ED-9016-4711-9EC5-B8D64AFB1CFD}" srcOrd="2" destOrd="0" presId="urn:microsoft.com/office/officeart/2018/5/layout/IconLeafLabelList"/>
    <dgm:cxn modelId="{21361CEC-7427-4C56-BB3D-ECFE13D3A126}" type="presParOf" srcId="{F6466228-87B8-4A77-B696-40F176858CBA}" destId="{76BE0B84-0971-4836-B54D-1379FD6F20B4}" srcOrd="3" destOrd="0" presId="urn:microsoft.com/office/officeart/2018/5/layout/IconLeafLabelList"/>
    <dgm:cxn modelId="{36D937D3-1072-4109-9F47-8B2C4B098F34}" type="presParOf" srcId="{0C5095E7-6666-4F7B-BB7D-D3284CC67230}" destId="{DCD10532-EC9C-4796-ADA3-8B9D45958EAB}" srcOrd="1" destOrd="0" presId="urn:microsoft.com/office/officeart/2018/5/layout/IconLeafLabelList"/>
    <dgm:cxn modelId="{11DB3568-A933-4CCB-A970-191F0EAE2638}" type="presParOf" srcId="{0C5095E7-6666-4F7B-BB7D-D3284CC67230}" destId="{9EA73128-0BA2-4A24-829A-A1CF65A39223}" srcOrd="2" destOrd="0" presId="urn:microsoft.com/office/officeart/2018/5/layout/IconLeafLabelList"/>
    <dgm:cxn modelId="{3B952156-01FF-4346-B396-0D9DE578C505}" type="presParOf" srcId="{9EA73128-0BA2-4A24-829A-A1CF65A39223}" destId="{10F61F9D-780D-4A47-8E94-453629E8F7FE}" srcOrd="0" destOrd="0" presId="urn:microsoft.com/office/officeart/2018/5/layout/IconLeafLabelList"/>
    <dgm:cxn modelId="{E6BBCD5F-73F2-4629-B6A5-FA218B4133A3}" type="presParOf" srcId="{9EA73128-0BA2-4A24-829A-A1CF65A39223}" destId="{271135FD-5D45-4726-BC2D-280143ADCF1A}" srcOrd="1" destOrd="0" presId="urn:microsoft.com/office/officeart/2018/5/layout/IconLeafLabelList"/>
    <dgm:cxn modelId="{24BDBFAA-84D2-4714-A6BD-7FE52B27963D}" type="presParOf" srcId="{9EA73128-0BA2-4A24-829A-A1CF65A39223}" destId="{22FFA1A6-D43B-4AE8-8AD6-FA986A99AC9C}" srcOrd="2" destOrd="0" presId="urn:microsoft.com/office/officeart/2018/5/layout/IconLeafLabelList"/>
    <dgm:cxn modelId="{BFA6E764-59EB-48C4-AE17-3AF48E76C791}" type="presParOf" srcId="{9EA73128-0BA2-4A24-829A-A1CF65A39223}" destId="{B625FA94-84F5-4341-ACA3-EE94EE0DCFC7}" srcOrd="3" destOrd="0" presId="urn:microsoft.com/office/officeart/2018/5/layout/IconLeafLabelList"/>
    <dgm:cxn modelId="{3B1F5766-5785-4A8E-AB71-819FBAA6BF84}" type="presParOf" srcId="{0C5095E7-6666-4F7B-BB7D-D3284CC67230}" destId="{671EBB1C-322E-4FCF-9EC8-91FE6D1E2D6A}" srcOrd="3" destOrd="0" presId="urn:microsoft.com/office/officeart/2018/5/layout/IconLeafLabelList"/>
    <dgm:cxn modelId="{1A676959-5E79-49E2-8083-348C4D8E37EA}" type="presParOf" srcId="{0C5095E7-6666-4F7B-BB7D-D3284CC67230}" destId="{15D33D2D-D3C5-4087-BF75-02B87775B598}" srcOrd="4" destOrd="0" presId="urn:microsoft.com/office/officeart/2018/5/layout/IconLeafLabelList"/>
    <dgm:cxn modelId="{A5F1CBD7-DD59-4276-BD5E-6E17665F98D1}" type="presParOf" srcId="{15D33D2D-D3C5-4087-BF75-02B87775B598}" destId="{6B179F5E-659C-4668-B599-DA3175E4C6BC}" srcOrd="0" destOrd="0" presId="urn:microsoft.com/office/officeart/2018/5/layout/IconLeafLabelList"/>
    <dgm:cxn modelId="{5A8A98C4-FF5F-4598-9131-47A322C8061F}" type="presParOf" srcId="{15D33D2D-D3C5-4087-BF75-02B87775B598}" destId="{DA8FA2F9-7ED2-40D3-A9F1-6507BBD5ABE7}" srcOrd="1" destOrd="0" presId="urn:microsoft.com/office/officeart/2018/5/layout/IconLeafLabelList"/>
    <dgm:cxn modelId="{E591D688-264B-4EA3-A500-4D8E938F93B9}" type="presParOf" srcId="{15D33D2D-D3C5-4087-BF75-02B87775B598}" destId="{6113AF8F-48A8-449F-BA94-2199A7D16BBA}" srcOrd="2" destOrd="0" presId="urn:microsoft.com/office/officeart/2018/5/layout/IconLeafLabelList"/>
    <dgm:cxn modelId="{FBCD7081-620D-4576-8CD7-FA08A3B860FE}" type="presParOf" srcId="{15D33D2D-D3C5-4087-BF75-02B87775B598}" destId="{76BA2C19-D97F-41DE-93C9-84717F13B1D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3A98E1-7B02-4127-91BF-892BD9EA3C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04BF5AFC-D9C6-4ED1-A8F8-A6A2F9DE2822}">
      <dgm:prSet/>
      <dgm:spPr/>
      <dgm:t>
        <a:bodyPr/>
        <a:lstStyle/>
        <a:p>
          <a:r>
            <a:rPr lang="en-US"/>
            <a:t>• Use Apache Hive DDL: CREATE EXTERNAL TABLE.</a:t>
          </a:r>
        </a:p>
      </dgm:t>
    </dgm:pt>
    <dgm:pt modelId="{08038036-68AA-45F5-AC32-95B9D733C1F0}" type="parTrans" cxnId="{6DA6649D-F5C9-4BCA-AF6D-EC107D7C8C63}">
      <dgm:prSet/>
      <dgm:spPr/>
      <dgm:t>
        <a:bodyPr/>
        <a:lstStyle/>
        <a:p>
          <a:endParaRPr lang="en-US"/>
        </a:p>
      </dgm:t>
    </dgm:pt>
    <dgm:pt modelId="{4AFC1B0A-CB32-4C29-A6C3-BB3514C73E65}" type="sibTrans" cxnId="{6DA6649D-F5C9-4BCA-AF6D-EC107D7C8C63}">
      <dgm:prSet/>
      <dgm:spPr/>
      <dgm:t>
        <a:bodyPr/>
        <a:lstStyle/>
        <a:p>
          <a:endParaRPr lang="en-US"/>
        </a:p>
      </dgm:t>
    </dgm:pt>
    <dgm:pt modelId="{7E4FC5E6-EE2F-4F61-9C4D-157540B50E23}">
      <dgm:prSet/>
      <dgm:spPr/>
      <dgm:t>
        <a:bodyPr/>
        <a:lstStyle/>
        <a:p>
          <a:r>
            <a:rPr lang="en-US"/>
            <a:t>• Via Console, CLI, or JDBC/ODBC.</a:t>
          </a:r>
        </a:p>
      </dgm:t>
    </dgm:pt>
    <dgm:pt modelId="{597D34C0-D797-4907-A698-59C8F85CB7BD}" type="parTrans" cxnId="{B6D6F1D3-3BB5-4953-B7DD-7F07F17F68A1}">
      <dgm:prSet/>
      <dgm:spPr/>
      <dgm:t>
        <a:bodyPr/>
        <a:lstStyle/>
        <a:p>
          <a:endParaRPr lang="en-US"/>
        </a:p>
      </dgm:t>
    </dgm:pt>
    <dgm:pt modelId="{2F1F5D84-A91B-44A6-B910-E1C5DD766B6C}" type="sibTrans" cxnId="{B6D6F1D3-3BB5-4953-B7DD-7F07F17F68A1}">
      <dgm:prSet/>
      <dgm:spPr/>
      <dgm:t>
        <a:bodyPr/>
        <a:lstStyle/>
        <a:p>
          <a:endParaRPr lang="en-US"/>
        </a:p>
      </dgm:t>
    </dgm:pt>
    <dgm:pt modelId="{170AC1C8-4E95-4205-99B6-379D95CC0D17}">
      <dgm:prSet/>
      <dgm:spPr/>
      <dgm:t>
        <a:bodyPr/>
        <a:lstStyle/>
        <a:p>
          <a:r>
            <a:rPr lang="en-US"/>
            <a:t>• Glue crawlers can auto-discover schema and partitions.</a:t>
          </a:r>
        </a:p>
      </dgm:t>
    </dgm:pt>
    <dgm:pt modelId="{AC9033A4-E2E9-443A-93B6-B533F3C967F9}" type="parTrans" cxnId="{C2083EC1-6BD6-4ECA-84D7-03239E57EEFD}">
      <dgm:prSet/>
      <dgm:spPr/>
      <dgm:t>
        <a:bodyPr/>
        <a:lstStyle/>
        <a:p>
          <a:endParaRPr lang="en-US"/>
        </a:p>
      </dgm:t>
    </dgm:pt>
    <dgm:pt modelId="{08585B89-8718-48EA-BBB2-1573A757AF45}" type="sibTrans" cxnId="{C2083EC1-6BD6-4ECA-84D7-03239E57EEFD}">
      <dgm:prSet/>
      <dgm:spPr/>
      <dgm:t>
        <a:bodyPr/>
        <a:lstStyle/>
        <a:p>
          <a:endParaRPr lang="en-US"/>
        </a:p>
      </dgm:t>
    </dgm:pt>
    <dgm:pt modelId="{3C0BEE39-44B5-4461-A541-F0C3633CC968}" type="pres">
      <dgm:prSet presAssocID="{753A98E1-7B02-4127-91BF-892BD9EA3C15}" presName="root" presStyleCnt="0">
        <dgm:presLayoutVars>
          <dgm:dir/>
          <dgm:resizeHandles val="exact"/>
        </dgm:presLayoutVars>
      </dgm:prSet>
      <dgm:spPr/>
    </dgm:pt>
    <dgm:pt modelId="{F4C287B8-3773-4F29-9DDE-64AEB370F249}" type="pres">
      <dgm:prSet presAssocID="{04BF5AFC-D9C6-4ED1-A8F8-A6A2F9DE2822}" presName="compNode" presStyleCnt="0"/>
      <dgm:spPr/>
    </dgm:pt>
    <dgm:pt modelId="{A0DF322D-D6E4-4D96-84E5-8C09877E5657}" type="pres">
      <dgm:prSet presAssocID="{04BF5AFC-D9C6-4ED1-A8F8-A6A2F9DE2822}" presName="bgRect" presStyleLbl="bgShp" presStyleIdx="0" presStyleCnt="3"/>
      <dgm:spPr/>
    </dgm:pt>
    <dgm:pt modelId="{7052F332-FC40-4186-997E-7E423C030D2D}" type="pres">
      <dgm:prSet presAssocID="{04BF5AFC-D9C6-4ED1-A8F8-A6A2F9DE282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694059A-AFB9-48D1-9685-C46B4940D053}" type="pres">
      <dgm:prSet presAssocID="{04BF5AFC-D9C6-4ED1-A8F8-A6A2F9DE2822}" presName="spaceRect" presStyleCnt="0"/>
      <dgm:spPr/>
    </dgm:pt>
    <dgm:pt modelId="{C649B2BF-CE36-410F-A9C2-8A53384EBE4F}" type="pres">
      <dgm:prSet presAssocID="{04BF5AFC-D9C6-4ED1-A8F8-A6A2F9DE2822}" presName="parTx" presStyleLbl="revTx" presStyleIdx="0" presStyleCnt="3">
        <dgm:presLayoutVars>
          <dgm:chMax val="0"/>
          <dgm:chPref val="0"/>
        </dgm:presLayoutVars>
      </dgm:prSet>
      <dgm:spPr/>
    </dgm:pt>
    <dgm:pt modelId="{EE3579A1-7D6C-4A0B-A049-2AD47E1118B9}" type="pres">
      <dgm:prSet presAssocID="{4AFC1B0A-CB32-4C29-A6C3-BB3514C73E65}" presName="sibTrans" presStyleCnt="0"/>
      <dgm:spPr/>
    </dgm:pt>
    <dgm:pt modelId="{474468BB-9DBB-4064-8A31-DEA7631841DB}" type="pres">
      <dgm:prSet presAssocID="{7E4FC5E6-EE2F-4F61-9C4D-157540B50E23}" presName="compNode" presStyleCnt="0"/>
      <dgm:spPr/>
    </dgm:pt>
    <dgm:pt modelId="{77D15BBA-C5CB-4EEF-8AE8-382D95232336}" type="pres">
      <dgm:prSet presAssocID="{7E4FC5E6-EE2F-4F61-9C4D-157540B50E23}" presName="bgRect" presStyleLbl="bgShp" presStyleIdx="1" presStyleCnt="3"/>
      <dgm:spPr/>
    </dgm:pt>
    <dgm:pt modelId="{383B7289-38F2-4914-A11B-153ACB66E0FF}" type="pres">
      <dgm:prSet presAssocID="{7E4FC5E6-EE2F-4F61-9C4D-157540B50E2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4B98315-7E97-46DB-B697-75C615F8D7C7}" type="pres">
      <dgm:prSet presAssocID="{7E4FC5E6-EE2F-4F61-9C4D-157540B50E23}" presName="spaceRect" presStyleCnt="0"/>
      <dgm:spPr/>
    </dgm:pt>
    <dgm:pt modelId="{DB86B5E3-FB1B-49A8-9EF9-2C72C6CECDDD}" type="pres">
      <dgm:prSet presAssocID="{7E4FC5E6-EE2F-4F61-9C4D-157540B50E23}" presName="parTx" presStyleLbl="revTx" presStyleIdx="1" presStyleCnt="3">
        <dgm:presLayoutVars>
          <dgm:chMax val="0"/>
          <dgm:chPref val="0"/>
        </dgm:presLayoutVars>
      </dgm:prSet>
      <dgm:spPr/>
    </dgm:pt>
    <dgm:pt modelId="{570CDC8C-6658-49A2-B0A0-06645273373B}" type="pres">
      <dgm:prSet presAssocID="{2F1F5D84-A91B-44A6-B910-E1C5DD766B6C}" presName="sibTrans" presStyleCnt="0"/>
      <dgm:spPr/>
    </dgm:pt>
    <dgm:pt modelId="{538D97DF-EE7B-40D2-A206-572A3C9914B4}" type="pres">
      <dgm:prSet presAssocID="{170AC1C8-4E95-4205-99B6-379D95CC0D17}" presName="compNode" presStyleCnt="0"/>
      <dgm:spPr/>
    </dgm:pt>
    <dgm:pt modelId="{218CF01F-42B1-47D6-A48F-E69E5D9C82CD}" type="pres">
      <dgm:prSet presAssocID="{170AC1C8-4E95-4205-99B6-379D95CC0D17}" presName="bgRect" presStyleLbl="bgShp" presStyleIdx="2" presStyleCnt="3"/>
      <dgm:spPr/>
    </dgm:pt>
    <dgm:pt modelId="{B109C40D-8112-41D6-8979-DFFC7C182D60}" type="pres">
      <dgm:prSet presAssocID="{170AC1C8-4E95-4205-99B6-379D95CC0D1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69F2833E-49BC-4768-8A07-B0C2AD5583A6}" type="pres">
      <dgm:prSet presAssocID="{170AC1C8-4E95-4205-99B6-379D95CC0D17}" presName="spaceRect" presStyleCnt="0"/>
      <dgm:spPr/>
    </dgm:pt>
    <dgm:pt modelId="{F48AEEB0-59B6-4723-B506-AEB2261CABE8}" type="pres">
      <dgm:prSet presAssocID="{170AC1C8-4E95-4205-99B6-379D95CC0D1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29EFC0A-50A3-4424-9BE5-2B61E6D956C8}" type="presOf" srcId="{7E4FC5E6-EE2F-4F61-9C4D-157540B50E23}" destId="{DB86B5E3-FB1B-49A8-9EF9-2C72C6CECDDD}" srcOrd="0" destOrd="0" presId="urn:microsoft.com/office/officeart/2018/2/layout/IconVerticalSolidList"/>
    <dgm:cxn modelId="{FF5A7D36-56F7-405F-A997-1C82D49293B1}" type="presOf" srcId="{170AC1C8-4E95-4205-99B6-379D95CC0D17}" destId="{F48AEEB0-59B6-4723-B506-AEB2261CABE8}" srcOrd="0" destOrd="0" presId="urn:microsoft.com/office/officeart/2018/2/layout/IconVerticalSolidList"/>
    <dgm:cxn modelId="{6DA6649D-F5C9-4BCA-AF6D-EC107D7C8C63}" srcId="{753A98E1-7B02-4127-91BF-892BD9EA3C15}" destId="{04BF5AFC-D9C6-4ED1-A8F8-A6A2F9DE2822}" srcOrd="0" destOrd="0" parTransId="{08038036-68AA-45F5-AC32-95B9D733C1F0}" sibTransId="{4AFC1B0A-CB32-4C29-A6C3-BB3514C73E65}"/>
    <dgm:cxn modelId="{C2083EC1-6BD6-4ECA-84D7-03239E57EEFD}" srcId="{753A98E1-7B02-4127-91BF-892BD9EA3C15}" destId="{170AC1C8-4E95-4205-99B6-379D95CC0D17}" srcOrd="2" destOrd="0" parTransId="{AC9033A4-E2E9-443A-93B6-B533F3C967F9}" sibTransId="{08585B89-8718-48EA-BBB2-1573A757AF45}"/>
    <dgm:cxn modelId="{702539CF-A061-45B7-ABE1-79FB4E1233E1}" type="presOf" srcId="{753A98E1-7B02-4127-91BF-892BD9EA3C15}" destId="{3C0BEE39-44B5-4461-A541-F0C3633CC968}" srcOrd="0" destOrd="0" presId="urn:microsoft.com/office/officeart/2018/2/layout/IconVerticalSolidList"/>
    <dgm:cxn modelId="{B6D6F1D3-3BB5-4953-B7DD-7F07F17F68A1}" srcId="{753A98E1-7B02-4127-91BF-892BD9EA3C15}" destId="{7E4FC5E6-EE2F-4F61-9C4D-157540B50E23}" srcOrd="1" destOrd="0" parTransId="{597D34C0-D797-4907-A698-59C8F85CB7BD}" sibTransId="{2F1F5D84-A91B-44A6-B910-E1C5DD766B6C}"/>
    <dgm:cxn modelId="{E9A7C7F5-B212-426A-A5C8-A400A400EF5E}" type="presOf" srcId="{04BF5AFC-D9C6-4ED1-A8F8-A6A2F9DE2822}" destId="{C649B2BF-CE36-410F-A9C2-8A53384EBE4F}" srcOrd="0" destOrd="0" presId="urn:microsoft.com/office/officeart/2018/2/layout/IconVerticalSolidList"/>
    <dgm:cxn modelId="{A016598D-C7A4-44BC-8066-DF673D13600D}" type="presParOf" srcId="{3C0BEE39-44B5-4461-A541-F0C3633CC968}" destId="{F4C287B8-3773-4F29-9DDE-64AEB370F249}" srcOrd="0" destOrd="0" presId="urn:microsoft.com/office/officeart/2018/2/layout/IconVerticalSolidList"/>
    <dgm:cxn modelId="{89584F2F-3635-4130-B4DC-0D6B95A7E962}" type="presParOf" srcId="{F4C287B8-3773-4F29-9DDE-64AEB370F249}" destId="{A0DF322D-D6E4-4D96-84E5-8C09877E5657}" srcOrd="0" destOrd="0" presId="urn:microsoft.com/office/officeart/2018/2/layout/IconVerticalSolidList"/>
    <dgm:cxn modelId="{0B02B40A-1E6A-4B75-8272-268921F9A550}" type="presParOf" srcId="{F4C287B8-3773-4F29-9DDE-64AEB370F249}" destId="{7052F332-FC40-4186-997E-7E423C030D2D}" srcOrd="1" destOrd="0" presId="urn:microsoft.com/office/officeart/2018/2/layout/IconVerticalSolidList"/>
    <dgm:cxn modelId="{54D98EA8-DC5F-4C41-B26D-0CC9251CA635}" type="presParOf" srcId="{F4C287B8-3773-4F29-9DDE-64AEB370F249}" destId="{E694059A-AFB9-48D1-9685-C46B4940D053}" srcOrd="2" destOrd="0" presId="urn:microsoft.com/office/officeart/2018/2/layout/IconVerticalSolidList"/>
    <dgm:cxn modelId="{10B55EE2-CD37-43B3-875D-B1EE10D8351D}" type="presParOf" srcId="{F4C287B8-3773-4F29-9DDE-64AEB370F249}" destId="{C649B2BF-CE36-410F-A9C2-8A53384EBE4F}" srcOrd="3" destOrd="0" presId="urn:microsoft.com/office/officeart/2018/2/layout/IconVerticalSolidList"/>
    <dgm:cxn modelId="{A94F96CB-6BCB-4BB6-A6A2-E28CBF8F6A7B}" type="presParOf" srcId="{3C0BEE39-44B5-4461-A541-F0C3633CC968}" destId="{EE3579A1-7D6C-4A0B-A049-2AD47E1118B9}" srcOrd="1" destOrd="0" presId="urn:microsoft.com/office/officeart/2018/2/layout/IconVerticalSolidList"/>
    <dgm:cxn modelId="{15724DD1-088D-4651-B902-EF86FCEF5405}" type="presParOf" srcId="{3C0BEE39-44B5-4461-A541-F0C3633CC968}" destId="{474468BB-9DBB-4064-8A31-DEA7631841DB}" srcOrd="2" destOrd="0" presId="urn:microsoft.com/office/officeart/2018/2/layout/IconVerticalSolidList"/>
    <dgm:cxn modelId="{A83B4072-A1B4-41BA-A38A-C51E36E06DF9}" type="presParOf" srcId="{474468BB-9DBB-4064-8A31-DEA7631841DB}" destId="{77D15BBA-C5CB-4EEF-8AE8-382D95232336}" srcOrd="0" destOrd="0" presId="urn:microsoft.com/office/officeart/2018/2/layout/IconVerticalSolidList"/>
    <dgm:cxn modelId="{9461A828-B6E7-4F1D-A70C-1B5844F4C96C}" type="presParOf" srcId="{474468BB-9DBB-4064-8A31-DEA7631841DB}" destId="{383B7289-38F2-4914-A11B-153ACB66E0FF}" srcOrd="1" destOrd="0" presId="urn:microsoft.com/office/officeart/2018/2/layout/IconVerticalSolidList"/>
    <dgm:cxn modelId="{F0BFE429-1F3E-4E4A-A9DD-1FDFF7000533}" type="presParOf" srcId="{474468BB-9DBB-4064-8A31-DEA7631841DB}" destId="{04B98315-7E97-46DB-B697-75C615F8D7C7}" srcOrd="2" destOrd="0" presId="urn:microsoft.com/office/officeart/2018/2/layout/IconVerticalSolidList"/>
    <dgm:cxn modelId="{C44022AD-F8AF-4222-AE8C-574AB66B9DCB}" type="presParOf" srcId="{474468BB-9DBB-4064-8A31-DEA7631841DB}" destId="{DB86B5E3-FB1B-49A8-9EF9-2C72C6CECDDD}" srcOrd="3" destOrd="0" presId="urn:microsoft.com/office/officeart/2018/2/layout/IconVerticalSolidList"/>
    <dgm:cxn modelId="{8A46A7CD-C183-45AF-9C2B-7962DEFC7AC1}" type="presParOf" srcId="{3C0BEE39-44B5-4461-A541-F0C3633CC968}" destId="{570CDC8C-6658-49A2-B0A0-06645273373B}" srcOrd="3" destOrd="0" presId="urn:microsoft.com/office/officeart/2018/2/layout/IconVerticalSolidList"/>
    <dgm:cxn modelId="{D22060D0-D4E5-45D0-9776-33E3035F03CB}" type="presParOf" srcId="{3C0BEE39-44B5-4461-A541-F0C3633CC968}" destId="{538D97DF-EE7B-40D2-A206-572A3C9914B4}" srcOrd="4" destOrd="0" presId="urn:microsoft.com/office/officeart/2018/2/layout/IconVerticalSolidList"/>
    <dgm:cxn modelId="{82053427-E66A-4FF3-BE1E-EB61FF499BA4}" type="presParOf" srcId="{538D97DF-EE7B-40D2-A206-572A3C9914B4}" destId="{218CF01F-42B1-47D6-A48F-E69E5D9C82CD}" srcOrd="0" destOrd="0" presId="urn:microsoft.com/office/officeart/2018/2/layout/IconVerticalSolidList"/>
    <dgm:cxn modelId="{0E25295C-85D4-447E-BFC4-90595F7BA9D2}" type="presParOf" srcId="{538D97DF-EE7B-40D2-A206-572A3C9914B4}" destId="{B109C40D-8112-41D6-8979-DFFC7C182D60}" srcOrd="1" destOrd="0" presId="urn:microsoft.com/office/officeart/2018/2/layout/IconVerticalSolidList"/>
    <dgm:cxn modelId="{AFA8428D-A0F1-486E-8387-950BDDC5A5B7}" type="presParOf" srcId="{538D97DF-EE7B-40D2-A206-572A3C9914B4}" destId="{69F2833E-49BC-4768-8A07-B0C2AD5583A6}" srcOrd="2" destOrd="0" presId="urn:microsoft.com/office/officeart/2018/2/layout/IconVerticalSolidList"/>
    <dgm:cxn modelId="{FF9DA53D-6977-43D9-BB89-D759D2F88602}" type="presParOf" srcId="{538D97DF-EE7B-40D2-A206-572A3C9914B4}" destId="{F48AEEB0-59B6-4723-B506-AEB2261CAB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13004A-7332-4C24-9AA1-F38770A0F9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1B76B00-D5FD-4918-9A02-3D143A965CD1}">
      <dgm:prSet/>
      <dgm:spPr/>
      <dgm:t>
        <a:bodyPr/>
        <a:lstStyle/>
        <a:p>
          <a:r>
            <a:rPr lang="en-US"/>
            <a:t>• Access via Console, CLI, SDKs, ODBC/JDBC.</a:t>
          </a:r>
        </a:p>
      </dgm:t>
    </dgm:pt>
    <dgm:pt modelId="{1AB554F0-C210-4900-A3A6-587AF472A639}" type="parTrans" cxnId="{D2EC445F-3B83-4925-85A4-16EC8C208E47}">
      <dgm:prSet/>
      <dgm:spPr/>
      <dgm:t>
        <a:bodyPr/>
        <a:lstStyle/>
        <a:p>
          <a:endParaRPr lang="en-US"/>
        </a:p>
      </dgm:t>
    </dgm:pt>
    <dgm:pt modelId="{5814BCF0-3137-4BAC-9CA7-F6EF3D222E47}" type="sibTrans" cxnId="{D2EC445F-3B83-4925-85A4-16EC8C208E47}">
      <dgm:prSet/>
      <dgm:spPr/>
      <dgm:t>
        <a:bodyPr/>
        <a:lstStyle/>
        <a:p>
          <a:endParaRPr lang="en-US"/>
        </a:p>
      </dgm:t>
    </dgm:pt>
    <dgm:pt modelId="{1B61C1F8-BA14-4477-A624-35C4D8039C06}">
      <dgm:prSet/>
      <dgm:spPr/>
      <dgm:t>
        <a:bodyPr/>
        <a:lstStyle/>
        <a:p>
          <a:r>
            <a:rPr lang="en-US"/>
            <a:t>• Integrates with S3, Glue, QuickSight, CloudTrail.</a:t>
          </a:r>
        </a:p>
      </dgm:t>
    </dgm:pt>
    <dgm:pt modelId="{E5173F2E-8964-43D1-86BD-DBD453060409}" type="parTrans" cxnId="{C28497FF-DDE9-4E6A-B713-A1A82B5FEAE5}">
      <dgm:prSet/>
      <dgm:spPr/>
      <dgm:t>
        <a:bodyPr/>
        <a:lstStyle/>
        <a:p>
          <a:endParaRPr lang="en-US"/>
        </a:p>
      </dgm:t>
    </dgm:pt>
    <dgm:pt modelId="{8E68F8E0-284C-4673-A5D0-D4A187022975}" type="sibTrans" cxnId="{C28497FF-DDE9-4E6A-B713-A1A82B5FEAE5}">
      <dgm:prSet/>
      <dgm:spPr/>
      <dgm:t>
        <a:bodyPr/>
        <a:lstStyle/>
        <a:p>
          <a:endParaRPr lang="en-US"/>
        </a:p>
      </dgm:t>
    </dgm:pt>
    <dgm:pt modelId="{9B6AD0A8-82C2-4812-B0CE-10188BAA4A81}">
      <dgm:prSet/>
      <dgm:spPr/>
      <dgm:t>
        <a:bodyPr/>
        <a:lstStyle/>
        <a:p>
          <a:r>
            <a:rPr lang="en-US"/>
            <a:t>• Federated queries for external data sources.</a:t>
          </a:r>
        </a:p>
      </dgm:t>
    </dgm:pt>
    <dgm:pt modelId="{8B53AA73-47D4-4609-8E71-EAE25E42DFE6}" type="parTrans" cxnId="{33F13BA1-351A-46BB-916B-DCFB5356AEAB}">
      <dgm:prSet/>
      <dgm:spPr/>
      <dgm:t>
        <a:bodyPr/>
        <a:lstStyle/>
        <a:p>
          <a:endParaRPr lang="en-US"/>
        </a:p>
      </dgm:t>
    </dgm:pt>
    <dgm:pt modelId="{49DFC0CE-6A99-43E8-AA79-E7B2588619B5}" type="sibTrans" cxnId="{33F13BA1-351A-46BB-916B-DCFB5356AEAB}">
      <dgm:prSet/>
      <dgm:spPr/>
      <dgm:t>
        <a:bodyPr/>
        <a:lstStyle/>
        <a:p>
          <a:endParaRPr lang="en-US"/>
        </a:p>
      </dgm:t>
    </dgm:pt>
    <dgm:pt modelId="{6C32A7A0-FEF6-4CCA-824E-66B2A0F03C3B}" type="pres">
      <dgm:prSet presAssocID="{5913004A-7332-4C24-9AA1-F38770A0F90E}" presName="root" presStyleCnt="0">
        <dgm:presLayoutVars>
          <dgm:dir/>
          <dgm:resizeHandles val="exact"/>
        </dgm:presLayoutVars>
      </dgm:prSet>
      <dgm:spPr/>
    </dgm:pt>
    <dgm:pt modelId="{64709A8C-F546-42C3-898A-A706DE06458F}" type="pres">
      <dgm:prSet presAssocID="{51B76B00-D5FD-4918-9A02-3D143A965CD1}" presName="compNode" presStyleCnt="0"/>
      <dgm:spPr/>
    </dgm:pt>
    <dgm:pt modelId="{95DC10E0-5485-42C3-B0D9-B47C2E1AF1FE}" type="pres">
      <dgm:prSet presAssocID="{51B76B00-D5FD-4918-9A02-3D143A965CD1}" presName="bgRect" presStyleLbl="bgShp" presStyleIdx="0" presStyleCnt="3"/>
      <dgm:spPr/>
    </dgm:pt>
    <dgm:pt modelId="{2A715069-1EA2-4322-9EC9-BDC70694BF5F}" type="pres">
      <dgm:prSet presAssocID="{51B76B00-D5FD-4918-9A02-3D143A965C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EAFCF9-839B-4B57-8D4B-C66659A59FFA}" type="pres">
      <dgm:prSet presAssocID="{51B76B00-D5FD-4918-9A02-3D143A965CD1}" presName="spaceRect" presStyleCnt="0"/>
      <dgm:spPr/>
    </dgm:pt>
    <dgm:pt modelId="{134C6906-ADFA-4FCF-BF71-A9736D6307C9}" type="pres">
      <dgm:prSet presAssocID="{51B76B00-D5FD-4918-9A02-3D143A965CD1}" presName="parTx" presStyleLbl="revTx" presStyleIdx="0" presStyleCnt="3">
        <dgm:presLayoutVars>
          <dgm:chMax val="0"/>
          <dgm:chPref val="0"/>
        </dgm:presLayoutVars>
      </dgm:prSet>
      <dgm:spPr/>
    </dgm:pt>
    <dgm:pt modelId="{905E3F15-E950-4DF5-B82B-1954A5FF57EB}" type="pres">
      <dgm:prSet presAssocID="{5814BCF0-3137-4BAC-9CA7-F6EF3D222E47}" presName="sibTrans" presStyleCnt="0"/>
      <dgm:spPr/>
    </dgm:pt>
    <dgm:pt modelId="{E1CC218E-4504-4F1D-9012-041CC24ED057}" type="pres">
      <dgm:prSet presAssocID="{1B61C1F8-BA14-4477-A624-35C4D8039C06}" presName="compNode" presStyleCnt="0"/>
      <dgm:spPr/>
    </dgm:pt>
    <dgm:pt modelId="{DC74F627-A397-4FA3-8922-0C803F200027}" type="pres">
      <dgm:prSet presAssocID="{1B61C1F8-BA14-4477-A624-35C4D8039C06}" presName="bgRect" presStyleLbl="bgShp" presStyleIdx="1" presStyleCnt="3"/>
      <dgm:spPr/>
    </dgm:pt>
    <dgm:pt modelId="{520F9DF0-BFAD-4E71-A072-F4FD50E43A2B}" type="pres">
      <dgm:prSet presAssocID="{1B61C1F8-BA14-4477-A624-35C4D8039C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E112086D-7AEC-449C-91D9-285C90CA6836}" type="pres">
      <dgm:prSet presAssocID="{1B61C1F8-BA14-4477-A624-35C4D8039C06}" presName="spaceRect" presStyleCnt="0"/>
      <dgm:spPr/>
    </dgm:pt>
    <dgm:pt modelId="{DCCCA638-7619-4A1C-9263-24E28D8400C4}" type="pres">
      <dgm:prSet presAssocID="{1B61C1F8-BA14-4477-A624-35C4D8039C06}" presName="parTx" presStyleLbl="revTx" presStyleIdx="1" presStyleCnt="3">
        <dgm:presLayoutVars>
          <dgm:chMax val="0"/>
          <dgm:chPref val="0"/>
        </dgm:presLayoutVars>
      </dgm:prSet>
      <dgm:spPr/>
    </dgm:pt>
    <dgm:pt modelId="{5135A702-DBE6-4E81-B4DD-F91198E524F9}" type="pres">
      <dgm:prSet presAssocID="{8E68F8E0-284C-4673-A5D0-D4A187022975}" presName="sibTrans" presStyleCnt="0"/>
      <dgm:spPr/>
    </dgm:pt>
    <dgm:pt modelId="{E74244C8-25BD-4079-B0CA-2F3406B50566}" type="pres">
      <dgm:prSet presAssocID="{9B6AD0A8-82C2-4812-B0CE-10188BAA4A81}" presName="compNode" presStyleCnt="0"/>
      <dgm:spPr/>
    </dgm:pt>
    <dgm:pt modelId="{A3221BF9-5BED-4B3E-9B43-4E4450FE4146}" type="pres">
      <dgm:prSet presAssocID="{9B6AD0A8-82C2-4812-B0CE-10188BAA4A81}" presName="bgRect" presStyleLbl="bgShp" presStyleIdx="2" presStyleCnt="3"/>
      <dgm:spPr/>
    </dgm:pt>
    <dgm:pt modelId="{F117DD3C-4BC2-4A98-9298-D3DF7FD24A49}" type="pres">
      <dgm:prSet presAssocID="{9B6AD0A8-82C2-4812-B0CE-10188BAA4A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ABAA81A-077B-404C-BC53-C04446114D77}" type="pres">
      <dgm:prSet presAssocID="{9B6AD0A8-82C2-4812-B0CE-10188BAA4A81}" presName="spaceRect" presStyleCnt="0"/>
      <dgm:spPr/>
    </dgm:pt>
    <dgm:pt modelId="{7967BE45-3C98-42F4-A1E0-FF56C709C798}" type="pres">
      <dgm:prSet presAssocID="{9B6AD0A8-82C2-4812-B0CE-10188BAA4A8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70AF36-6F89-41C9-A5B0-CA8BE444C6E8}" type="presOf" srcId="{1B61C1F8-BA14-4477-A624-35C4D8039C06}" destId="{DCCCA638-7619-4A1C-9263-24E28D8400C4}" srcOrd="0" destOrd="0" presId="urn:microsoft.com/office/officeart/2018/2/layout/IconVerticalSolidList"/>
    <dgm:cxn modelId="{D2EC445F-3B83-4925-85A4-16EC8C208E47}" srcId="{5913004A-7332-4C24-9AA1-F38770A0F90E}" destId="{51B76B00-D5FD-4918-9A02-3D143A965CD1}" srcOrd="0" destOrd="0" parTransId="{1AB554F0-C210-4900-A3A6-587AF472A639}" sibTransId="{5814BCF0-3137-4BAC-9CA7-F6EF3D222E47}"/>
    <dgm:cxn modelId="{78F7888C-1273-4083-872B-B7F628C1838B}" type="presOf" srcId="{51B76B00-D5FD-4918-9A02-3D143A965CD1}" destId="{134C6906-ADFA-4FCF-BF71-A9736D6307C9}" srcOrd="0" destOrd="0" presId="urn:microsoft.com/office/officeart/2018/2/layout/IconVerticalSolidList"/>
    <dgm:cxn modelId="{33F13BA1-351A-46BB-916B-DCFB5356AEAB}" srcId="{5913004A-7332-4C24-9AA1-F38770A0F90E}" destId="{9B6AD0A8-82C2-4812-B0CE-10188BAA4A81}" srcOrd="2" destOrd="0" parTransId="{8B53AA73-47D4-4609-8E71-EAE25E42DFE6}" sibTransId="{49DFC0CE-6A99-43E8-AA79-E7B2588619B5}"/>
    <dgm:cxn modelId="{A562CCCF-AA45-4723-8AB3-C7CABE3C2E79}" type="presOf" srcId="{9B6AD0A8-82C2-4812-B0CE-10188BAA4A81}" destId="{7967BE45-3C98-42F4-A1E0-FF56C709C798}" srcOrd="0" destOrd="0" presId="urn:microsoft.com/office/officeart/2018/2/layout/IconVerticalSolidList"/>
    <dgm:cxn modelId="{C1CAE3F0-B5EA-4B62-8AE3-6E465F8556A7}" type="presOf" srcId="{5913004A-7332-4C24-9AA1-F38770A0F90E}" destId="{6C32A7A0-FEF6-4CCA-824E-66B2A0F03C3B}" srcOrd="0" destOrd="0" presId="urn:microsoft.com/office/officeart/2018/2/layout/IconVerticalSolidList"/>
    <dgm:cxn modelId="{C28497FF-DDE9-4E6A-B713-A1A82B5FEAE5}" srcId="{5913004A-7332-4C24-9AA1-F38770A0F90E}" destId="{1B61C1F8-BA14-4477-A624-35C4D8039C06}" srcOrd="1" destOrd="0" parTransId="{E5173F2E-8964-43D1-86BD-DBD453060409}" sibTransId="{8E68F8E0-284C-4673-A5D0-D4A187022975}"/>
    <dgm:cxn modelId="{2F458DDA-7486-49B0-876F-DBEBE9A1524E}" type="presParOf" srcId="{6C32A7A0-FEF6-4CCA-824E-66B2A0F03C3B}" destId="{64709A8C-F546-42C3-898A-A706DE06458F}" srcOrd="0" destOrd="0" presId="urn:microsoft.com/office/officeart/2018/2/layout/IconVerticalSolidList"/>
    <dgm:cxn modelId="{00E6FE99-FE27-4620-97F6-9954772C8625}" type="presParOf" srcId="{64709A8C-F546-42C3-898A-A706DE06458F}" destId="{95DC10E0-5485-42C3-B0D9-B47C2E1AF1FE}" srcOrd="0" destOrd="0" presId="urn:microsoft.com/office/officeart/2018/2/layout/IconVerticalSolidList"/>
    <dgm:cxn modelId="{7BE2F183-822E-4941-ABA6-1B7E8B6ABEF0}" type="presParOf" srcId="{64709A8C-F546-42C3-898A-A706DE06458F}" destId="{2A715069-1EA2-4322-9EC9-BDC70694BF5F}" srcOrd="1" destOrd="0" presId="urn:microsoft.com/office/officeart/2018/2/layout/IconVerticalSolidList"/>
    <dgm:cxn modelId="{8E9EE478-AD9A-4EEB-9929-846EF4B60EAA}" type="presParOf" srcId="{64709A8C-F546-42C3-898A-A706DE06458F}" destId="{C7EAFCF9-839B-4B57-8D4B-C66659A59FFA}" srcOrd="2" destOrd="0" presId="urn:microsoft.com/office/officeart/2018/2/layout/IconVerticalSolidList"/>
    <dgm:cxn modelId="{2288D263-4473-4F2C-811C-DDCC34DF6639}" type="presParOf" srcId="{64709A8C-F546-42C3-898A-A706DE06458F}" destId="{134C6906-ADFA-4FCF-BF71-A9736D6307C9}" srcOrd="3" destOrd="0" presId="urn:microsoft.com/office/officeart/2018/2/layout/IconVerticalSolidList"/>
    <dgm:cxn modelId="{861FD970-A962-4715-96B9-F763CD482F0A}" type="presParOf" srcId="{6C32A7A0-FEF6-4CCA-824E-66B2A0F03C3B}" destId="{905E3F15-E950-4DF5-B82B-1954A5FF57EB}" srcOrd="1" destOrd="0" presId="urn:microsoft.com/office/officeart/2018/2/layout/IconVerticalSolidList"/>
    <dgm:cxn modelId="{F1F775C7-FC70-40C2-93AE-4F5B78DA7D21}" type="presParOf" srcId="{6C32A7A0-FEF6-4CCA-824E-66B2A0F03C3B}" destId="{E1CC218E-4504-4F1D-9012-041CC24ED057}" srcOrd="2" destOrd="0" presId="urn:microsoft.com/office/officeart/2018/2/layout/IconVerticalSolidList"/>
    <dgm:cxn modelId="{D1E63890-7786-4029-BEE9-6BEAA67E865E}" type="presParOf" srcId="{E1CC218E-4504-4F1D-9012-041CC24ED057}" destId="{DC74F627-A397-4FA3-8922-0C803F200027}" srcOrd="0" destOrd="0" presId="urn:microsoft.com/office/officeart/2018/2/layout/IconVerticalSolidList"/>
    <dgm:cxn modelId="{D70A5354-7FF5-405B-8070-73DA58E4532E}" type="presParOf" srcId="{E1CC218E-4504-4F1D-9012-041CC24ED057}" destId="{520F9DF0-BFAD-4E71-A072-F4FD50E43A2B}" srcOrd="1" destOrd="0" presId="urn:microsoft.com/office/officeart/2018/2/layout/IconVerticalSolidList"/>
    <dgm:cxn modelId="{D4738A1A-B935-4779-8538-DB145AC6F2EC}" type="presParOf" srcId="{E1CC218E-4504-4F1D-9012-041CC24ED057}" destId="{E112086D-7AEC-449C-91D9-285C90CA6836}" srcOrd="2" destOrd="0" presId="urn:microsoft.com/office/officeart/2018/2/layout/IconVerticalSolidList"/>
    <dgm:cxn modelId="{A4AAC438-1878-4AF2-BF34-72097AFFD3B4}" type="presParOf" srcId="{E1CC218E-4504-4F1D-9012-041CC24ED057}" destId="{DCCCA638-7619-4A1C-9263-24E28D8400C4}" srcOrd="3" destOrd="0" presId="urn:microsoft.com/office/officeart/2018/2/layout/IconVerticalSolidList"/>
    <dgm:cxn modelId="{9E3F98CF-4167-430C-A013-D0336EDA7AD4}" type="presParOf" srcId="{6C32A7A0-FEF6-4CCA-824E-66B2A0F03C3B}" destId="{5135A702-DBE6-4E81-B4DD-F91198E524F9}" srcOrd="3" destOrd="0" presId="urn:microsoft.com/office/officeart/2018/2/layout/IconVerticalSolidList"/>
    <dgm:cxn modelId="{09310E01-C61D-463F-B731-4CC3F9220FCB}" type="presParOf" srcId="{6C32A7A0-FEF6-4CCA-824E-66B2A0F03C3B}" destId="{E74244C8-25BD-4079-B0CA-2F3406B50566}" srcOrd="4" destOrd="0" presId="urn:microsoft.com/office/officeart/2018/2/layout/IconVerticalSolidList"/>
    <dgm:cxn modelId="{D0D522CE-ACF3-4DFA-B5ED-B80EC5B0275C}" type="presParOf" srcId="{E74244C8-25BD-4079-B0CA-2F3406B50566}" destId="{A3221BF9-5BED-4B3E-9B43-4E4450FE4146}" srcOrd="0" destOrd="0" presId="urn:microsoft.com/office/officeart/2018/2/layout/IconVerticalSolidList"/>
    <dgm:cxn modelId="{C31B5444-AF32-4E92-8BBB-CA95BF1A6F88}" type="presParOf" srcId="{E74244C8-25BD-4079-B0CA-2F3406B50566}" destId="{F117DD3C-4BC2-4A98-9298-D3DF7FD24A49}" srcOrd="1" destOrd="0" presId="urn:microsoft.com/office/officeart/2018/2/layout/IconVerticalSolidList"/>
    <dgm:cxn modelId="{9849375D-8EF2-41CD-BDE4-112CAFFF4104}" type="presParOf" srcId="{E74244C8-25BD-4079-B0CA-2F3406B50566}" destId="{9ABAA81A-077B-404C-BC53-C04446114D77}" srcOrd="2" destOrd="0" presId="urn:microsoft.com/office/officeart/2018/2/layout/IconVerticalSolidList"/>
    <dgm:cxn modelId="{6F60A4F0-2BFE-4143-B660-DDDDE43A5970}" type="presParOf" srcId="{E74244C8-25BD-4079-B0CA-2F3406B50566}" destId="{7967BE45-3C98-42F4-A1E0-FF56C709C79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674806F-29E0-4D97-8A70-194CD046DFE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D0EA0F1-BF8A-4D80-A864-1C292A4337CD}">
      <dgm:prSet/>
      <dgm:spPr/>
      <dgm:t>
        <a:bodyPr/>
        <a:lstStyle/>
        <a:p>
          <a:pPr>
            <a:defRPr cap="all"/>
          </a:pPr>
          <a:r>
            <a:rPr lang="en-US"/>
            <a:t>• Pay-per-query pricing (based on data scanned).</a:t>
          </a:r>
        </a:p>
      </dgm:t>
    </dgm:pt>
    <dgm:pt modelId="{4E557B0B-21EE-4562-90F8-D3C8D8C5AFDB}" type="parTrans" cxnId="{8592BCE6-BA84-4D36-B6D9-315CBD15659B}">
      <dgm:prSet/>
      <dgm:spPr/>
      <dgm:t>
        <a:bodyPr/>
        <a:lstStyle/>
        <a:p>
          <a:endParaRPr lang="en-US"/>
        </a:p>
      </dgm:t>
    </dgm:pt>
    <dgm:pt modelId="{50A80AF6-8EA5-4525-8D08-FF578329DE6A}" type="sibTrans" cxnId="{8592BCE6-BA84-4D36-B6D9-315CBD15659B}">
      <dgm:prSet/>
      <dgm:spPr/>
      <dgm:t>
        <a:bodyPr/>
        <a:lstStyle/>
        <a:p>
          <a:endParaRPr lang="en-US"/>
        </a:p>
      </dgm:t>
    </dgm:pt>
    <dgm:pt modelId="{B2072DAC-EC91-427D-9096-0FC55C397AFF}">
      <dgm:prSet/>
      <dgm:spPr/>
      <dgm:t>
        <a:bodyPr/>
        <a:lstStyle/>
        <a:p>
          <a:pPr>
            <a:defRPr cap="all"/>
          </a:pPr>
          <a:r>
            <a:rPr lang="en-US"/>
            <a:t>• Optimize with compression, partitioning, columnar formats.</a:t>
          </a:r>
        </a:p>
      </dgm:t>
    </dgm:pt>
    <dgm:pt modelId="{6955E0BE-6DE8-4115-BDE2-EA3C641CB3B2}" type="parTrans" cxnId="{EF45BA2C-AA9F-4857-9B2D-3A1159425696}">
      <dgm:prSet/>
      <dgm:spPr/>
      <dgm:t>
        <a:bodyPr/>
        <a:lstStyle/>
        <a:p>
          <a:endParaRPr lang="en-US"/>
        </a:p>
      </dgm:t>
    </dgm:pt>
    <dgm:pt modelId="{9CDBCCC2-81EF-438A-9D6C-C7F2E6AE71BA}" type="sibTrans" cxnId="{EF45BA2C-AA9F-4857-9B2D-3A1159425696}">
      <dgm:prSet/>
      <dgm:spPr/>
      <dgm:t>
        <a:bodyPr/>
        <a:lstStyle/>
        <a:p>
          <a:endParaRPr lang="en-US"/>
        </a:p>
      </dgm:t>
    </dgm:pt>
    <dgm:pt modelId="{112D0920-B068-4F24-9BEB-74E05109D70D}">
      <dgm:prSet/>
      <dgm:spPr/>
      <dgm:t>
        <a:bodyPr/>
        <a:lstStyle/>
        <a:p>
          <a:pPr>
            <a:defRPr cap="all"/>
          </a:pPr>
          <a:r>
            <a:rPr lang="en-US"/>
            <a:t>• Cost-efficient for variable workloads.</a:t>
          </a:r>
        </a:p>
      </dgm:t>
    </dgm:pt>
    <dgm:pt modelId="{BB8176A9-23EA-4113-9E35-495967B3E4C2}" type="parTrans" cxnId="{03432B2D-0B32-4666-9D18-E2046FE08C3E}">
      <dgm:prSet/>
      <dgm:spPr/>
      <dgm:t>
        <a:bodyPr/>
        <a:lstStyle/>
        <a:p>
          <a:endParaRPr lang="en-US"/>
        </a:p>
      </dgm:t>
    </dgm:pt>
    <dgm:pt modelId="{2A568138-7DF0-491A-864A-F08832CA0A81}" type="sibTrans" cxnId="{03432B2D-0B32-4666-9D18-E2046FE08C3E}">
      <dgm:prSet/>
      <dgm:spPr/>
      <dgm:t>
        <a:bodyPr/>
        <a:lstStyle/>
        <a:p>
          <a:endParaRPr lang="en-US"/>
        </a:p>
      </dgm:t>
    </dgm:pt>
    <dgm:pt modelId="{97DB6842-4E2F-4402-97E5-D52883C7F064}" type="pres">
      <dgm:prSet presAssocID="{5674806F-29E0-4D97-8A70-194CD046DFEB}" presName="root" presStyleCnt="0">
        <dgm:presLayoutVars>
          <dgm:dir/>
          <dgm:resizeHandles val="exact"/>
        </dgm:presLayoutVars>
      </dgm:prSet>
      <dgm:spPr/>
    </dgm:pt>
    <dgm:pt modelId="{7F510144-79B7-4243-86D0-F9C500916BC3}" type="pres">
      <dgm:prSet presAssocID="{6D0EA0F1-BF8A-4D80-A864-1C292A4337CD}" presName="compNode" presStyleCnt="0"/>
      <dgm:spPr/>
    </dgm:pt>
    <dgm:pt modelId="{5CA8FEC9-1326-4363-8EA7-CA1E8AD448F6}" type="pres">
      <dgm:prSet presAssocID="{6D0EA0F1-BF8A-4D80-A864-1C292A4337CD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795CD39-75A4-42BD-ACCE-55135855F5FD}" type="pres">
      <dgm:prSet presAssocID="{6D0EA0F1-BF8A-4D80-A864-1C292A4337C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02DE8041-2A36-4F5E-B539-BD322E3B90AD}" type="pres">
      <dgm:prSet presAssocID="{6D0EA0F1-BF8A-4D80-A864-1C292A4337CD}" presName="spaceRect" presStyleCnt="0"/>
      <dgm:spPr/>
    </dgm:pt>
    <dgm:pt modelId="{349562B6-219D-4878-BAB8-938534A9888E}" type="pres">
      <dgm:prSet presAssocID="{6D0EA0F1-BF8A-4D80-A864-1C292A4337CD}" presName="textRect" presStyleLbl="revTx" presStyleIdx="0" presStyleCnt="3">
        <dgm:presLayoutVars>
          <dgm:chMax val="1"/>
          <dgm:chPref val="1"/>
        </dgm:presLayoutVars>
      </dgm:prSet>
      <dgm:spPr/>
    </dgm:pt>
    <dgm:pt modelId="{777B030C-200F-4D25-97F9-6175CF1BADC6}" type="pres">
      <dgm:prSet presAssocID="{50A80AF6-8EA5-4525-8D08-FF578329DE6A}" presName="sibTrans" presStyleCnt="0"/>
      <dgm:spPr/>
    </dgm:pt>
    <dgm:pt modelId="{8C706D90-5618-431C-BA00-F4C6345E0827}" type="pres">
      <dgm:prSet presAssocID="{B2072DAC-EC91-427D-9096-0FC55C397AFF}" presName="compNode" presStyleCnt="0"/>
      <dgm:spPr/>
    </dgm:pt>
    <dgm:pt modelId="{11C88A32-2876-449A-9A01-0C7F1E55656F}" type="pres">
      <dgm:prSet presAssocID="{B2072DAC-EC91-427D-9096-0FC55C397AF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07AAC42-79EB-4F53-ADE9-A8A8DBBFA6B4}" type="pres">
      <dgm:prSet presAssocID="{B2072DAC-EC91-427D-9096-0FC55C397AF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6A7C12F-C7DF-42AA-AAF7-677E3263F33D}" type="pres">
      <dgm:prSet presAssocID="{B2072DAC-EC91-427D-9096-0FC55C397AFF}" presName="spaceRect" presStyleCnt="0"/>
      <dgm:spPr/>
    </dgm:pt>
    <dgm:pt modelId="{1DB33528-CA73-4529-8A15-025AE464334B}" type="pres">
      <dgm:prSet presAssocID="{B2072DAC-EC91-427D-9096-0FC55C397AFF}" presName="textRect" presStyleLbl="revTx" presStyleIdx="1" presStyleCnt="3">
        <dgm:presLayoutVars>
          <dgm:chMax val="1"/>
          <dgm:chPref val="1"/>
        </dgm:presLayoutVars>
      </dgm:prSet>
      <dgm:spPr/>
    </dgm:pt>
    <dgm:pt modelId="{3F633D6B-1AA9-4985-B50A-47DCC22118BF}" type="pres">
      <dgm:prSet presAssocID="{9CDBCCC2-81EF-438A-9D6C-C7F2E6AE71BA}" presName="sibTrans" presStyleCnt="0"/>
      <dgm:spPr/>
    </dgm:pt>
    <dgm:pt modelId="{8388D2AC-1EA4-4024-BF0A-AA7F1F10A4AB}" type="pres">
      <dgm:prSet presAssocID="{112D0920-B068-4F24-9BEB-74E05109D70D}" presName="compNode" presStyleCnt="0"/>
      <dgm:spPr/>
    </dgm:pt>
    <dgm:pt modelId="{73E9DE9D-1200-4245-8FDB-35A7654AF2C2}" type="pres">
      <dgm:prSet presAssocID="{112D0920-B068-4F24-9BEB-74E05109D70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A3EB1D9-F602-4E84-8172-BDF38EA705A1}" type="pres">
      <dgm:prSet presAssocID="{112D0920-B068-4F24-9BEB-74E05109D7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9EE9AA6C-8D05-4455-815F-6C4461A6F312}" type="pres">
      <dgm:prSet presAssocID="{112D0920-B068-4F24-9BEB-74E05109D70D}" presName="spaceRect" presStyleCnt="0"/>
      <dgm:spPr/>
    </dgm:pt>
    <dgm:pt modelId="{FECB3DBF-79D9-494D-965D-7F3E8388F83D}" type="pres">
      <dgm:prSet presAssocID="{112D0920-B068-4F24-9BEB-74E05109D70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45BA2C-AA9F-4857-9B2D-3A1159425696}" srcId="{5674806F-29E0-4D97-8A70-194CD046DFEB}" destId="{B2072DAC-EC91-427D-9096-0FC55C397AFF}" srcOrd="1" destOrd="0" parTransId="{6955E0BE-6DE8-4115-BDE2-EA3C641CB3B2}" sibTransId="{9CDBCCC2-81EF-438A-9D6C-C7F2E6AE71BA}"/>
    <dgm:cxn modelId="{03432B2D-0B32-4666-9D18-E2046FE08C3E}" srcId="{5674806F-29E0-4D97-8A70-194CD046DFEB}" destId="{112D0920-B068-4F24-9BEB-74E05109D70D}" srcOrd="2" destOrd="0" parTransId="{BB8176A9-23EA-4113-9E35-495967B3E4C2}" sibTransId="{2A568138-7DF0-491A-864A-F08832CA0A81}"/>
    <dgm:cxn modelId="{C00DBA36-6BBB-4A27-AAE3-C260B26BCF1B}" type="presOf" srcId="{6D0EA0F1-BF8A-4D80-A864-1C292A4337CD}" destId="{349562B6-219D-4878-BAB8-938534A9888E}" srcOrd="0" destOrd="0" presId="urn:microsoft.com/office/officeart/2018/5/layout/IconLeafLabelList"/>
    <dgm:cxn modelId="{B66A16E3-5A08-440D-B673-F516183A26FF}" type="presOf" srcId="{5674806F-29E0-4D97-8A70-194CD046DFEB}" destId="{97DB6842-4E2F-4402-97E5-D52883C7F064}" srcOrd="0" destOrd="0" presId="urn:microsoft.com/office/officeart/2018/5/layout/IconLeafLabelList"/>
    <dgm:cxn modelId="{9AD753E4-1582-4180-9F00-804983C1457D}" type="presOf" srcId="{B2072DAC-EC91-427D-9096-0FC55C397AFF}" destId="{1DB33528-CA73-4529-8A15-025AE464334B}" srcOrd="0" destOrd="0" presId="urn:microsoft.com/office/officeart/2018/5/layout/IconLeafLabelList"/>
    <dgm:cxn modelId="{8592BCE6-BA84-4D36-B6D9-315CBD15659B}" srcId="{5674806F-29E0-4D97-8A70-194CD046DFEB}" destId="{6D0EA0F1-BF8A-4D80-A864-1C292A4337CD}" srcOrd="0" destOrd="0" parTransId="{4E557B0B-21EE-4562-90F8-D3C8D8C5AFDB}" sibTransId="{50A80AF6-8EA5-4525-8D08-FF578329DE6A}"/>
    <dgm:cxn modelId="{DA67A5F7-4718-41D2-A1F3-57BECF0FF53B}" type="presOf" srcId="{112D0920-B068-4F24-9BEB-74E05109D70D}" destId="{FECB3DBF-79D9-494D-965D-7F3E8388F83D}" srcOrd="0" destOrd="0" presId="urn:microsoft.com/office/officeart/2018/5/layout/IconLeafLabelList"/>
    <dgm:cxn modelId="{B29D0F2A-4A3B-4493-B02E-E45EB3DD87BE}" type="presParOf" srcId="{97DB6842-4E2F-4402-97E5-D52883C7F064}" destId="{7F510144-79B7-4243-86D0-F9C500916BC3}" srcOrd="0" destOrd="0" presId="urn:microsoft.com/office/officeart/2018/5/layout/IconLeafLabelList"/>
    <dgm:cxn modelId="{06940366-FF4C-4566-9959-B4DFA172D1D7}" type="presParOf" srcId="{7F510144-79B7-4243-86D0-F9C500916BC3}" destId="{5CA8FEC9-1326-4363-8EA7-CA1E8AD448F6}" srcOrd="0" destOrd="0" presId="urn:microsoft.com/office/officeart/2018/5/layout/IconLeafLabelList"/>
    <dgm:cxn modelId="{F010869F-F2A2-48A5-8521-E50AF42724E6}" type="presParOf" srcId="{7F510144-79B7-4243-86D0-F9C500916BC3}" destId="{7795CD39-75A4-42BD-ACCE-55135855F5FD}" srcOrd="1" destOrd="0" presId="urn:microsoft.com/office/officeart/2018/5/layout/IconLeafLabelList"/>
    <dgm:cxn modelId="{9644D8E6-6101-4D88-B1C7-5681FF856F7B}" type="presParOf" srcId="{7F510144-79B7-4243-86D0-F9C500916BC3}" destId="{02DE8041-2A36-4F5E-B539-BD322E3B90AD}" srcOrd="2" destOrd="0" presId="urn:microsoft.com/office/officeart/2018/5/layout/IconLeafLabelList"/>
    <dgm:cxn modelId="{4631E167-E347-41CE-A72E-3089BD26BD3A}" type="presParOf" srcId="{7F510144-79B7-4243-86D0-F9C500916BC3}" destId="{349562B6-219D-4878-BAB8-938534A9888E}" srcOrd="3" destOrd="0" presId="urn:microsoft.com/office/officeart/2018/5/layout/IconLeafLabelList"/>
    <dgm:cxn modelId="{902047E7-8144-4C35-88C9-35B431E86B31}" type="presParOf" srcId="{97DB6842-4E2F-4402-97E5-D52883C7F064}" destId="{777B030C-200F-4D25-97F9-6175CF1BADC6}" srcOrd="1" destOrd="0" presId="urn:microsoft.com/office/officeart/2018/5/layout/IconLeafLabelList"/>
    <dgm:cxn modelId="{B6EF4FEE-9361-434A-886B-D61D81483A44}" type="presParOf" srcId="{97DB6842-4E2F-4402-97E5-D52883C7F064}" destId="{8C706D90-5618-431C-BA00-F4C6345E0827}" srcOrd="2" destOrd="0" presId="urn:microsoft.com/office/officeart/2018/5/layout/IconLeafLabelList"/>
    <dgm:cxn modelId="{FC49A95B-70A9-428F-880A-4ED6A8AC0A5C}" type="presParOf" srcId="{8C706D90-5618-431C-BA00-F4C6345E0827}" destId="{11C88A32-2876-449A-9A01-0C7F1E55656F}" srcOrd="0" destOrd="0" presId="urn:microsoft.com/office/officeart/2018/5/layout/IconLeafLabelList"/>
    <dgm:cxn modelId="{F13622B2-62FB-4C2D-B042-5508639B37A1}" type="presParOf" srcId="{8C706D90-5618-431C-BA00-F4C6345E0827}" destId="{B07AAC42-79EB-4F53-ADE9-A8A8DBBFA6B4}" srcOrd="1" destOrd="0" presId="urn:microsoft.com/office/officeart/2018/5/layout/IconLeafLabelList"/>
    <dgm:cxn modelId="{2BB52E88-95D3-4363-A4E3-C070F5EF9E92}" type="presParOf" srcId="{8C706D90-5618-431C-BA00-F4C6345E0827}" destId="{06A7C12F-C7DF-42AA-AAF7-677E3263F33D}" srcOrd="2" destOrd="0" presId="urn:microsoft.com/office/officeart/2018/5/layout/IconLeafLabelList"/>
    <dgm:cxn modelId="{33700E3E-C1FC-4C5C-97BA-FCB4A8C8E79D}" type="presParOf" srcId="{8C706D90-5618-431C-BA00-F4C6345E0827}" destId="{1DB33528-CA73-4529-8A15-025AE464334B}" srcOrd="3" destOrd="0" presId="urn:microsoft.com/office/officeart/2018/5/layout/IconLeafLabelList"/>
    <dgm:cxn modelId="{C77F6718-23BB-49E3-96BE-C152E0068E44}" type="presParOf" srcId="{97DB6842-4E2F-4402-97E5-D52883C7F064}" destId="{3F633D6B-1AA9-4985-B50A-47DCC22118BF}" srcOrd="3" destOrd="0" presId="urn:microsoft.com/office/officeart/2018/5/layout/IconLeafLabelList"/>
    <dgm:cxn modelId="{7C75DE21-4AAF-498E-85B3-8E435C00796A}" type="presParOf" srcId="{97DB6842-4E2F-4402-97E5-D52883C7F064}" destId="{8388D2AC-1EA4-4024-BF0A-AA7F1F10A4AB}" srcOrd="4" destOrd="0" presId="urn:microsoft.com/office/officeart/2018/5/layout/IconLeafLabelList"/>
    <dgm:cxn modelId="{8FDE23D7-58E1-44F4-81CF-9869ACE8DAA8}" type="presParOf" srcId="{8388D2AC-1EA4-4024-BF0A-AA7F1F10A4AB}" destId="{73E9DE9D-1200-4245-8FDB-35A7654AF2C2}" srcOrd="0" destOrd="0" presId="urn:microsoft.com/office/officeart/2018/5/layout/IconLeafLabelList"/>
    <dgm:cxn modelId="{0946BB3E-CDD8-4A98-ADD5-F7D3B0A3B532}" type="presParOf" srcId="{8388D2AC-1EA4-4024-BF0A-AA7F1F10A4AB}" destId="{DA3EB1D9-F602-4E84-8172-BDF38EA705A1}" srcOrd="1" destOrd="0" presId="urn:microsoft.com/office/officeart/2018/5/layout/IconLeafLabelList"/>
    <dgm:cxn modelId="{6919245A-A65F-47CF-8C2B-85F71D9DFE55}" type="presParOf" srcId="{8388D2AC-1EA4-4024-BF0A-AA7F1F10A4AB}" destId="{9EE9AA6C-8D05-4455-815F-6C4461A6F312}" srcOrd="2" destOrd="0" presId="urn:microsoft.com/office/officeart/2018/5/layout/IconLeafLabelList"/>
    <dgm:cxn modelId="{2B80B3BE-B339-4823-BF84-08A66625DB38}" type="presParOf" srcId="{8388D2AC-1EA4-4024-BF0A-AA7F1F10A4AB}" destId="{FECB3DBF-79D9-494D-965D-7F3E8388F83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DDF2AF4-6280-4282-A328-6D033E4104D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B4289C-EE6A-46C0-95A4-2C54ECE69F2C}">
      <dgm:prSet/>
      <dgm:spPr/>
      <dgm:t>
        <a:bodyPr/>
        <a:lstStyle/>
        <a:p>
          <a:r>
            <a:rPr lang="en-US"/>
            <a:t>• IAM for access control.</a:t>
          </a:r>
        </a:p>
      </dgm:t>
    </dgm:pt>
    <dgm:pt modelId="{25C5C937-542B-4492-AF70-386A3796CF67}" type="parTrans" cxnId="{2FD726CF-8E9E-4616-9B24-B619990C93F7}">
      <dgm:prSet/>
      <dgm:spPr/>
      <dgm:t>
        <a:bodyPr/>
        <a:lstStyle/>
        <a:p>
          <a:endParaRPr lang="en-US"/>
        </a:p>
      </dgm:t>
    </dgm:pt>
    <dgm:pt modelId="{6E217C37-C353-488E-BE6B-1D9CD6F94E61}" type="sibTrans" cxnId="{2FD726CF-8E9E-4616-9B24-B619990C93F7}">
      <dgm:prSet/>
      <dgm:spPr/>
      <dgm:t>
        <a:bodyPr/>
        <a:lstStyle/>
        <a:p>
          <a:endParaRPr lang="en-US"/>
        </a:p>
      </dgm:t>
    </dgm:pt>
    <dgm:pt modelId="{26F7F879-3A76-4BDB-A952-C75348D8EE39}">
      <dgm:prSet/>
      <dgm:spPr/>
      <dgm:t>
        <a:bodyPr/>
        <a:lstStyle/>
        <a:p>
          <a:r>
            <a:rPr lang="en-US"/>
            <a:t>• Data encryption at rest and in transit.</a:t>
          </a:r>
        </a:p>
      </dgm:t>
    </dgm:pt>
    <dgm:pt modelId="{ED5C140D-AED2-41EC-B327-BD90EFA9BDD4}" type="parTrans" cxnId="{5989D703-B58D-47F4-8835-F84461374AAE}">
      <dgm:prSet/>
      <dgm:spPr/>
      <dgm:t>
        <a:bodyPr/>
        <a:lstStyle/>
        <a:p>
          <a:endParaRPr lang="en-US"/>
        </a:p>
      </dgm:t>
    </dgm:pt>
    <dgm:pt modelId="{7B0FDA60-8B65-49E2-9D5A-F48B6778FFEE}" type="sibTrans" cxnId="{5989D703-B58D-47F4-8835-F84461374AAE}">
      <dgm:prSet/>
      <dgm:spPr/>
      <dgm:t>
        <a:bodyPr/>
        <a:lstStyle/>
        <a:p>
          <a:endParaRPr lang="en-US"/>
        </a:p>
      </dgm:t>
    </dgm:pt>
    <dgm:pt modelId="{9E293C1E-ECE7-4003-862C-FB481CE0FF70}">
      <dgm:prSet/>
      <dgm:spPr/>
      <dgm:t>
        <a:bodyPr/>
        <a:lstStyle/>
        <a:p>
          <a:r>
            <a:rPr lang="en-US"/>
            <a:t>• Audit queries via CloudTrail and monitor via CloudWatch.</a:t>
          </a:r>
        </a:p>
      </dgm:t>
    </dgm:pt>
    <dgm:pt modelId="{5A3B69D1-B755-4772-95FA-64EBE92DD75A}" type="parTrans" cxnId="{ADF21AC0-A77A-453F-BA48-CA9CBB0DE862}">
      <dgm:prSet/>
      <dgm:spPr/>
      <dgm:t>
        <a:bodyPr/>
        <a:lstStyle/>
        <a:p>
          <a:endParaRPr lang="en-US"/>
        </a:p>
      </dgm:t>
    </dgm:pt>
    <dgm:pt modelId="{9C379652-E7BF-477D-A32B-F058D4297F74}" type="sibTrans" cxnId="{ADF21AC0-A77A-453F-BA48-CA9CBB0DE862}">
      <dgm:prSet/>
      <dgm:spPr/>
      <dgm:t>
        <a:bodyPr/>
        <a:lstStyle/>
        <a:p>
          <a:endParaRPr lang="en-US"/>
        </a:p>
      </dgm:t>
    </dgm:pt>
    <dgm:pt modelId="{118AF165-FE50-4F6B-8F28-0410C229C7DA}" type="pres">
      <dgm:prSet presAssocID="{EDDF2AF4-6280-4282-A328-6D033E4104D7}" presName="root" presStyleCnt="0">
        <dgm:presLayoutVars>
          <dgm:dir/>
          <dgm:resizeHandles val="exact"/>
        </dgm:presLayoutVars>
      </dgm:prSet>
      <dgm:spPr/>
    </dgm:pt>
    <dgm:pt modelId="{4050A2DA-E2EB-40B8-BB72-993233796752}" type="pres">
      <dgm:prSet presAssocID="{BCB4289C-EE6A-46C0-95A4-2C54ECE69F2C}" presName="compNode" presStyleCnt="0"/>
      <dgm:spPr/>
    </dgm:pt>
    <dgm:pt modelId="{CA443E75-95FD-47AB-B461-E6DAB2BC52CE}" type="pres">
      <dgm:prSet presAssocID="{BCB4289C-EE6A-46C0-95A4-2C54ECE69F2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1E444AA-BD47-438C-A53A-BC5995A7C8C1}" type="pres">
      <dgm:prSet presAssocID="{BCB4289C-EE6A-46C0-95A4-2C54ECE69F2C}" presName="spaceRect" presStyleCnt="0"/>
      <dgm:spPr/>
    </dgm:pt>
    <dgm:pt modelId="{FCF982D7-8D70-420B-80EC-2498B79A106C}" type="pres">
      <dgm:prSet presAssocID="{BCB4289C-EE6A-46C0-95A4-2C54ECE69F2C}" presName="textRect" presStyleLbl="revTx" presStyleIdx="0" presStyleCnt="3">
        <dgm:presLayoutVars>
          <dgm:chMax val="1"/>
          <dgm:chPref val="1"/>
        </dgm:presLayoutVars>
      </dgm:prSet>
      <dgm:spPr/>
    </dgm:pt>
    <dgm:pt modelId="{36CE2F20-1D0E-4959-BA8A-EE627175171E}" type="pres">
      <dgm:prSet presAssocID="{6E217C37-C353-488E-BE6B-1D9CD6F94E61}" presName="sibTrans" presStyleCnt="0"/>
      <dgm:spPr/>
    </dgm:pt>
    <dgm:pt modelId="{D5A55E98-DC04-4150-9622-6163EA171B2A}" type="pres">
      <dgm:prSet presAssocID="{26F7F879-3A76-4BDB-A952-C75348D8EE39}" presName="compNode" presStyleCnt="0"/>
      <dgm:spPr/>
    </dgm:pt>
    <dgm:pt modelId="{A3B2C61D-F69E-40BD-AA3D-F3C908500F71}" type="pres">
      <dgm:prSet presAssocID="{26F7F879-3A76-4BDB-A952-C75348D8EE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A591D97-ABD4-4548-B30A-86CDD5DD200A}" type="pres">
      <dgm:prSet presAssocID="{26F7F879-3A76-4BDB-A952-C75348D8EE39}" presName="spaceRect" presStyleCnt="0"/>
      <dgm:spPr/>
    </dgm:pt>
    <dgm:pt modelId="{6A1F2610-4EE4-4F21-BDBC-128E6479BC45}" type="pres">
      <dgm:prSet presAssocID="{26F7F879-3A76-4BDB-A952-C75348D8EE39}" presName="textRect" presStyleLbl="revTx" presStyleIdx="1" presStyleCnt="3">
        <dgm:presLayoutVars>
          <dgm:chMax val="1"/>
          <dgm:chPref val="1"/>
        </dgm:presLayoutVars>
      </dgm:prSet>
      <dgm:spPr/>
    </dgm:pt>
    <dgm:pt modelId="{4457A406-0FDD-4E74-975C-C76000E4496C}" type="pres">
      <dgm:prSet presAssocID="{7B0FDA60-8B65-49E2-9D5A-F48B6778FFEE}" presName="sibTrans" presStyleCnt="0"/>
      <dgm:spPr/>
    </dgm:pt>
    <dgm:pt modelId="{836FF15A-BFC3-45B3-A8DD-1E5A61C0C432}" type="pres">
      <dgm:prSet presAssocID="{9E293C1E-ECE7-4003-862C-FB481CE0FF70}" presName="compNode" presStyleCnt="0"/>
      <dgm:spPr/>
    </dgm:pt>
    <dgm:pt modelId="{68650638-B0B9-4433-B9B6-0DA45E29F899}" type="pres">
      <dgm:prSet presAssocID="{9E293C1E-ECE7-4003-862C-FB481CE0FF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BDC1D3A-EB67-458D-9E9C-9D17EDD4D9C2}" type="pres">
      <dgm:prSet presAssocID="{9E293C1E-ECE7-4003-862C-FB481CE0FF70}" presName="spaceRect" presStyleCnt="0"/>
      <dgm:spPr/>
    </dgm:pt>
    <dgm:pt modelId="{608FB1D8-DBC5-47F0-8F06-967C3623B441}" type="pres">
      <dgm:prSet presAssocID="{9E293C1E-ECE7-4003-862C-FB481CE0FF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989D703-B58D-47F4-8835-F84461374AAE}" srcId="{EDDF2AF4-6280-4282-A328-6D033E4104D7}" destId="{26F7F879-3A76-4BDB-A952-C75348D8EE39}" srcOrd="1" destOrd="0" parTransId="{ED5C140D-AED2-41EC-B327-BD90EFA9BDD4}" sibTransId="{7B0FDA60-8B65-49E2-9D5A-F48B6778FFEE}"/>
    <dgm:cxn modelId="{C14E2A5F-EB11-458E-9B15-41E951C1EF10}" type="presOf" srcId="{BCB4289C-EE6A-46C0-95A4-2C54ECE69F2C}" destId="{FCF982D7-8D70-420B-80EC-2498B79A106C}" srcOrd="0" destOrd="0" presId="urn:microsoft.com/office/officeart/2018/2/layout/IconLabelList"/>
    <dgm:cxn modelId="{CA4F376E-9C87-44A6-BB9A-CABED0AE53E8}" type="presOf" srcId="{EDDF2AF4-6280-4282-A328-6D033E4104D7}" destId="{118AF165-FE50-4F6B-8F28-0410C229C7DA}" srcOrd="0" destOrd="0" presId="urn:microsoft.com/office/officeart/2018/2/layout/IconLabelList"/>
    <dgm:cxn modelId="{FC50F788-C35C-4089-9955-832C512DA06B}" type="presOf" srcId="{26F7F879-3A76-4BDB-A952-C75348D8EE39}" destId="{6A1F2610-4EE4-4F21-BDBC-128E6479BC45}" srcOrd="0" destOrd="0" presId="urn:microsoft.com/office/officeart/2018/2/layout/IconLabelList"/>
    <dgm:cxn modelId="{ADF21AC0-A77A-453F-BA48-CA9CBB0DE862}" srcId="{EDDF2AF4-6280-4282-A328-6D033E4104D7}" destId="{9E293C1E-ECE7-4003-862C-FB481CE0FF70}" srcOrd="2" destOrd="0" parTransId="{5A3B69D1-B755-4772-95FA-64EBE92DD75A}" sibTransId="{9C379652-E7BF-477D-A32B-F058D4297F74}"/>
    <dgm:cxn modelId="{2FD726CF-8E9E-4616-9B24-B619990C93F7}" srcId="{EDDF2AF4-6280-4282-A328-6D033E4104D7}" destId="{BCB4289C-EE6A-46C0-95A4-2C54ECE69F2C}" srcOrd="0" destOrd="0" parTransId="{25C5C937-542B-4492-AF70-386A3796CF67}" sibTransId="{6E217C37-C353-488E-BE6B-1D9CD6F94E61}"/>
    <dgm:cxn modelId="{BD3E49D4-4CBA-4431-8078-685A5AB1D387}" type="presOf" srcId="{9E293C1E-ECE7-4003-862C-FB481CE0FF70}" destId="{608FB1D8-DBC5-47F0-8F06-967C3623B441}" srcOrd="0" destOrd="0" presId="urn:microsoft.com/office/officeart/2018/2/layout/IconLabelList"/>
    <dgm:cxn modelId="{BA312EB0-CC89-4AA3-8C8B-60CE894E01EF}" type="presParOf" srcId="{118AF165-FE50-4F6B-8F28-0410C229C7DA}" destId="{4050A2DA-E2EB-40B8-BB72-993233796752}" srcOrd="0" destOrd="0" presId="urn:microsoft.com/office/officeart/2018/2/layout/IconLabelList"/>
    <dgm:cxn modelId="{322EF6BB-A5E7-4998-AFD6-61875892F083}" type="presParOf" srcId="{4050A2DA-E2EB-40B8-BB72-993233796752}" destId="{CA443E75-95FD-47AB-B461-E6DAB2BC52CE}" srcOrd="0" destOrd="0" presId="urn:microsoft.com/office/officeart/2018/2/layout/IconLabelList"/>
    <dgm:cxn modelId="{951106FE-6588-4FAE-B7AD-3B9C74A6CC9E}" type="presParOf" srcId="{4050A2DA-E2EB-40B8-BB72-993233796752}" destId="{41E444AA-BD47-438C-A53A-BC5995A7C8C1}" srcOrd="1" destOrd="0" presId="urn:microsoft.com/office/officeart/2018/2/layout/IconLabelList"/>
    <dgm:cxn modelId="{3805EE80-3A4C-4DF3-9E42-B310B1993851}" type="presParOf" srcId="{4050A2DA-E2EB-40B8-BB72-993233796752}" destId="{FCF982D7-8D70-420B-80EC-2498B79A106C}" srcOrd="2" destOrd="0" presId="urn:microsoft.com/office/officeart/2018/2/layout/IconLabelList"/>
    <dgm:cxn modelId="{344945CF-B6F7-402A-BA80-B2D5A2EB8C11}" type="presParOf" srcId="{118AF165-FE50-4F6B-8F28-0410C229C7DA}" destId="{36CE2F20-1D0E-4959-BA8A-EE627175171E}" srcOrd="1" destOrd="0" presId="urn:microsoft.com/office/officeart/2018/2/layout/IconLabelList"/>
    <dgm:cxn modelId="{B31DE1EF-F85A-4958-8E9D-434160ECEDE6}" type="presParOf" srcId="{118AF165-FE50-4F6B-8F28-0410C229C7DA}" destId="{D5A55E98-DC04-4150-9622-6163EA171B2A}" srcOrd="2" destOrd="0" presId="urn:microsoft.com/office/officeart/2018/2/layout/IconLabelList"/>
    <dgm:cxn modelId="{731E0326-E0C2-47E9-A7C6-D81AC4E952C5}" type="presParOf" srcId="{D5A55E98-DC04-4150-9622-6163EA171B2A}" destId="{A3B2C61D-F69E-40BD-AA3D-F3C908500F71}" srcOrd="0" destOrd="0" presId="urn:microsoft.com/office/officeart/2018/2/layout/IconLabelList"/>
    <dgm:cxn modelId="{0F17CC92-F7A3-4396-AA61-56568685CFBD}" type="presParOf" srcId="{D5A55E98-DC04-4150-9622-6163EA171B2A}" destId="{6A591D97-ABD4-4548-B30A-86CDD5DD200A}" srcOrd="1" destOrd="0" presId="urn:microsoft.com/office/officeart/2018/2/layout/IconLabelList"/>
    <dgm:cxn modelId="{573A0068-C097-4F06-94EA-5011F55C5B97}" type="presParOf" srcId="{D5A55E98-DC04-4150-9622-6163EA171B2A}" destId="{6A1F2610-4EE4-4F21-BDBC-128E6479BC45}" srcOrd="2" destOrd="0" presId="urn:microsoft.com/office/officeart/2018/2/layout/IconLabelList"/>
    <dgm:cxn modelId="{24DFCAC0-19ED-4E65-BEAD-94BF7708B078}" type="presParOf" srcId="{118AF165-FE50-4F6B-8F28-0410C229C7DA}" destId="{4457A406-0FDD-4E74-975C-C76000E4496C}" srcOrd="3" destOrd="0" presId="urn:microsoft.com/office/officeart/2018/2/layout/IconLabelList"/>
    <dgm:cxn modelId="{8A07D308-2C3B-4760-B6E5-806A412A0F7E}" type="presParOf" srcId="{118AF165-FE50-4F6B-8F28-0410C229C7DA}" destId="{836FF15A-BFC3-45B3-A8DD-1E5A61C0C432}" srcOrd="4" destOrd="0" presId="urn:microsoft.com/office/officeart/2018/2/layout/IconLabelList"/>
    <dgm:cxn modelId="{32194AD0-E075-4DD7-B133-A765D1E1BEB0}" type="presParOf" srcId="{836FF15A-BFC3-45B3-A8DD-1E5A61C0C432}" destId="{68650638-B0B9-4433-B9B6-0DA45E29F899}" srcOrd="0" destOrd="0" presId="urn:microsoft.com/office/officeart/2018/2/layout/IconLabelList"/>
    <dgm:cxn modelId="{33807973-1B2A-4557-9C5E-70D5C33968BE}" type="presParOf" srcId="{836FF15A-BFC3-45B3-A8DD-1E5A61C0C432}" destId="{BBDC1D3A-EB67-458D-9E9C-9D17EDD4D9C2}" srcOrd="1" destOrd="0" presId="urn:microsoft.com/office/officeart/2018/2/layout/IconLabelList"/>
    <dgm:cxn modelId="{83EAD794-D383-484C-A1CD-A765221EDC48}" type="presParOf" srcId="{836FF15A-BFC3-45B3-A8DD-1E5A61C0C432}" destId="{608FB1D8-DBC5-47F0-8F06-967C3623B4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BCD2A40-161F-422C-8F99-AD6FCCAEDE0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93302D2-477A-4BDF-8009-59641570484E}">
      <dgm:prSet/>
      <dgm:spPr/>
      <dgm:t>
        <a:bodyPr/>
        <a:lstStyle/>
        <a:p>
          <a:pPr>
            <a:defRPr cap="all"/>
          </a:pPr>
          <a:r>
            <a:rPr lang="en-US"/>
            <a:t>• Query raw data stored in S3.</a:t>
          </a:r>
        </a:p>
      </dgm:t>
    </dgm:pt>
    <dgm:pt modelId="{3B9337C0-25B9-4D3C-BF89-FD5CFF90B379}" type="parTrans" cxnId="{EF4C4510-C59B-4169-92DB-4793BF202315}">
      <dgm:prSet/>
      <dgm:spPr/>
      <dgm:t>
        <a:bodyPr/>
        <a:lstStyle/>
        <a:p>
          <a:endParaRPr lang="en-US"/>
        </a:p>
      </dgm:t>
    </dgm:pt>
    <dgm:pt modelId="{66E0DA58-7BB7-4EB1-B5ED-FBF3E9A985A8}" type="sibTrans" cxnId="{EF4C4510-C59B-4169-92DB-4793BF202315}">
      <dgm:prSet/>
      <dgm:spPr/>
      <dgm:t>
        <a:bodyPr/>
        <a:lstStyle/>
        <a:p>
          <a:endParaRPr lang="en-US"/>
        </a:p>
      </dgm:t>
    </dgm:pt>
    <dgm:pt modelId="{9DC00FA8-DF7B-48EE-B35C-02157DBD554D}">
      <dgm:prSet/>
      <dgm:spPr/>
      <dgm:t>
        <a:bodyPr/>
        <a:lstStyle/>
        <a:p>
          <a:pPr>
            <a:defRPr cap="all"/>
          </a:pPr>
          <a:r>
            <a:rPr lang="en-US"/>
            <a:t>• Integrate with Glue (ETL) and QuickSight (BI).</a:t>
          </a:r>
        </a:p>
      </dgm:t>
    </dgm:pt>
    <dgm:pt modelId="{09C1F37D-52DA-4BDE-945B-DCD3C08F589A}" type="parTrans" cxnId="{154DC86B-6463-4EDD-97D4-0C3A07317AE4}">
      <dgm:prSet/>
      <dgm:spPr/>
      <dgm:t>
        <a:bodyPr/>
        <a:lstStyle/>
        <a:p>
          <a:endParaRPr lang="en-US"/>
        </a:p>
      </dgm:t>
    </dgm:pt>
    <dgm:pt modelId="{DE56B756-2872-489C-A72C-0301E4BD48A4}" type="sibTrans" cxnId="{154DC86B-6463-4EDD-97D4-0C3A07317AE4}">
      <dgm:prSet/>
      <dgm:spPr/>
      <dgm:t>
        <a:bodyPr/>
        <a:lstStyle/>
        <a:p>
          <a:endParaRPr lang="en-US"/>
        </a:p>
      </dgm:t>
    </dgm:pt>
    <dgm:pt modelId="{2CD31B08-9CC0-4F5D-B5D0-5FB692612E1D}">
      <dgm:prSet/>
      <dgm:spPr/>
      <dgm:t>
        <a:bodyPr/>
        <a:lstStyle/>
        <a:p>
          <a:pPr>
            <a:defRPr cap="all"/>
          </a:pPr>
          <a:r>
            <a:rPr lang="en-US"/>
            <a:t>• Schema-on-read enables flexibility without replication.</a:t>
          </a:r>
        </a:p>
      </dgm:t>
    </dgm:pt>
    <dgm:pt modelId="{E6DF53BC-BCAA-42C3-AFAB-1E75A844B09D}" type="parTrans" cxnId="{55C0F58A-BC77-4E59-AEBD-424C4077C283}">
      <dgm:prSet/>
      <dgm:spPr/>
      <dgm:t>
        <a:bodyPr/>
        <a:lstStyle/>
        <a:p>
          <a:endParaRPr lang="en-US"/>
        </a:p>
      </dgm:t>
    </dgm:pt>
    <dgm:pt modelId="{A8F88500-6EB2-4F14-89B0-A502A3747CF9}" type="sibTrans" cxnId="{55C0F58A-BC77-4E59-AEBD-424C4077C283}">
      <dgm:prSet/>
      <dgm:spPr/>
      <dgm:t>
        <a:bodyPr/>
        <a:lstStyle/>
        <a:p>
          <a:endParaRPr lang="en-US"/>
        </a:p>
      </dgm:t>
    </dgm:pt>
    <dgm:pt modelId="{AEA100D0-69E7-43EC-9EB9-498B57023474}" type="pres">
      <dgm:prSet presAssocID="{1BCD2A40-161F-422C-8F99-AD6FCCAEDE02}" presName="root" presStyleCnt="0">
        <dgm:presLayoutVars>
          <dgm:dir/>
          <dgm:resizeHandles val="exact"/>
        </dgm:presLayoutVars>
      </dgm:prSet>
      <dgm:spPr/>
    </dgm:pt>
    <dgm:pt modelId="{70FB6848-3BAC-4842-8030-5A5BEF0824B8}" type="pres">
      <dgm:prSet presAssocID="{393302D2-477A-4BDF-8009-59641570484E}" presName="compNode" presStyleCnt="0"/>
      <dgm:spPr/>
    </dgm:pt>
    <dgm:pt modelId="{7F855DDC-6348-420A-B180-B33D3B005779}" type="pres">
      <dgm:prSet presAssocID="{393302D2-477A-4BDF-8009-59641570484E}" presName="iconBgRect" presStyleLbl="bgShp" presStyleIdx="0" presStyleCnt="3"/>
      <dgm:spPr/>
    </dgm:pt>
    <dgm:pt modelId="{F951D2A5-D189-41FF-8F6B-310F113686B3}" type="pres">
      <dgm:prSet presAssocID="{393302D2-477A-4BDF-8009-5964157048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0D7738D-B748-4695-9D00-24DB1AC3A05E}" type="pres">
      <dgm:prSet presAssocID="{393302D2-477A-4BDF-8009-59641570484E}" presName="spaceRect" presStyleCnt="0"/>
      <dgm:spPr/>
    </dgm:pt>
    <dgm:pt modelId="{6780FF0F-1A4F-49C8-84F6-B903E6FF0A7F}" type="pres">
      <dgm:prSet presAssocID="{393302D2-477A-4BDF-8009-59641570484E}" presName="textRect" presStyleLbl="revTx" presStyleIdx="0" presStyleCnt="3">
        <dgm:presLayoutVars>
          <dgm:chMax val="1"/>
          <dgm:chPref val="1"/>
        </dgm:presLayoutVars>
      </dgm:prSet>
      <dgm:spPr/>
    </dgm:pt>
    <dgm:pt modelId="{F0220F0A-BC2D-4C1E-8773-91C050CE2850}" type="pres">
      <dgm:prSet presAssocID="{66E0DA58-7BB7-4EB1-B5ED-FBF3E9A985A8}" presName="sibTrans" presStyleCnt="0"/>
      <dgm:spPr/>
    </dgm:pt>
    <dgm:pt modelId="{1A01974B-AC42-48C5-850A-1AE12A366559}" type="pres">
      <dgm:prSet presAssocID="{9DC00FA8-DF7B-48EE-B35C-02157DBD554D}" presName="compNode" presStyleCnt="0"/>
      <dgm:spPr/>
    </dgm:pt>
    <dgm:pt modelId="{2C0E1711-F33C-49C8-82E9-FFA4CD10D185}" type="pres">
      <dgm:prSet presAssocID="{9DC00FA8-DF7B-48EE-B35C-02157DBD554D}" presName="iconBgRect" presStyleLbl="bgShp" presStyleIdx="1" presStyleCnt="3"/>
      <dgm:spPr/>
    </dgm:pt>
    <dgm:pt modelId="{426F35C8-D012-40F2-A96B-8CE21A986105}" type="pres">
      <dgm:prSet presAssocID="{9DC00FA8-DF7B-48EE-B35C-02157DBD55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D1AA6FA5-2651-479A-8791-1F013217E191}" type="pres">
      <dgm:prSet presAssocID="{9DC00FA8-DF7B-48EE-B35C-02157DBD554D}" presName="spaceRect" presStyleCnt="0"/>
      <dgm:spPr/>
    </dgm:pt>
    <dgm:pt modelId="{C43A67C6-A479-4EA5-83F4-7E5416139888}" type="pres">
      <dgm:prSet presAssocID="{9DC00FA8-DF7B-48EE-B35C-02157DBD554D}" presName="textRect" presStyleLbl="revTx" presStyleIdx="1" presStyleCnt="3">
        <dgm:presLayoutVars>
          <dgm:chMax val="1"/>
          <dgm:chPref val="1"/>
        </dgm:presLayoutVars>
      </dgm:prSet>
      <dgm:spPr/>
    </dgm:pt>
    <dgm:pt modelId="{2EC36D24-9104-4D70-BB69-65203D19BCD9}" type="pres">
      <dgm:prSet presAssocID="{DE56B756-2872-489C-A72C-0301E4BD48A4}" presName="sibTrans" presStyleCnt="0"/>
      <dgm:spPr/>
    </dgm:pt>
    <dgm:pt modelId="{D53BBE61-6791-4DAF-BB1E-24F7DEC3AC74}" type="pres">
      <dgm:prSet presAssocID="{2CD31B08-9CC0-4F5D-B5D0-5FB692612E1D}" presName="compNode" presStyleCnt="0"/>
      <dgm:spPr/>
    </dgm:pt>
    <dgm:pt modelId="{FC6302D6-A206-49A7-A371-345D005E76C8}" type="pres">
      <dgm:prSet presAssocID="{2CD31B08-9CC0-4F5D-B5D0-5FB692612E1D}" presName="iconBgRect" presStyleLbl="bgShp" presStyleIdx="2" presStyleCnt="3"/>
      <dgm:spPr/>
    </dgm:pt>
    <dgm:pt modelId="{D84B9D53-960B-4A25-8EBC-81C715531FFE}" type="pres">
      <dgm:prSet presAssocID="{2CD31B08-9CC0-4F5D-B5D0-5FB692612E1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89902595-6D79-49A2-9EB9-0EBC78E1315C}" type="pres">
      <dgm:prSet presAssocID="{2CD31B08-9CC0-4F5D-B5D0-5FB692612E1D}" presName="spaceRect" presStyleCnt="0"/>
      <dgm:spPr/>
    </dgm:pt>
    <dgm:pt modelId="{AB077414-738D-4AE2-BCDF-257980EEA43A}" type="pres">
      <dgm:prSet presAssocID="{2CD31B08-9CC0-4F5D-B5D0-5FB692612E1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4C4510-C59B-4169-92DB-4793BF202315}" srcId="{1BCD2A40-161F-422C-8F99-AD6FCCAEDE02}" destId="{393302D2-477A-4BDF-8009-59641570484E}" srcOrd="0" destOrd="0" parTransId="{3B9337C0-25B9-4D3C-BF89-FD5CFF90B379}" sibTransId="{66E0DA58-7BB7-4EB1-B5ED-FBF3E9A985A8}"/>
    <dgm:cxn modelId="{D540F821-BF6A-497D-9BD2-9C374232B070}" type="presOf" srcId="{2CD31B08-9CC0-4F5D-B5D0-5FB692612E1D}" destId="{AB077414-738D-4AE2-BCDF-257980EEA43A}" srcOrd="0" destOrd="0" presId="urn:microsoft.com/office/officeart/2018/5/layout/IconCircleLabelList"/>
    <dgm:cxn modelId="{154DC86B-6463-4EDD-97D4-0C3A07317AE4}" srcId="{1BCD2A40-161F-422C-8F99-AD6FCCAEDE02}" destId="{9DC00FA8-DF7B-48EE-B35C-02157DBD554D}" srcOrd="1" destOrd="0" parTransId="{09C1F37D-52DA-4BDE-945B-DCD3C08F589A}" sibTransId="{DE56B756-2872-489C-A72C-0301E4BD48A4}"/>
    <dgm:cxn modelId="{990CB971-E79F-449C-B0FC-FB32C6E0E167}" type="presOf" srcId="{9DC00FA8-DF7B-48EE-B35C-02157DBD554D}" destId="{C43A67C6-A479-4EA5-83F4-7E5416139888}" srcOrd="0" destOrd="0" presId="urn:microsoft.com/office/officeart/2018/5/layout/IconCircleLabelList"/>
    <dgm:cxn modelId="{1477CC7C-3C8D-4DD1-B34D-DD0D1007055A}" type="presOf" srcId="{1BCD2A40-161F-422C-8F99-AD6FCCAEDE02}" destId="{AEA100D0-69E7-43EC-9EB9-498B57023474}" srcOrd="0" destOrd="0" presId="urn:microsoft.com/office/officeart/2018/5/layout/IconCircleLabelList"/>
    <dgm:cxn modelId="{55C0F58A-BC77-4E59-AEBD-424C4077C283}" srcId="{1BCD2A40-161F-422C-8F99-AD6FCCAEDE02}" destId="{2CD31B08-9CC0-4F5D-B5D0-5FB692612E1D}" srcOrd="2" destOrd="0" parTransId="{E6DF53BC-BCAA-42C3-AFAB-1E75A844B09D}" sibTransId="{A8F88500-6EB2-4F14-89B0-A502A3747CF9}"/>
    <dgm:cxn modelId="{B17FD1BF-20A7-4EFE-973C-2C151CD9A26D}" type="presOf" srcId="{393302D2-477A-4BDF-8009-59641570484E}" destId="{6780FF0F-1A4F-49C8-84F6-B903E6FF0A7F}" srcOrd="0" destOrd="0" presId="urn:microsoft.com/office/officeart/2018/5/layout/IconCircleLabelList"/>
    <dgm:cxn modelId="{0531952C-0335-435C-817B-43195516B1AD}" type="presParOf" srcId="{AEA100D0-69E7-43EC-9EB9-498B57023474}" destId="{70FB6848-3BAC-4842-8030-5A5BEF0824B8}" srcOrd="0" destOrd="0" presId="urn:microsoft.com/office/officeart/2018/5/layout/IconCircleLabelList"/>
    <dgm:cxn modelId="{0185E033-F15A-4F26-B57B-68F8337C7F9F}" type="presParOf" srcId="{70FB6848-3BAC-4842-8030-5A5BEF0824B8}" destId="{7F855DDC-6348-420A-B180-B33D3B005779}" srcOrd="0" destOrd="0" presId="urn:microsoft.com/office/officeart/2018/5/layout/IconCircleLabelList"/>
    <dgm:cxn modelId="{8D3CE826-13BD-473E-8088-AE8C44B241B5}" type="presParOf" srcId="{70FB6848-3BAC-4842-8030-5A5BEF0824B8}" destId="{F951D2A5-D189-41FF-8F6B-310F113686B3}" srcOrd="1" destOrd="0" presId="urn:microsoft.com/office/officeart/2018/5/layout/IconCircleLabelList"/>
    <dgm:cxn modelId="{5C3C3131-95AD-4950-B1B7-B0BD16101570}" type="presParOf" srcId="{70FB6848-3BAC-4842-8030-5A5BEF0824B8}" destId="{60D7738D-B748-4695-9D00-24DB1AC3A05E}" srcOrd="2" destOrd="0" presId="urn:microsoft.com/office/officeart/2018/5/layout/IconCircleLabelList"/>
    <dgm:cxn modelId="{90B71F90-38BA-4B26-B183-D91656C6A6C3}" type="presParOf" srcId="{70FB6848-3BAC-4842-8030-5A5BEF0824B8}" destId="{6780FF0F-1A4F-49C8-84F6-B903E6FF0A7F}" srcOrd="3" destOrd="0" presId="urn:microsoft.com/office/officeart/2018/5/layout/IconCircleLabelList"/>
    <dgm:cxn modelId="{68D8D59B-5B0F-43DA-8F59-B2CC72ED0AF9}" type="presParOf" srcId="{AEA100D0-69E7-43EC-9EB9-498B57023474}" destId="{F0220F0A-BC2D-4C1E-8773-91C050CE2850}" srcOrd="1" destOrd="0" presId="urn:microsoft.com/office/officeart/2018/5/layout/IconCircleLabelList"/>
    <dgm:cxn modelId="{445E179D-44C4-4F05-ACCF-EE16A10DDA9B}" type="presParOf" srcId="{AEA100D0-69E7-43EC-9EB9-498B57023474}" destId="{1A01974B-AC42-48C5-850A-1AE12A366559}" srcOrd="2" destOrd="0" presId="urn:microsoft.com/office/officeart/2018/5/layout/IconCircleLabelList"/>
    <dgm:cxn modelId="{86D5020C-69C0-43E4-BE83-6390C5A0AE72}" type="presParOf" srcId="{1A01974B-AC42-48C5-850A-1AE12A366559}" destId="{2C0E1711-F33C-49C8-82E9-FFA4CD10D185}" srcOrd="0" destOrd="0" presId="urn:microsoft.com/office/officeart/2018/5/layout/IconCircleLabelList"/>
    <dgm:cxn modelId="{200A0130-CD5F-46D7-A570-FD42A6F35339}" type="presParOf" srcId="{1A01974B-AC42-48C5-850A-1AE12A366559}" destId="{426F35C8-D012-40F2-A96B-8CE21A986105}" srcOrd="1" destOrd="0" presId="urn:microsoft.com/office/officeart/2018/5/layout/IconCircleLabelList"/>
    <dgm:cxn modelId="{790EA47E-492F-464D-BA4B-50BB256F2AD8}" type="presParOf" srcId="{1A01974B-AC42-48C5-850A-1AE12A366559}" destId="{D1AA6FA5-2651-479A-8791-1F013217E191}" srcOrd="2" destOrd="0" presId="urn:microsoft.com/office/officeart/2018/5/layout/IconCircleLabelList"/>
    <dgm:cxn modelId="{20BC6539-9DD3-4295-9BF3-99926655EDB0}" type="presParOf" srcId="{1A01974B-AC42-48C5-850A-1AE12A366559}" destId="{C43A67C6-A479-4EA5-83F4-7E5416139888}" srcOrd="3" destOrd="0" presId="urn:microsoft.com/office/officeart/2018/5/layout/IconCircleLabelList"/>
    <dgm:cxn modelId="{6FA07F36-9422-4440-B701-1C6D518CA680}" type="presParOf" srcId="{AEA100D0-69E7-43EC-9EB9-498B57023474}" destId="{2EC36D24-9104-4D70-BB69-65203D19BCD9}" srcOrd="3" destOrd="0" presId="urn:microsoft.com/office/officeart/2018/5/layout/IconCircleLabelList"/>
    <dgm:cxn modelId="{402695B6-90BA-45D7-8DB5-79C51EDA427A}" type="presParOf" srcId="{AEA100D0-69E7-43EC-9EB9-498B57023474}" destId="{D53BBE61-6791-4DAF-BB1E-24F7DEC3AC74}" srcOrd="4" destOrd="0" presId="urn:microsoft.com/office/officeart/2018/5/layout/IconCircleLabelList"/>
    <dgm:cxn modelId="{E392057F-80BB-4C8C-A1AD-5101C1DF03C9}" type="presParOf" srcId="{D53BBE61-6791-4DAF-BB1E-24F7DEC3AC74}" destId="{FC6302D6-A206-49A7-A371-345D005E76C8}" srcOrd="0" destOrd="0" presId="urn:microsoft.com/office/officeart/2018/5/layout/IconCircleLabelList"/>
    <dgm:cxn modelId="{43B24D70-B0A1-48DE-95CC-54E846FEC5E0}" type="presParOf" srcId="{D53BBE61-6791-4DAF-BB1E-24F7DEC3AC74}" destId="{D84B9D53-960B-4A25-8EBC-81C715531FFE}" srcOrd="1" destOrd="0" presId="urn:microsoft.com/office/officeart/2018/5/layout/IconCircleLabelList"/>
    <dgm:cxn modelId="{6F5E9EB1-3F29-46EE-825A-094BC91DB1F4}" type="presParOf" srcId="{D53BBE61-6791-4DAF-BB1E-24F7DEC3AC74}" destId="{89902595-6D79-49A2-9EB9-0EBC78E1315C}" srcOrd="2" destOrd="0" presId="urn:microsoft.com/office/officeart/2018/5/layout/IconCircleLabelList"/>
    <dgm:cxn modelId="{220E0271-E592-4912-B095-9CA7C2268383}" type="presParOf" srcId="{D53BBE61-6791-4DAF-BB1E-24F7DEC3AC74}" destId="{AB077414-738D-4AE2-BCDF-257980EEA43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33D551-A202-4984-BB50-270CC8C0FEF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7E48030-45C2-414C-8DA7-17CF202F989F}">
      <dgm:prSet/>
      <dgm:spPr/>
      <dgm:t>
        <a:bodyPr/>
        <a:lstStyle/>
        <a:p>
          <a:r>
            <a:rPr lang="en-US"/>
            <a:t>• Use CTAS and INSERT INTO for efficient transformations.</a:t>
          </a:r>
        </a:p>
      </dgm:t>
    </dgm:pt>
    <dgm:pt modelId="{0E100A1D-9AC7-4E21-B9C8-D05D6F2ACA08}" type="parTrans" cxnId="{979F762F-43C6-4634-9527-3827F69DF53D}">
      <dgm:prSet/>
      <dgm:spPr/>
      <dgm:t>
        <a:bodyPr/>
        <a:lstStyle/>
        <a:p>
          <a:endParaRPr lang="en-US"/>
        </a:p>
      </dgm:t>
    </dgm:pt>
    <dgm:pt modelId="{F6A202EE-101E-40CE-81A6-6DBDDB7661C7}" type="sibTrans" cxnId="{979F762F-43C6-4634-9527-3827F69DF53D}">
      <dgm:prSet/>
      <dgm:spPr/>
      <dgm:t>
        <a:bodyPr/>
        <a:lstStyle/>
        <a:p>
          <a:endParaRPr lang="en-US"/>
        </a:p>
      </dgm:t>
    </dgm:pt>
    <dgm:pt modelId="{96441E1C-A75B-49F4-ACE2-AFBF90B64F80}">
      <dgm:prSet/>
      <dgm:spPr/>
      <dgm:t>
        <a:bodyPr/>
        <a:lstStyle/>
        <a:p>
          <a:r>
            <a:rPr lang="en-US"/>
            <a:t>• Limit scanned data with partitions and filters.</a:t>
          </a:r>
        </a:p>
      </dgm:t>
    </dgm:pt>
    <dgm:pt modelId="{B204F85E-0283-4AC2-9BDD-7CB8B8703BD3}" type="parTrans" cxnId="{10F71152-C501-4D88-B6F9-34B7CBA6D267}">
      <dgm:prSet/>
      <dgm:spPr/>
      <dgm:t>
        <a:bodyPr/>
        <a:lstStyle/>
        <a:p>
          <a:endParaRPr lang="en-US"/>
        </a:p>
      </dgm:t>
    </dgm:pt>
    <dgm:pt modelId="{C3117145-4F62-46BB-A973-100C317E2EFD}" type="sibTrans" cxnId="{10F71152-C501-4D88-B6F9-34B7CBA6D267}">
      <dgm:prSet/>
      <dgm:spPr/>
      <dgm:t>
        <a:bodyPr/>
        <a:lstStyle/>
        <a:p>
          <a:endParaRPr lang="en-US"/>
        </a:p>
      </dgm:t>
    </dgm:pt>
    <dgm:pt modelId="{ADCF1281-932E-42A0-B60A-1B19E8B01BAE}">
      <dgm:prSet/>
      <dgm:spPr/>
      <dgm:t>
        <a:bodyPr/>
        <a:lstStyle/>
        <a:p>
          <a:r>
            <a:rPr lang="en-US"/>
            <a:t>• Monitor query metrics via CloudWatch.</a:t>
          </a:r>
        </a:p>
      </dgm:t>
    </dgm:pt>
    <dgm:pt modelId="{71D07F0F-122A-4CF5-914A-A9753940C94D}" type="parTrans" cxnId="{E56CEC8B-BCC9-4849-B950-6622C8A841C4}">
      <dgm:prSet/>
      <dgm:spPr/>
      <dgm:t>
        <a:bodyPr/>
        <a:lstStyle/>
        <a:p>
          <a:endParaRPr lang="en-US"/>
        </a:p>
      </dgm:t>
    </dgm:pt>
    <dgm:pt modelId="{7A7DF39E-DADF-4A1B-BDE7-BFAB0C6756EE}" type="sibTrans" cxnId="{E56CEC8B-BCC9-4849-B950-6622C8A841C4}">
      <dgm:prSet/>
      <dgm:spPr/>
      <dgm:t>
        <a:bodyPr/>
        <a:lstStyle/>
        <a:p>
          <a:endParaRPr lang="en-US"/>
        </a:p>
      </dgm:t>
    </dgm:pt>
    <dgm:pt modelId="{EBFF7698-92FF-40D2-BFD0-7311ED0F6E3B}" type="pres">
      <dgm:prSet presAssocID="{1533D551-A202-4984-BB50-270CC8C0FEFA}" presName="root" presStyleCnt="0">
        <dgm:presLayoutVars>
          <dgm:dir/>
          <dgm:resizeHandles val="exact"/>
        </dgm:presLayoutVars>
      </dgm:prSet>
      <dgm:spPr/>
    </dgm:pt>
    <dgm:pt modelId="{FBDD3A0C-13BA-4A46-9B6C-94815C2AD306}" type="pres">
      <dgm:prSet presAssocID="{D7E48030-45C2-414C-8DA7-17CF202F989F}" presName="compNode" presStyleCnt="0"/>
      <dgm:spPr/>
    </dgm:pt>
    <dgm:pt modelId="{FD8C7140-0878-41B8-9652-D38E78D9829D}" type="pres">
      <dgm:prSet presAssocID="{D7E48030-45C2-414C-8DA7-17CF202F989F}" presName="bgRect" presStyleLbl="bgShp" presStyleIdx="0" presStyleCnt="3"/>
      <dgm:spPr/>
    </dgm:pt>
    <dgm:pt modelId="{8B0F441F-B26E-45FB-B5CF-6FFD9EABC905}" type="pres">
      <dgm:prSet presAssocID="{D7E48030-45C2-414C-8DA7-17CF202F98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19305D6-59CB-4402-924F-9FF7603133D5}" type="pres">
      <dgm:prSet presAssocID="{D7E48030-45C2-414C-8DA7-17CF202F989F}" presName="spaceRect" presStyleCnt="0"/>
      <dgm:spPr/>
    </dgm:pt>
    <dgm:pt modelId="{8AFAFD2E-1148-481A-A844-2452250A9FBC}" type="pres">
      <dgm:prSet presAssocID="{D7E48030-45C2-414C-8DA7-17CF202F989F}" presName="parTx" presStyleLbl="revTx" presStyleIdx="0" presStyleCnt="3">
        <dgm:presLayoutVars>
          <dgm:chMax val="0"/>
          <dgm:chPref val="0"/>
        </dgm:presLayoutVars>
      </dgm:prSet>
      <dgm:spPr/>
    </dgm:pt>
    <dgm:pt modelId="{2E7BE378-2FA3-4455-818D-AE9325C2B10B}" type="pres">
      <dgm:prSet presAssocID="{F6A202EE-101E-40CE-81A6-6DBDDB7661C7}" presName="sibTrans" presStyleCnt="0"/>
      <dgm:spPr/>
    </dgm:pt>
    <dgm:pt modelId="{98B3178D-A69B-43D8-8F52-2B8E02005A9E}" type="pres">
      <dgm:prSet presAssocID="{96441E1C-A75B-49F4-ACE2-AFBF90B64F80}" presName="compNode" presStyleCnt="0"/>
      <dgm:spPr/>
    </dgm:pt>
    <dgm:pt modelId="{681EF1F5-04B4-4E2B-817B-D3EBA4F60F90}" type="pres">
      <dgm:prSet presAssocID="{96441E1C-A75B-49F4-ACE2-AFBF90B64F80}" presName="bgRect" presStyleLbl="bgShp" presStyleIdx="1" presStyleCnt="3"/>
      <dgm:spPr/>
    </dgm:pt>
    <dgm:pt modelId="{E4869C44-D1CC-4019-9961-8DEAA972E83D}" type="pres">
      <dgm:prSet presAssocID="{96441E1C-A75B-49F4-ACE2-AFBF90B64F8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B6C4116-F7EC-47DC-80C8-E40733A94E3D}" type="pres">
      <dgm:prSet presAssocID="{96441E1C-A75B-49F4-ACE2-AFBF90B64F80}" presName="spaceRect" presStyleCnt="0"/>
      <dgm:spPr/>
    </dgm:pt>
    <dgm:pt modelId="{BC0F99B4-F1CC-4B6F-B1CD-D1D7FFD87909}" type="pres">
      <dgm:prSet presAssocID="{96441E1C-A75B-49F4-ACE2-AFBF90B64F80}" presName="parTx" presStyleLbl="revTx" presStyleIdx="1" presStyleCnt="3">
        <dgm:presLayoutVars>
          <dgm:chMax val="0"/>
          <dgm:chPref val="0"/>
        </dgm:presLayoutVars>
      </dgm:prSet>
      <dgm:spPr/>
    </dgm:pt>
    <dgm:pt modelId="{E5BB9746-E9B1-4E06-B4BF-533BB78205D7}" type="pres">
      <dgm:prSet presAssocID="{C3117145-4F62-46BB-A973-100C317E2EFD}" presName="sibTrans" presStyleCnt="0"/>
      <dgm:spPr/>
    </dgm:pt>
    <dgm:pt modelId="{81F15387-DCA4-4E4A-B8C9-2E329E272EA5}" type="pres">
      <dgm:prSet presAssocID="{ADCF1281-932E-42A0-B60A-1B19E8B01BAE}" presName="compNode" presStyleCnt="0"/>
      <dgm:spPr/>
    </dgm:pt>
    <dgm:pt modelId="{223C139E-FAAE-4484-A009-7B08D0EECEC6}" type="pres">
      <dgm:prSet presAssocID="{ADCF1281-932E-42A0-B60A-1B19E8B01BAE}" presName="bgRect" presStyleLbl="bgShp" presStyleIdx="2" presStyleCnt="3"/>
      <dgm:spPr/>
    </dgm:pt>
    <dgm:pt modelId="{EDD578C8-4D47-46F5-B2D3-D31290614288}" type="pres">
      <dgm:prSet presAssocID="{ADCF1281-932E-42A0-B60A-1B19E8B01B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C322E2-4CE1-4C79-BB62-59B808B100FA}" type="pres">
      <dgm:prSet presAssocID="{ADCF1281-932E-42A0-B60A-1B19E8B01BAE}" presName="spaceRect" presStyleCnt="0"/>
      <dgm:spPr/>
    </dgm:pt>
    <dgm:pt modelId="{7598EBDC-6CBE-4BB1-A881-14335A06EF21}" type="pres">
      <dgm:prSet presAssocID="{ADCF1281-932E-42A0-B60A-1B19E8B01BA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2F86A06-A20B-4084-942E-4370728B3835}" type="presOf" srcId="{96441E1C-A75B-49F4-ACE2-AFBF90B64F80}" destId="{BC0F99B4-F1CC-4B6F-B1CD-D1D7FFD87909}" srcOrd="0" destOrd="0" presId="urn:microsoft.com/office/officeart/2018/2/layout/IconVerticalSolidList"/>
    <dgm:cxn modelId="{979F762F-43C6-4634-9527-3827F69DF53D}" srcId="{1533D551-A202-4984-BB50-270CC8C0FEFA}" destId="{D7E48030-45C2-414C-8DA7-17CF202F989F}" srcOrd="0" destOrd="0" parTransId="{0E100A1D-9AC7-4E21-B9C8-D05D6F2ACA08}" sibTransId="{F6A202EE-101E-40CE-81A6-6DBDDB7661C7}"/>
    <dgm:cxn modelId="{B454AD3F-FC76-4390-91CC-1C81380884EC}" type="presOf" srcId="{1533D551-A202-4984-BB50-270CC8C0FEFA}" destId="{EBFF7698-92FF-40D2-BFD0-7311ED0F6E3B}" srcOrd="0" destOrd="0" presId="urn:microsoft.com/office/officeart/2018/2/layout/IconVerticalSolidList"/>
    <dgm:cxn modelId="{10F71152-C501-4D88-B6F9-34B7CBA6D267}" srcId="{1533D551-A202-4984-BB50-270CC8C0FEFA}" destId="{96441E1C-A75B-49F4-ACE2-AFBF90B64F80}" srcOrd="1" destOrd="0" parTransId="{B204F85E-0283-4AC2-9BDD-7CB8B8703BD3}" sibTransId="{C3117145-4F62-46BB-A973-100C317E2EFD}"/>
    <dgm:cxn modelId="{E56CEC8B-BCC9-4849-B950-6622C8A841C4}" srcId="{1533D551-A202-4984-BB50-270CC8C0FEFA}" destId="{ADCF1281-932E-42A0-B60A-1B19E8B01BAE}" srcOrd="2" destOrd="0" parTransId="{71D07F0F-122A-4CF5-914A-A9753940C94D}" sibTransId="{7A7DF39E-DADF-4A1B-BDE7-BFAB0C6756EE}"/>
    <dgm:cxn modelId="{488761E5-9153-42C7-87AA-A753CF347401}" type="presOf" srcId="{D7E48030-45C2-414C-8DA7-17CF202F989F}" destId="{8AFAFD2E-1148-481A-A844-2452250A9FBC}" srcOrd="0" destOrd="0" presId="urn:microsoft.com/office/officeart/2018/2/layout/IconVerticalSolidList"/>
    <dgm:cxn modelId="{C209C8F1-FA49-47A6-B0CC-175238B165F6}" type="presOf" srcId="{ADCF1281-932E-42A0-B60A-1B19E8B01BAE}" destId="{7598EBDC-6CBE-4BB1-A881-14335A06EF21}" srcOrd="0" destOrd="0" presId="urn:microsoft.com/office/officeart/2018/2/layout/IconVerticalSolidList"/>
    <dgm:cxn modelId="{F057B48B-F9A4-48F8-B909-B3A029090502}" type="presParOf" srcId="{EBFF7698-92FF-40D2-BFD0-7311ED0F6E3B}" destId="{FBDD3A0C-13BA-4A46-9B6C-94815C2AD306}" srcOrd="0" destOrd="0" presId="urn:microsoft.com/office/officeart/2018/2/layout/IconVerticalSolidList"/>
    <dgm:cxn modelId="{80258C31-C151-4692-B2CC-D558CD79F5C0}" type="presParOf" srcId="{FBDD3A0C-13BA-4A46-9B6C-94815C2AD306}" destId="{FD8C7140-0878-41B8-9652-D38E78D9829D}" srcOrd="0" destOrd="0" presId="urn:microsoft.com/office/officeart/2018/2/layout/IconVerticalSolidList"/>
    <dgm:cxn modelId="{75EDCF37-DB4B-4D3F-93C5-5FDE02133DE5}" type="presParOf" srcId="{FBDD3A0C-13BA-4A46-9B6C-94815C2AD306}" destId="{8B0F441F-B26E-45FB-B5CF-6FFD9EABC905}" srcOrd="1" destOrd="0" presId="urn:microsoft.com/office/officeart/2018/2/layout/IconVerticalSolidList"/>
    <dgm:cxn modelId="{4C214967-2C1E-4B47-AB42-D57D9768FD77}" type="presParOf" srcId="{FBDD3A0C-13BA-4A46-9B6C-94815C2AD306}" destId="{019305D6-59CB-4402-924F-9FF7603133D5}" srcOrd="2" destOrd="0" presId="urn:microsoft.com/office/officeart/2018/2/layout/IconVerticalSolidList"/>
    <dgm:cxn modelId="{6DDAE576-F3EA-42C7-A66E-D6533DA94ABE}" type="presParOf" srcId="{FBDD3A0C-13BA-4A46-9B6C-94815C2AD306}" destId="{8AFAFD2E-1148-481A-A844-2452250A9FBC}" srcOrd="3" destOrd="0" presId="urn:microsoft.com/office/officeart/2018/2/layout/IconVerticalSolidList"/>
    <dgm:cxn modelId="{BF29269C-F6A7-442D-BADE-65C2E91297C4}" type="presParOf" srcId="{EBFF7698-92FF-40D2-BFD0-7311ED0F6E3B}" destId="{2E7BE378-2FA3-4455-818D-AE9325C2B10B}" srcOrd="1" destOrd="0" presId="urn:microsoft.com/office/officeart/2018/2/layout/IconVerticalSolidList"/>
    <dgm:cxn modelId="{90B93AA7-B4FE-47F8-A966-B4A63DE68850}" type="presParOf" srcId="{EBFF7698-92FF-40D2-BFD0-7311ED0F6E3B}" destId="{98B3178D-A69B-43D8-8F52-2B8E02005A9E}" srcOrd="2" destOrd="0" presId="urn:microsoft.com/office/officeart/2018/2/layout/IconVerticalSolidList"/>
    <dgm:cxn modelId="{BF98E7C0-7D73-4988-B934-F168E95011D1}" type="presParOf" srcId="{98B3178D-A69B-43D8-8F52-2B8E02005A9E}" destId="{681EF1F5-04B4-4E2B-817B-D3EBA4F60F90}" srcOrd="0" destOrd="0" presId="urn:microsoft.com/office/officeart/2018/2/layout/IconVerticalSolidList"/>
    <dgm:cxn modelId="{AD291A60-1E9F-4AD7-8912-8152C7EFC9C5}" type="presParOf" srcId="{98B3178D-A69B-43D8-8F52-2B8E02005A9E}" destId="{E4869C44-D1CC-4019-9961-8DEAA972E83D}" srcOrd="1" destOrd="0" presId="urn:microsoft.com/office/officeart/2018/2/layout/IconVerticalSolidList"/>
    <dgm:cxn modelId="{84E9151C-5EFE-45FD-B3FC-BE80AFD18217}" type="presParOf" srcId="{98B3178D-A69B-43D8-8F52-2B8E02005A9E}" destId="{FB6C4116-F7EC-47DC-80C8-E40733A94E3D}" srcOrd="2" destOrd="0" presId="urn:microsoft.com/office/officeart/2018/2/layout/IconVerticalSolidList"/>
    <dgm:cxn modelId="{5920CD8B-FC41-42CF-BDA0-D33E5BA91C47}" type="presParOf" srcId="{98B3178D-A69B-43D8-8F52-2B8E02005A9E}" destId="{BC0F99B4-F1CC-4B6F-B1CD-D1D7FFD87909}" srcOrd="3" destOrd="0" presId="urn:microsoft.com/office/officeart/2018/2/layout/IconVerticalSolidList"/>
    <dgm:cxn modelId="{768AB0D6-2DA8-4ACE-A492-A81AFFCD16AB}" type="presParOf" srcId="{EBFF7698-92FF-40D2-BFD0-7311ED0F6E3B}" destId="{E5BB9746-E9B1-4E06-B4BF-533BB78205D7}" srcOrd="3" destOrd="0" presId="urn:microsoft.com/office/officeart/2018/2/layout/IconVerticalSolidList"/>
    <dgm:cxn modelId="{B5764364-08F1-46A4-9390-17CC45928648}" type="presParOf" srcId="{EBFF7698-92FF-40D2-BFD0-7311ED0F6E3B}" destId="{81F15387-DCA4-4E4A-B8C9-2E329E272EA5}" srcOrd="4" destOrd="0" presId="urn:microsoft.com/office/officeart/2018/2/layout/IconVerticalSolidList"/>
    <dgm:cxn modelId="{B6A7E9A3-4322-49CF-8F4E-A407F33D92B8}" type="presParOf" srcId="{81F15387-DCA4-4E4A-B8C9-2E329E272EA5}" destId="{223C139E-FAAE-4484-A009-7B08D0EECEC6}" srcOrd="0" destOrd="0" presId="urn:microsoft.com/office/officeart/2018/2/layout/IconVerticalSolidList"/>
    <dgm:cxn modelId="{C67160A8-F195-47AE-9A65-633428C958B3}" type="presParOf" srcId="{81F15387-DCA4-4E4A-B8C9-2E329E272EA5}" destId="{EDD578C8-4D47-46F5-B2D3-D31290614288}" srcOrd="1" destOrd="0" presId="urn:microsoft.com/office/officeart/2018/2/layout/IconVerticalSolidList"/>
    <dgm:cxn modelId="{A0BD1D5F-9046-4532-8EAC-E536B1962707}" type="presParOf" srcId="{81F15387-DCA4-4E4A-B8C9-2E329E272EA5}" destId="{4FC322E2-4CE1-4C79-BB62-59B808B100FA}" srcOrd="2" destOrd="0" presId="urn:microsoft.com/office/officeart/2018/2/layout/IconVerticalSolidList"/>
    <dgm:cxn modelId="{01BCBB54-2430-42F6-8BE2-5983EAFCD482}" type="presParOf" srcId="{81F15387-DCA4-4E4A-B8C9-2E329E272EA5}" destId="{7598EBDC-6CBE-4BB1-A881-14335A06EF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294A57F-92D3-4947-AA95-35BED0EC733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420002-20CB-4E90-8368-09D464785F8F}">
      <dgm:prSet/>
      <dgm:spPr/>
      <dgm:t>
        <a:bodyPr/>
        <a:lstStyle/>
        <a:p>
          <a:r>
            <a:rPr lang="en-US"/>
            <a:t>• Query structured data in S3.</a:t>
          </a:r>
        </a:p>
      </dgm:t>
    </dgm:pt>
    <dgm:pt modelId="{1D3D10DB-9E4F-4163-B001-6DB168274351}" type="parTrans" cxnId="{14C17F5A-23BA-4CA0-9187-F1C0C2D346D0}">
      <dgm:prSet/>
      <dgm:spPr/>
      <dgm:t>
        <a:bodyPr/>
        <a:lstStyle/>
        <a:p>
          <a:endParaRPr lang="en-US"/>
        </a:p>
      </dgm:t>
    </dgm:pt>
    <dgm:pt modelId="{2AE5760F-3F99-4CB6-A4F5-52A01CA1A7EB}" type="sibTrans" cxnId="{14C17F5A-23BA-4CA0-9187-F1C0C2D346D0}">
      <dgm:prSet/>
      <dgm:spPr/>
      <dgm:t>
        <a:bodyPr/>
        <a:lstStyle/>
        <a:p>
          <a:endParaRPr lang="en-US"/>
        </a:p>
      </dgm:t>
    </dgm:pt>
    <dgm:pt modelId="{3E912419-3442-4ACC-AFA2-B9B79F538388}">
      <dgm:prSet/>
      <dgm:spPr/>
      <dgm:t>
        <a:bodyPr/>
        <a:lstStyle/>
        <a:p>
          <a:r>
            <a:rPr lang="en-US"/>
            <a:t>• Connect Athena to BI tools.</a:t>
          </a:r>
        </a:p>
      </dgm:t>
    </dgm:pt>
    <dgm:pt modelId="{40CC1C99-BF0D-4D78-A30C-7BD4A48E00E4}" type="parTrans" cxnId="{6E064725-A8DB-4650-BC8E-310C798783FC}">
      <dgm:prSet/>
      <dgm:spPr/>
      <dgm:t>
        <a:bodyPr/>
        <a:lstStyle/>
        <a:p>
          <a:endParaRPr lang="en-US"/>
        </a:p>
      </dgm:t>
    </dgm:pt>
    <dgm:pt modelId="{1148B67E-A394-42F9-8C5A-20B1BA40EB76}" type="sibTrans" cxnId="{6E064725-A8DB-4650-BC8E-310C798783FC}">
      <dgm:prSet/>
      <dgm:spPr/>
      <dgm:t>
        <a:bodyPr/>
        <a:lstStyle/>
        <a:p>
          <a:endParaRPr lang="en-US"/>
        </a:p>
      </dgm:t>
    </dgm:pt>
    <dgm:pt modelId="{8EADCA41-3A86-44A3-AFC3-1969D4EF155D}">
      <dgm:prSet/>
      <dgm:spPr/>
      <dgm:t>
        <a:bodyPr/>
        <a:lstStyle/>
        <a:p>
          <a:r>
            <a:rPr lang="en-US"/>
            <a:t>• Build dashboards without ETL overhead.</a:t>
          </a:r>
        </a:p>
      </dgm:t>
    </dgm:pt>
    <dgm:pt modelId="{4DC609FA-411C-4F05-BDF9-361E5F755AEC}" type="parTrans" cxnId="{BEDAAED0-1352-4EFC-B2DE-AB156D3E657B}">
      <dgm:prSet/>
      <dgm:spPr/>
      <dgm:t>
        <a:bodyPr/>
        <a:lstStyle/>
        <a:p>
          <a:endParaRPr lang="en-US"/>
        </a:p>
      </dgm:t>
    </dgm:pt>
    <dgm:pt modelId="{52BBBF67-AA79-4661-B2F2-7F34234040F2}" type="sibTrans" cxnId="{BEDAAED0-1352-4EFC-B2DE-AB156D3E657B}">
      <dgm:prSet/>
      <dgm:spPr/>
      <dgm:t>
        <a:bodyPr/>
        <a:lstStyle/>
        <a:p>
          <a:endParaRPr lang="en-US"/>
        </a:p>
      </dgm:t>
    </dgm:pt>
    <dgm:pt modelId="{2F2EDDEE-5E8D-43EC-A1FD-5672DD511036}" type="pres">
      <dgm:prSet presAssocID="{0294A57F-92D3-4947-AA95-35BED0EC7333}" presName="root" presStyleCnt="0">
        <dgm:presLayoutVars>
          <dgm:dir/>
          <dgm:resizeHandles val="exact"/>
        </dgm:presLayoutVars>
      </dgm:prSet>
      <dgm:spPr/>
    </dgm:pt>
    <dgm:pt modelId="{4D2A1245-7AD3-4690-B30F-F6E28615AC6F}" type="pres">
      <dgm:prSet presAssocID="{A6420002-20CB-4E90-8368-09D464785F8F}" presName="compNode" presStyleCnt="0"/>
      <dgm:spPr/>
    </dgm:pt>
    <dgm:pt modelId="{AFC56DA6-858E-4C13-8E5C-82F678EA7D79}" type="pres">
      <dgm:prSet presAssocID="{A6420002-20CB-4E90-8368-09D464785F8F}" presName="bgRect" presStyleLbl="bgShp" presStyleIdx="0" presStyleCnt="3"/>
      <dgm:spPr/>
    </dgm:pt>
    <dgm:pt modelId="{92BF6119-7804-4A7D-AC53-76AAB70C5729}" type="pres">
      <dgm:prSet presAssocID="{A6420002-20CB-4E90-8368-09D464785F8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E10DFD1-ABCB-4E90-AC70-8FA3114C2823}" type="pres">
      <dgm:prSet presAssocID="{A6420002-20CB-4E90-8368-09D464785F8F}" presName="spaceRect" presStyleCnt="0"/>
      <dgm:spPr/>
    </dgm:pt>
    <dgm:pt modelId="{5F563EA2-5D82-4FCD-91DF-7758DDA328C2}" type="pres">
      <dgm:prSet presAssocID="{A6420002-20CB-4E90-8368-09D464785F8F}" presName="parTx" presStyleLbl="revTx" presStyleIdx="0" presStyleCnt="3">
        <dgm:presLayoutVars>
          <dgm:chMax val="0"/>
          <dgm:chPref val="0"/>
        </dgm:presLayoutVars>
      </dgm:prSet>
      <dgm:spPr/>
    </dgm:pt>
    <dgm:pt modelId="{F120BA16-800B-491B-AF1C-F2044BA28E31}" type="pres">
      <dgm:prSet presAssocID="{2AE5760F-3F99-4CB6-A4F5-52A01CA1A7EB}" presName="sibTrans" presStyleCnt="0"/>
      <dgm:spPr/>
    </dgm:pt>
    <dgm:pt modelId="{F9343BD8-3023-45AB-BB87-E76BFB6948F0}" type="pres">
      <dgm:prSet presAssocID="{3E912419-3442-4ACC-AFA2-B9B79F538388}" presName="compNode" presStyleCnt="0"/>
      <dgm:spPr/>
    </dgm:pt>
    <dgm:pt modelId="{1419AABF-ACA8-4783-9009-17B6B76C1C9F}" type="pres">
      <dgm:prSet presAssocID="{3E912419-3442-4ACC-AFA2-B9B79F538388}" presName="bgRect" presStyleLbl="bgShp" presStyleIdx="1" presStyleCnt="3"/>
      <dgm:spPr/>
    </dgm:pt>
    <dgm:pt modelId="{227DA6FC-A3B7-4389-8616-B90D67435BA0}" type="pres">
      <dgm:prSet presAssocID="{3E912419-3442-4ACC-AFA2-B9B79F53838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35854D94-2DC5-4367-AE5E-ABCF1C46330C}" type="pres">
      <dgm:prSet presAssocID="{3E912419-3442-4ACC-AFA2-B9B79F538388}" presName="spaceRect" presStyleCnt="0"/>
      <dgm:spPr/>
    </dgm:pt>
    <dgm:pt modelId="{FBE8C097-1ACE-4188-AB37-DBC02B42B8F9}" type="pres">
      <dgm:prSet presAssocID="{3E912419-3442-4ACC-AFA2-B9B79F538388}" presName="parTx" presStyleLbl="revTx" presStyleIdx="1" presStyleCnt="3">
        <dgm:presLayoutVars>
          <dgm:chMax val="0"/>
          <dgm:chPref val="0"/>
        </dgm:presLayoutVars>
      </dgm:prSet>
      <dgm:spPr/>
    </dgm:pt>
    <dgm:pt modelId="{C01CD79E-B54F-47EA-BD7D-5A8B8DF7C08A}" type="pres">
      <dgm:prSet presAssocID="{1148B67E-A394-42F9-8C5A-20B1BA40EB76}" presName="sibTrans" presStyleCnt="0"/>
      <dgm:spPr/>
    </dgm:pt>
    <dgm:pt modelId="{A4D2A3A5-4D05-4F40-8045-EC116A7B23E7}" type="pres">
      <dgm:prSet presAssocID="{8EADCA41-3A86-44A3-AFC3-1969D4EF155D}" presName="compNode" presStyleCnt="0"/>
      <dgm:spPr/>
    </dgm:pt>
    <dgm:pt modelId="{04385B49-A207-4336-8733-C87447A7E0B7}" type="pres">
      <dgm:prSet presAssocID="{8EADCA41-3A86-44A3-AFC3-1969D4EF155D}" presName="bgRect" presStyleLbl="bgShp" presStyleIdx="2" presStyleCnt="3"/>
      <dgm:spPr/>
    </dgm:pt>
    <dgm:pt modelId="{76C74FB8-FC4E-4F44-BACF-1D73D2395160}" type="pres">
      <dgm:prSet presAssocID="{8EADCA41-3A86-44A3-AFC3-1969D4EF15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761D2C6-0B9F-4098-B624-4B2F9137DCB3}" type="pres">
      <dgm:prSet presAssocID="{8EADCA41-3A86-44A3-AFC3-1969D4EF155D}" presName="spaceRect" presStyleCnt="0"/>
      <dgm:spPr/>
    </dgm:pt>
    <dgm:pt modelId="{7CA3D66F-0FEB-4AEA-A513-3C68B10D380A}" type="pres">
      <dgm:prSet presAssocID="{8EADCA41-3A86-44A3-AFC3-1969D4EF155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E064725-A8DB-4650-BC8E-310C798783FC}" srcId="{0294A57F-92D3-4947-AA95-35BED0EC7333}" destId="{3E912419-3442-4ACC-AFA2-B9B79F538388}" srcOrd="1" destOrd="0" parTransId="{40CC1C99-BF0D-4D78-A30C-7BD4A48E00E4}" sibTransId="{1148B67E-A394-42F9-8C5A-20B1BA40EB76}"/>
    <dgm:cxn modelId="{14C17F5A-23BA-4CA0-9187-F1C0C2D346D0}" srcId="{0294A57F-92D3-4947-AA95-35BED0EC7333}" destId="{A6420002-20CB-4E90-8368-09D464785F8F}" srcOrd="0" destOrd="0" parTransId="{1D3D10DB-9E4F-4163-B001-6DB168274351}" sibTransId="{2AE5760F-3F99-4CB6-A4F5-52A01CA1A7EB}"/>
    <dgm:cxn modelId="{965A1AA8-5889-4B68-8395-181211215254}" type="presOf" srcId="{0294A57F-92D3-4947-AA95-35BED0EC7333}" destId="{2F2EDDEE-5E8D-43EC-A1FD-5672DD511036}" srcOrd="0" destOrd="0" presId="urn:microsoft.com/office/officeart/2018/2/layout/IconVerticalSolidList"/>
    <dgm:cxn modelId="{6753F5BD-E391-409D-8964-27D638CFB6CE}" type="presOf" srcId="{A6420002-20CB-4E90-8368-09D464785F8F}" destId="{5F563EA2-5D82-4FCD-91DF-7758DDA328C2}" srcOrd="0" destOrd="0" presId="urn:microsoft.com/office/officeart/2018/2/layout/IconVerticalSolidList"/>
    <dgm:cxn modelId="{01CFE8CF-B3E2-4FEF-890E-2A2FF1770D47}" type="presOf" srcId="{3E912419-3442-4ACC-AFA2-B9B79F538388}" destId="{FBE8C097-1ACE-4188-AB37-DBC02B42B8F9}" srcOrd="0" destOrd="0" presId="urn:microsoft.com/office/officeart/2018/2/layout/IconVerticalSolidList"/>
    <dgm:cxn modelId="{BEDAAED0-1352-4EFC-B2DE-AB156D3E657B}" srcId="{0294A57F-92D3-4947-AA95-35BED0EC7333}" destId="{8EADCA41-3A86-44A3-AFC3-1969D4EF155D}" srcOrd="2" destOrd="0" parTransId="{4DC609FA-411C-4F05-BDF9-361E5F755AEC}" sibTransId="{52BBBF67-AA79-4661-B2F2-7F34234040F2}"/>
    <dgm:cxn modelId="{2D406EF8-E17B-4BF2-BDAC-E497B3D2ECDB}" type="presOf" srcId="{8EADCA41-3A86-44A3-AFC3-1969D4EF155D}" destId="{7CA3D66F-0FEB-4AEA-A513-3C68B10D380A}" srcOrd="0" destOrd="0" presId="urn:microsoft.com/office/officeart/2018/2/layout/IconVerticalSolidList"/>
    <dgm:cxn modelId="{54AC69CA-ACB2-4AF6-86E9-A6B9FF1E719E}" type="presParOf" srcId="{2F2EDDEE-5E8D-43EC-A1FD-5672DD511036}" destId="{4D2A1245-7AD3-4690-B30F-F6E28615AC6F}" srcOrd="0" destOrd="0" presId="urn:microsoft.com/office/officeart/2018/2/layout/IconVerticalSolidList"/>
    <dgm:cxn modelId="{699A8153-1795-434D-8641-39C114859A6A}" type="presParOf" srcId="{4D2A1245-7AD3-4690-B30F-F6E28615AC6F}" destId="{AFC56DA6-858E-4C13-8E5C-82F678EA7D79}" srcOrd="0" destOrd="0" presId="urn:microsoft.com/office/officeart/2018/2/layout/IconVerticalSolidList"/>
    <dgm:cxn modelId="{9E93E5A3-301D-45F2-9C1D-66C1745D0DF4}" type="presParOf" srcId="{4D2A1245-7AD3-4690-B30F-F6E28615AC6F}" destId="{92BF6119-7804-4A7D-AC53-76AAB70C5729}" srcOrd="1" destOrd="0" presId="urn:microsoft.com/office/officeart/2018/2/layout/IconVerticalSolidList"/>
    <dgm:cxn modelId="{FBC70D44-F12B-496F-9A73-1E7A83547731}" type="presParOf" srcId="{4D2A1245-7AD3-4690-B30F-F6E28615AC6F}" destId="{FE10DFD1-ABCB-4E90-AC70-8FA3114C2823}" srcOrd="2" destOrd="0" presId="urn:microsoft.com/office/officeart/2018/2/layout/IconVerticalSolidList"/>
    <dgm:cxn modelId="{DD954464-9FD2-442C-B997-46AAD0E06E0A}" type="presParOf" srcId="{4D2A1245-7AD3-4690-B30F-F6E28615AC6F}" destId="{5F563EA2-5D82-4FCD-91DF-7758DDA328C2}" srcOrd="3" destOrd="0" presId="urn:microsoft.com/office/officeart/2018/2/layout/IconVerticalSolidList"/>
    <dgm:cxn modelId="{99850F3C-FB67-490C-A2DE-CDD1050EBDCB}" type="presParOf" srcId="{2F2EDDEE-5E8D-43EC-A1FD-5672DD511036}" destId="{F120BA16-800B-491B-AF1C-F2044BA28E31}" srcOrd="1" destOrd="0" presId="urn:microsoft.com/office/officeart/2018/2/layout/IconVerticalSolidList"/>
    <dgm:cxn modelId="{B14A5150-5125-48B3-824D-C81E36145102}" type="presParOf" srcId="{2F2EDDEE-5E8D-43EC-A1FD-5672DD511036}" destId="{F9343BD8-3023-45AB-BB87-E76BFB6948F0}" srcOrd="2" destOrd="0" presId="urn:microsoft.com/office/officeart/2018/2/layout/IconVerticalSolidList"/>
    <dgm:cxn modelId="{9BFE04DB-3A88-4006-B08F-D3489FBC9B7B}" type="presParOf" srcId="{F9343BD8-3023-45AB-BB87-E76BFB6948F0}" destId="{1419AABF-ACA8-4783-9009-17B6B76C1C9F}" srcOrd="0" destOrd="0" presId="urn:microsoft.com/office/officeart/2018/2/layout/IconVerticalSolidList"/>
    <dgm:cxn modelId="{61AEB83B-D86A-44F6-BC55-277C2A363586}" type="presParOf" srcId="{F9343BD8-3023-45AB-BB87-E76BFB6948F0}" destId="{227DA6FC-A3B7-4389-8616-B90D67435BA0}" srcOrd="1" destOrd="0" presId="urn:microsoft.com/office/officeart/2018/2/layout/IconVerticalSolidList"/>
    <dgm:cxn modelId="{33CABC37-CDE3-4420-BAD4-1A010E47455A}" type="presParOf" srcId="{F9343BD8-3023-45AB-BB87-E76BFB6948F0}" destId="{35854D94-2DC5-4367-AE5E-ABCF1C46330C}" srcOrd="2" destOrd="0" presId="urn:microsoft.com/office/officeart/2018/2/layout/IconVerticalSolidList"/>
    <dgm:cxn modelId="{02D8BCE2-237F-497E-A7BE-9057C80E4903}" type="presParOf" srcId="{F9343BD8-3023-45AB-BB87-E76BFB6948F0}" destId="{FBE8C097-1ACE-4188-AB37-DBC02B42B8F9}" srcOrd="3" destOrd="0" presId="urn:microsoft.com/office/officeart/2018/2/layout/IconVerticalSolidList"/>
    <dgm:cxn modelId="{1AF05409-7A5F-4D53-A4E2-7AC3B8888984}" type="presParOf" srcId="{2F2EDDEE-5E8D-43EC-A1FD-5672DD511036}" destId="{C01CD79E-B54F-47EA-BD7D-5A8B8DF7C08A}" srcOrd="3" destOrd="0" presId="urn:microsoft.com/office/officeart/2018/2/layout/IconVerticalSolidList"/>
    <dgm:cxn modelId="{A2E85F5F-DFCE-4E5F-8A8F-8EB20293A539}" type="presParOf" srcId="{2F2EDDEE-5E8D-43EC-A1FD-5672DD511036}" destId="{A4D2A3A5-4D05-4F40-8045-EC116A7B23E7}" srcOrd="4" destOrd="0" presId="urn:microsoft.com/office/officeart/2018/2/layout/IconVerticalSolidList"/>
    <dgm:cxn modelId="{46F8D8B1-8128-413E-B6C8-459FF4AAF1A5}" type="presParOf" srcId="{A4D2A3A5-4D05-4F40-8045-EC116A7B23E7}" destId="{04385B49-A207-4336-8733-C87447A7E0B7}" srcOrd="0" destOrd="0" presId="urn:microsoft.com/office/officeart/2018/2/layout/IconVerticalSolidList"/>
    <dgm:cxn modelId="{1A2E692B-13F9-4233-ABA8-019AE6BB9B78}" type="presParOf" srcId="{A4D2A3A5-4D05-4F40-8045-EC116A7B23E7}" destId="{76C74FB8-FC4E-4F44-BACF-1D73D2395160}" srcOrd="1" destOrd="0" presId="urn:microsoft.com/office/officeart/2018/2/layout/IconVerticalSolidList"/>
    <dgm:cxn modelId="{A49077FD-8BE5-4FAE-80CF-2FC65F5867B7}" type="presParOf" srcId="{A4D2A3A5-4D05-4F40-8045-EC116A7B23E7}" destId="{2761D2C6-0B9F-4098-B624-4B2F9137DCB3}" srcOrd="2" destOrd="0" presId="urn:microsoft.com/office/officeart/2018/2/layout/IconVerticalSolidList"/>
    <dgm:cxn modelId="{37296393-2139-4E81-B241-1357BB9F97C0}" type="presParOf" srcId="{A4D2A3A5-4D05-4F40-8045-EC116A7B23E7}" destId="{7CA3D66F-0FEB-4AEA-A513-3C68B10D38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0B36719-DCE9-4DE0-80BD-C5DEDDE995E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1C9CD5E-8F52-40BA-A769-ACDEDFBF2818}">
      <dgm:prSet/>
      <dgm:spPr/>
      <dgm:t>
        <a:bodyPr/>
        <a:lstStyle/>
        <a:p>
          <a:pPr>
            <a:defRPr cap="all"/>
          </a:pPr>
          <a:r>
            <a:rPr lang="en-US"/>
            <a:t>• Query across data in S3 and external sources.</a:t>
          </a:r>
        </a:p>
      </dgm:t>
    </dgm:pt>
    <dgm:pt modelId="{F7825528-8CF7-4FB9-86A0-5EB77F5CAA50}" type="parTrans" cxnId="{2A91B474-674B-436C-AED5-D4BA7086934C}">
      <dgm:prSet/>
      <dgm:spPr/>
      <dgm:t>
        <a:bodyPr/>
        <a:lstStyle/>
        <a:p>
          <a:endParaRPr lang="en-US"/>
        </a:p>
      </dgm:t>
    </dgm:pt>
    <dgm:pt modelId="{583F402B-292A-4705-8D05-8F2F201B1972}" type="sibTrans" cxnId="{2A91B474-674B-436C-AED5-D4BA7086934C}">
      <dgm:prSet/>
      <dgm:spPr/>
      <dgm:t>
        <a:bodyPr/>
        <a:lstStyle/>
        <a:p>
          <a:endParaRPr lang="en-US"/>
        </a:p>
      </dgm:t>
    </dgm:pt>
    <dgm:pt modelId="{BCDABC10-AC87-42C5-8397-7C7A63630B2C}">
      <dgm:prSet/>
      <dgm:spPr/>
      <dgm:t>
        <a:bodyPr/>
        <a:lstStyle/>
        <a:p>
          <a:pPr>
            <a:defRPr cap="all"/>
          </a:pPr>
          <a:r>
            <a:rPr lang="en-US"/>
            <a:t>• Use connectors for JDBC-compliant systems.</a:t>
          </a:r>
        </a:p>
      </dgm:t>
    </dgm:pt>
    <dgm:pt modelId="{E403DCD5-FA84-4896-A944-55E254B0FC1C}" type="parTrans" cxnId="{B2B0167C-D7E2-480C-A66F-824BCB15B525}">
      <dgm:prSet/>
      <dgm:spPr/>
      <dgm:t>
        <a:bodyPr/>
        <a:lstStyle/>
        <a:p>
          <a:endParaRPr lang="en-US"/>
        </a:p>
      </dgm:t>
    </dgm:pt>
    <dgm:pt modelId="{8D681F26-0782-4F26-8A6B-E89ACB42B25F}" type="sibTrans" cxnId="{B2B0167C-D7E2-480C-A66F-824BCB15B525}">
      <dgm:prSet/>
      <dgm:spPr/>
      <dgm:t>
        <a:bodyPr/>
        <a:lstStyle/>
        <a:p>
          <a:endParaRPr lang="en-US"/>
        </a:p>
      </dgm:t>
    </dgm:pt>
    <dgm:pt modelId="{96BDF56A-DD87-4DD4-90B3-B8C72C82F182}">
      <dgm:prSet/>
      <dgm:spPr/>
      <dgm:t>
        <a:bodyPr/>
        <a:lstStyle/>
        <a:p>
          <a:pPr>
            <a:defRPr cap="all"/>
          </a:pPr>
          <a:r>
            <a:rPr lang="en-US"/>
            <a:t>• Enables unified analytics across multiple sources.</a:t>
          </a:r>
        </a:p>
      </dgm:t>
    </dgm:pt>
    <dgm:pt modelId="{A578FACA-03DE-4C07-BA0A-28CE3E530177}" type="parTrans" cxnId="{656E4889-594E-40D9-BDF7-E5A42D13CB8E}">
      <dgm:prSet/>
      <dgm:spPr/>
      <dgm:t>
        <a:bodyPr/>
        <a:lstStyle/>
        <a:p>
          <a:endParaRPr lang="en-US"/>
        </a:p>
      </dgm:t>
    </dgm:pt>
    <dgm:pt modelId="{0DD815AE-F2DB-4CB9-8F8B-C873A19DE398}" type="sibTrans" cxnId="{656E4889-594E-40D9-BDF7-E5A42D13CB8E}">
      <dgm:prSet/>
      <dgm:spPr/>
      <dgm:t>
        <a:bodyPr/>
        <a:lstStyle/>
        <a:p>
          <a:endParaRPr lang="en-US"/>
        </a:p>
      </dgm:t>
    </dgm:pt>
    <dgm:pt modelId="{7A91ABA3-B5A5-4FB5-AB14-1CE529EE48CB}" type="pres">
      <dgm:prSet presAssocID="{A0B36719-DCE9-4DE0-80BD-C5DEDDE995E3}" presName="root" presStyleCnt="0">
        <dgm:presLayoutVars>
          <dgm:dir/>
          <dgm:resizeHandles val="exact"/>
        </dgm:presLayoutVars>
      </dgm:prSet>
      <dgm:spPr/>
    </dgm:pt>
    <dgm:pt modelId="{EC79F0A2-ED15-43A3-B892-4FBEB68F59E0}" type="pres">
      <dgm:prSet presAssocID="{E1C9CD5E-8F52-40BA-A769-ACDEDFBF2818}" presName="compNode" presStyleCnt="0"/>
      <dgm:spPr/>
    </dgm:pt>
    <dgm:pt modelId="{938AA2F1-3090-4B4C-8B28-3D921FA6AE69}" type="pres">
      <dgm:prSet presAssocID="{E1C9CD5E-8F52-40BA-A769-ACDEDFBF2818}" presName="iconBgRect" presStyleLbl="bgShp" presStyleIdx="0" presStyleCnt="3"/>
      <dgm:spPr/>
    </dgm:pt>
    <dgm:pt modelId="{7A675C57-9F44-4D72-A02E-61D5983753F5}" type="pres">
      <dgm:prSet presAssocID="{E1C9CD5E-8F52-40BA-A769-ACDEDFBF281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1EACC9BB-A88D-47EC-A671-6A813722DC99}" type="pres">
      <dgm:prSet presAssocID="{E1C9CD5E-8F52-40BA-A769-ACDEDFBF2818}" presName="spaceRect" presStyleCnt="0"/>
      <dgm:spPr/>
    </dgm:pt>
    <dgm:pt modelId="{38F9FC54-9FED-4217-B49E-F5A223A0B21B}" type="pres">
      <dgm:prSet presAssocID="{E1C9CD5E-8F52-40BA-A769-ACDEDFBF2818}" presName="textRect" presStyleLbl="revTx" presStyleIdx="0" presStyleCnt="3">
        <dgm:presLayoutVars>
          <dgm:chMax val="1"/>
          <dgm:chPref val="1"/>
        </dgm:presLayoutVars>
      </dgm:prSet>
      <dgm:spPr/>
    </dgm:pt>
    <dgm:pt modelId="{DEC3D4E7-8431-4FB6-885B-7B62EE547EB4}" type="pres">
      <dgm:prSet presAssocID="{583F402B-292A-4705-8D05-8F2F201B1972}" presName="sibTrans" presStyleCnt="0"/>
      <dgm:spPr/>
    </dgm:pt>
    <dgm:pt modelId="{3A7D5C2F-C545-4DC6-96CF-4F3D091EBBB5}" type="pres">
      <dgm:prSet presAssocID="{BCDABC10-AC87-42C5-8397-7C7A63630B2C}" presName="compNode" presStyleCnt="0"/>
      <dgm:spPr/>
    </dgm:pt>
    <dgm:pt modelId="{56556C44-F3E7-4256-BD23-4ED6F91F9A18}" type="pres">
      <dgm:prSet presAssocID="{BCDABC10-AC87-42C5-8397-7C7A63630B2C}" presName="iconBgRect" presStyleLbl="bgShp" presStyleIdx="1" presStyleCnt="3"/>
      <dgm:spPr/>
    </dgm:pt>
    <dgm:pt modelId="{B5D29DB3-997E-44A9-B163-7D021C633B7E}" type="pres">
      <dgm:prSet presAssocID="{BCDABC10-AC87-42C5-8397-7C7A63630B2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4C85B9F-9D48-4CB3-BE3C-8CE34ED39CE7}" type="pres">
      <dgm:prSet presAssocID="{BCDABC10-AC87-42C5-8397-7C7A63630B2C}" presName="spaceRect" presStyleCnt="0"/>
      <dgm:spPr/>
    </dgm:pt>
    <dgm:pt modelId="{2BF4AB65-328A-4935-91B9-BEF38A7926FC}" type="pres">
      <dgm:prSet presAssocID="{BCDABC10-AC87-42C5-8397-7C7A63630B2C}" presName="textRect" presStyleLbl="revTx" presStyleIdx="1" presStyleCnt="3">
        <dgm:presLayoutVars>
          <dgm:chMax val="1"/>
          <dgm:chPref val="1"/>
        </dgm:presLayoutVars>
      </dgm:prSet>
      <dgm:spPr/>
    </dgm:pt>
    <dgm:pt modelId="{FBFF9824-2739-461B-B80D-527189FA29A6}" type="pres">
      <dgm:prSet presAssocID="{8D681F26-0782-4F26-8A6B-E89ACB42B25F}" presName="sibTrans" presStyleCnt="0"/>
      <dgm:spPr/>
    </dgm:pt>
    <dgm:pt modelId="{1247B7D9-99D5-48D3-9CE5-AC9EA3C27391}" type="pres">
      <dgm:prSet presAssocID="{96BDF56A-DD87-4DD4-90B3-B8C72C82F182}" presName="compNode" presStyleCnt="0"/>
      <dgm:spPr/>
    </dgm:pt>
    <dgm:pt modelId="{18798AE1-BED9-4ABA-8016-1EAFC730BF3B}" type="pres">
      <dgm:prSet presAssocID="{96BDF56A-DD87-4DD4-90B3-B8C72C82F182}" presName="iconBgRect" presStyleLbl="bgShp" presStyleIdx="2" presStyleCnt="3"/>
      <dgm:spPr/>
    </dgm:pt>
    <dgm:pt modelId="{48944553-A4F6-48B6-85D8-E99BE6635E8B}" type="pres">
      <dgm:prSet presAssocID="{96BDF56A-DD87-4DD4-90B3-B8C72C82F18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CC930A1-A7E7-4290-9B61-405AADDBEF86}" type="pres">
      <dgm:prSet presAssocID="{96BDF56A-DD87-4DD4-90B3-B8C72C82F182}" presName="spaceRect" presStyleCnt="0"/>
      <dgm:spPr/>
    </dgm:pt>
    <dgm:pt modelId="{DFFDC8FC-719D-4E62-8663-CC1B99C9620C}" type="pres">
      <dgm:prSet presAssocID="{96BDF56A-DD87-4DD4-90B3-B8C72C82F18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A323718-70A6-47FD-B9E7-CC8EDF5EC8BA}" type="presOf" srcId="{A0B36719-DCE9-4DE0-80BD-C5DEDDE995E3}" destId="{7A91ABA3-B5A5-4FB5-AB14-1CE529EE48CB}" srcOrd="0" destOrd="0" presId="urn:microsoft.com/office/officeart/2018/5/layout/IconCircleLabelList"/>
    <dgm:cxn modelId="{C631256A-4E9C-4816-87CA-6EDD7AC27B3E}" type="presOf" srcId="{E1C9CD5E-8F52-40BA-A769-ACDEDFBF2818}" destId="{38F9FC54-9FED-4217-B49E-F5A223A0B21B}" srcOrd="0" destOrd="0" presId="urn:microsoft.com/office/officeart/2018/5/layout/IconCircleLabelList"/>
    <dgm:cxn modelId="{2A91B474-674B-436C-AED5-D4BA7086934C}" srcId="{A0B36719-DCE9-4DE0-80BD-C5DEDDE995E3}" destId="{E1C9CD5E-8F52-40BA-A769-ACDEDFBF2818}" srcOrd="0" destOrd="0" parTransId="{F7825528-8CF7-4FB9-86A0-5EB77F5CAA50}" sibTransId="{583F402B-292A-4705-8D05-8F2F201B1972}"/>
    <dgm:cxn modelId="{B2B0167C-D7E2-480C-A66F-824BCB15B525}" srcId="{A0B36719-DCE9-4DE0-80BD-C5DEDDE995E3}" destId="{BCDABC10-AC87-42C5-8397-7C7A63630B2C}" srcOrd="1" destOrd="0" parTransId="{E403DCD5-FA84-4896-A944-55E254B0FC1C}" sibTransId="{8D681F26-0782-4F26-8A6B-E89ACB42B25F}"/>
    <dgm:cxn modelId="{656E4889-594E-40D9-BDF7-E5A42D13CB8E}" srcId="{A0B36719-DCE9-4DE0-80BD-C5DEDDE995E3}" destId="{96BDF56A-DD87-4DD4-90B3-B8C72C82F182}" srcOrd="2" destOrd="0" parTransId="{A578FACA-03DE-4C07-BA0A-28CE3E530177}" sibTransId="{0DD815AE-F2DB-4CB9-8F8B-C873A19DE398}"/>
    <dgm:cxn modelId="{A68C068C-A21B-4DAD-BAC3-25ABC48A9022}" type="presOf" srcId="{96BDF56A-DD87-4DD4-90B3-B8C72C82F182}" destId="{DFFDC8FC-719D-4E62-8663-CC1B99C9620C}" srcOrd="0" destOrd="0" presId="urn:microsoft.com/office/officeart/2018/5/layout/IconCircleLabelList"/>
    <dgm:cxn modelId="{6DEC1CC9-E76A-42BB-9D15-8B72F96AE121}" type="presOf" srcId="{BCDABC10-AC87-42C5-8397-7C7A63630B2C}" destId="{2BF4AB65-328A-4935-91B9-BEF38A7926FC}" srcOrd="0" destOrd="0" presId="urn:microsoft.com/office/officeart/2018/5/layout/IconCircleLabelList"/>
    <dgm:cxn modelId="{9E01A4FD-0201-4BE3-8CC0-A42F12AAA3D6}" type="presParOf" srcId="{7A91ABA3-B5A5-4FB5-AB14-1CE529EE48CB}" destId="{EC79F0A2-ED15-43A3-B892-4FBEB68F59E0}" srcOrd="0" destOrd="0" presId="urn:microsoft.com/office/officeart/2018/5/layout/IconCircleLabelList"/>
    <dgm:cxn modelId="{D79E8C54-31EB-4217-A7AB-2C1AB9CBBD91}" type="presParOf" srcId="{EC79F0A2-ED15-43A3-B892-4FBEB68F59E0}" destId="{938AA2F1-3090-4B4C-8B28-3D921FA6AE69}" srcOrd="0" destOrd="0" presId="urn:microsoft.com/office/officeart/2018/5/layout/IconCircleLabelList"/>
    <dgm:cxn modelId="{67710841-13E1-4BA6-B2B7-769039863FDC}" type="presParOf" srcId="{EC79F0A2-ED15-43A3-B892-4FBEB68F59E0}" destId="{7A675C57-9F44-4D72-A02E-61D5983753F5}" srcOrd="1" destOrd="0" presId="urn:microsoft.com/office/officeart/2018/5/layout/IconCircleLabelList"/>
    <dgm:cxn modelId="{D2DC644F-11AE-4F51-9B89-1D9D48F5F48A}" type="presParOf" srcId="{EC79F0A2-ED15-43A3-B892-4FBEB68F59E0}" destId="{1EACC9BB-A88D-47EC-A671-6A813722DC99}" srcOrd="2" destOrd="0" presId="urn:microsoft.com/office/officeart/2018/5/layout/IconCircleLabelList"/>
    <dgm:cxn modelId="{4F54786A-8D2B-4A5B-969C-7D9B719E2115}" type="presParOf" srcId="{EC79F0A2-ED15-43A3-B892-4FBEB68F59E0}" destId="{38F9FC54-9FED-4217-B49E-F5A223A0B21B}" srcOrd="3" destOrd="0" presId="urn:microsoft.com/office/officeart/2018/5/layout/IconCircleLabelList"/>
    <dgm:cxn modelId="{643A4169-E6BD-4675-8EC9-9816B2B75493}" type="presParOf" srcId="{7A91ABA3-B5A5-4FB5-AB14-1CE529EE48CB}" destId="{DEC3D4E7-8431-4FB6-885B-7B62EE547EB4}" srcOrd="1" destOrd="0" presId="urn:microsoft.com/office/officeart/2018/5/layout/IconCircleLabelList"/>
    <dgm:cxn modelId="{5E83F04B-178A-4A1D-8819-69459C20A13A}" type="presParOf" srcId="{7A91ABA3-B5A5-4FB5-AB14-1CE529EE48CB}" destId="{3A7D5C2F-C545-4DC6-96CF-4F3D091EBBB5}" srcOrd="2" destOrd="0" presId="urn:microsoft.com/office/officeart/2018/5/layout/IconCircleLabelList"/>
    <dgm:cxn modelId="{606D9DD9-7301-4EE2-9892-D9D3E138C54A}" type="presParOf" srcId="{3A7D5C2F-C545-4DC6-96CF-4F3D091EBBB5}" destId="{56556C44-F3E7-4256-BD23-4ED6F91F9A18}" srcOrd="0" destOrd="0" presId="urn:microsoft.com/office/officeart/2018/5/layout/IconCircleLabelList"/>
    <dgm:cxn modelId="{7D63BCF8-9BFE-456F-B77E-CE318B1E27C9}" type="presParOf" srcId="{3A7D5C2F-C545-4DC6-96CF-4F3D091EBBB5}" destId="{B5D29DB3-997E-44A9-B163-7D021C633B7E}" srcOrd="1" destOrd="0" presId="urn:microsoft.com/office/officeart/2018/5/layout/IconCircleLabelList"/>
    <dgm:cxn modelId="{AC07D725-D976-446C-A7C7-F75118D5353E}" type="presParOf" srcId="{3A7D5C2F-C545-4DC6-96CF-4F3D091EBBB5}" destId="{94C85B9F-9D48-4CB3-BE3C-8CE34ED39CE7}" srcOrd="2" destOrd="0" presId="urn:microsoft.com/office/officeart/2018/5/layout/IconCircleLabelList"/>
    <dgm:cxn modelId="{91EAA040-C8A4-44BC-A4EA-5ECB2E3B6427}" type="presParOf" srcId="{3A7D5C2F-C545-4DC6-96CF-4F3D091EBBB5}" destId="{2BF4AB65-328A-4935-91B9-BEF38A7926FC}" srcOrd="3" destOrd="0" presId="urn:microsoft.com/office/officeart/2018/5/layout/IconCircleLabelList"/>
    <dgm:cxn modelId="{96BC6A93-491B-4EE2-95FF-F2B9E6169427}" type="presParOf" srcId="{7A91ABA3-B5A5-4FB5-AB14-1CE529EE48CB}" destId="{FBFF9824-2739-461B-B80D-527189FA29A6}" srcOrd="3" destOrd="0" presId="urn:microsoft.com/office/officeart/2018/5/layout/IconCircleLabelList"/>
    <dgm:cxn modelId="{79EF4405-C180-4524-9259-198D7B4EEDC8}" type="presParOf" srcId="{7A91ABA3-B5A5-4FB5-AB14-1CE529EE48CB}" destId="{1247B7D9-99D5-48D3-9CE5-AC9EA3C27391}" srcOrd="4" destOrd="0" presId="urn:microsoft.com/office/officeart/2018/5/layout/IconCircleLabelList"/>
    <dgm:cxn modelId="{7B801D2A-A794-4026-AC20-642D3A9DF250}" type="presParOf" srcId="{1247B7D9-99D5-48D3-9CE5-AC9EA3C27391}" destId="{18798AE1-BED9-4ABA-8016-1EAFC730BF3B}" srcOrd="0" destOrd="0" presId="urn:microsoft.com/office/officeart/2018/5/layout/IconCircleLabelList"/>
    <dgm:cxn modelId="{C5AD62FF-F123-44FE-AC2E-11DA842C2C16}" type="presParOf" srcId="{1247B7D9-99D5-48D3-9CE5-AC9EA3C27391}" destId="{48944553-A4F6-48B6-85D8-E99BE6635E8B}" srcOrd="1" destOrd="0" presId="urn:microsoft.com/office/officeart/2018/5/layout/IconCircleLabelList"/>
    <dgm:cxn modelId="{D1FA5F92-9D22-4B16-98D5-C6F889CE8B9C}" type="presParOf" srcId="{1247B7D9-99D5-48D3-9CE5-AC9EA3C27391}" destId="{5CC930A1-A7E7-4290-9B61-405AADDBEF86}" srcOrd="2" destOrd="0" presId="urn:microsoft.com/office/officeart/2018/5/layout/IconCircleLabelList"/>
    <dgm:cxn modelId="{0F9B0B13-1CEB-47D5-9C4F-373F628B2644}" type="presParOf" srcId="{1247B7D9-99D5-48D3-9CE5-AC9EA3C27391}" destId="{DFFDC8FC-719D-4E62-8663-CC1B99C9620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A9D2FE4-4AAC-4D25-9C4B-675001362F3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DE993DA-BD4C-40B5-AF12-D4D4E00303DA}">
      <dgm:prSet/>
      <dgm:spPr/>
      <dgm:t>
        <a:bodyPr/>
        <a:lstStyle/>
        <a:p>
          <a:r>
            <a:rPr lang="en-US"/>
            <a:t>• Large, repetitive workloads: prefer Redshift.</a:t>
          </a:r>
        </a:p>
      </dgm:t>
    </dgm:pt>
    <dgm:pt modelId="{84BB6B39-995E-4EDB-8C29-85F4466FBE59}" type="parTrans" cxnId="{AAC01659-DEE9-4A01-AC85-EB8566D69161}">
      <dgm:prSet/>
      <dgm:spPr/>
      <dgm:t>
        <a:bodyPr/>
        <a:lstStyle/>
        <a:p>
          <a:endParaRPr lang="en-US"/>
        </a:p>
      </dgm:t>
    </dgm:pt>
    <dgm:pt modelId="{28E20D8E-818F-4126-A8C9-38B79F669EBD}" type="sibTrans" cxnId="{AAC01659-DEE9-4A01-AC85-EB8566D69161}">
      <dgm:prSet/>
      <dgm:spPr/>
      <dgm:t>
        <a:bodyPr/>
        <a:lstStyle/>
        <a:p>
          <a:endParaRPr lang="en-US"/>
        </a:p>
      </dgm:t>
    </dgm:pt>
    <dgm:pt modelId="{C4D9066A-66D5-4344-9C47-AEF9123B2298}">
      <dgm:prSet/>
      <dgm:spPr/>
      <dgm:t>
        <a:bodyPr/>
        <a:lstStyle/>
        <a:p>
          <a:r>
            <a:rPr lang="en-US"/>
            <a:t>• ML or big data processing: use EMR.</a:t>
          </a:r>
        </a:p>
      </dgm:t>
    </dgm:pt>
    <dgm:pt modelId="{73337464-6D35-4657-8B21-B9AE9FDEE1A3}" type="parTrans" cxnId="{0C934074-FF1E-410C-B082-83D273629889}">
      <dgm:prSet/>
      <dgm:spPr/>
      <dgm:t>
        <a:bodyPr/>
        <a:lstStyle/>
        <a:p>
          <a:endParaRPr lang="en-US"/>
        </a:p>
      </dgm:t>
    </dgm:pt>
    <dgm:pt modelId="{727E97B7-11AF-4D43-A42F-69A77A1FF3A8}" type="sibTrans" cxnId="{0C934074-FF1E-410C-B082-83D273629889}">
      <dgm:prSet/>
      <dgm:spPr/>
      <dgm:t>
        <a:bodyPr/>
        <a:lstStyle/>
        <a:p>
          <a:endParaRPr lang="en-US"/>
        </a:p>
      </dgm:t>
    </dgm:pt>
    <dgm:pt modelId="{ED7802D4-5C2F-4316-B788-F781310C20A5}">
      <dgm:prSet/>
      <dgm:spPr/>
      <dgm:t>
        <a:bodyPr/>
        <a:lstStyle/>
        <a:p>
          <a:r>
            <a:rPr lang="en-US"/>
            <a:t>• Optimize queries to control cost on large scans.</a:t>
          </a:r>
        </a:p>
      </dgm:t>
    </dgm:pt>
    <dgm:pt modelId="{8E38FB1C-2B04-421A-8F04-C268B1E31007}" type="parTrans" cxnId="{D0220049-BBFA-42CC-BCA6-41F8DECA08C8}">
      <dgm:prSet/>
      <dgm:spPr/>
      <dgm:t>
        <a:bodyPr/>
        <a:lstStyle/>
        <a:p>
          <a:endParaRPr lang="en-US"/>
        </a:p>
      </dgm:t>
    </dgm:pt>
    <dgm:pt modelId="{975FFBFD-46FD-4714-9130-A1352D625E2C}" type="sibTrans" cxnId="{D0220049-BBFA-42CC-BCA6-41F8DECA08C8}">
      <dgm:prSet/>
      <dgm:spPr/>
      <dgm:t>
        <a:bodyPr/>
        <a:lstStyle/>
        <a:p>
          <a:endParaRPr lang="en-US"/>
        </a:p>
      </dgm:t>
    </dgm:pt>
    <dgm:pt modelId="{8AA12940-D697-4ADA-ABBB-3C089A83AE41}" type="pres">
      <dgm:prSet presAssocID="{7A9D2FE4-4AAC-4D25-9C4B-675001362F36}" presName="root" presStyleCnt="0">
        <dgm:presLayoutVars>
          <dgm:dir/>
          <dgm:resizeHandles val="exact"/>
        </dgm:presLayoutVars>
      </dgm:prSet>
      <dgm:spPr/>
    </dgm:pt>
    <dgm:pt modelId="{5308F6D2-60F6-41AD-8349-169E87306A89}" type="pres">
      <dgm:prSet presAssocID="{3DE993DA-BD4C-40B5-AF12-D4D4E00303DA}" presName="compNode" presStyleCnt="0"/>
      <dgm:spPr/>
    </dgm:pt>
    <dgm:pt modelId="{8CA5B720-8C1B-4EC5-85E8-F4A5E1029757}" type="pres">
      <dgm:prSet presAssocID="{3DE993DA-BD4C-40B5-AF12-D4D4E00303DA}" presName="bgRect" presStyleLbl="bgShp" presStyleIdx="0" presStyleCnt="3"/>
      <dgm:spPr/>
    </dgm:pt>
    <dgm:pt modelId="{4040E9FC-9008-4A49-B9E3-30B9C58DF48A}" type="pres">
      <dgm:prSet presAssocID="{3DE993DA-BD4C-40B5-AF12-D4D4E00303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9B89014E-5924-401F-947B-FEFD67D9859A}" type="pres">
      <dgm:prSet presAssocID="{3DE993DA-BD4C-40B5-AF12-D4D4E00303DA}" presName="spaceRect" presStyleCnt="0"/>
      <dgm:spPr/>
    </dgm:pt>
    <dgm:pt modelId="{4F4F6561-C9AB-4D09-8C78-29DA36451DD5}" type="pres">
      <dgm:prSet presAssocID="{3DE993DA-BD4C-40B5-AF12-D4D4E00303DA}" presName="parTx" presStyleLbl="revTx" presStyleIdx="0" presStyleCnt="3">
        <dgm:presLayoutVars>
          <dgm:chMax val="0"/>
          <dgm:chPref val="0"/>
        </dgm:presLayoutVars>
      </dgm:prSet>
      <dgm:spPr/>
    </dgm:pt>
    <dgm:pt modelId="{35BC5424-E3F2-4D57-8872-8B6772DC658E}" type="pres">
      <dgm:prSet presAssocID="{28E20D8E-818F-4126-A8C9-38B79F669EBD}" presName="sibTrans" presStyleCnt="0"/>
      <dgm:spPr/>
    </dgm:pt>
    <dgm:pt modelId="{8B43D249-BB54-4771-9CB8-EFC96EDFF4A7}" type="pres">
      <dgm:prSet presAssocID="{C4D9066A-66D5-4344-9C47-AEF9123B2298}" presName="compNode" presStyleCnt="0"/>
      <dgm:spPr/>
    </dgm:pt>
    <dgm:pt modelId="{B49FAF00-D97E-4E77-95D5-2C7E840576F2}" type="pres">
      <dgm:prSet presAssocID="{C4D9066A-66D5-4344-9C47-AEF9123B2298}" presName="bgRect" presStyleLbl="bgShp" presStyleIdx="1" presStyleCnt="3"/>
      <dgm:spPr/>
    </dgm:pt>
    <dgm:pt modelId="{1049B904-47D6-4E1D-B5A8-A655D3C64505}" type="pres">
      <dgm:prSet presAssocID="{C4D9066A-66D5-4344-9C47-AEF9123B22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DF6E415-564C-42D0-8FED-C4743B80F081}" type="pres">
      <dgm:prSet presAssocID="{C4D9066A-66D5-4344-9C47-AEF9123B2298}" presName="spaceRect" presStyleCnt="0"/>
      <dgm:spPr/>
    </dgm:pt>
    <dgm:pt modelId="{4B2D1898-4272-4D7E-9595-AEEC59B089A4}" type="pres">
      <dgm:prSet presAssocID="{C4D9066A-66D5-4344-9C47-AEF9123B2298}" presName="parTx" presStyleLbl="revTx" presStyleIdx="1" presStyleCnt="3">
        <dgm:presLayoutVars>
          <dgm:chMax val="0"/>
          <dgm:chPref val="0"/>
        </dgm:presLayoutVars>
      </dgm:prSet>
      <dgm:spPr/>
    </dgm:pt>
    <dgm:pt modelId="{1991EFE0-7F82-4C19-BEC2-A1D34B1E5A3E}" type="pres">
      <dgm:prSet presAssocID="{727E97B7-11AF-4D43-A42F-69A77A1FF3A8}" presName="sibTrans" presStyleCnt="0"/>
      <dgm:spPr/>
    </dgm:pt>
    <dgm:pt modelId="{B5D1A54B-B6EF-4A97-ABBC-E5F90124D056}" type="pres">
      <dgm:prSet presAssocID="{ED7802D4-5C2F-4316-B788-F781310C20A5}" presName="compNode" presStyleCnt="0"/>
      <dgm:spPr/>
    </dgm:pt>
    <dgm:pt modelId="{D9B2B597-6A53-4E98-81E0-7A426589D26C}" type="pres">
      <dgm:prSet presAssocID="{ED7802D4-5C2F-4316-B788-F781310C20A5}" presName="bgRect" presStyleLbl="bgShp" presStyleIdx="2" presStyleCnt="3"/>
      <dgm:spPr/>
    </dgm:pt>
    <dgm:pt modelId="{BA6F8AD4-C198-4FB7-B0BA-2BD5127080A0}" type="pres">
      <dgm:prSet presAssocID="{ED7802D4-5C2F-4316-B788-F781310C20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B208432B-35A7-4784-B66E-F30A65060B10}" type="pres">
      <dgm:prSet presAssocID="{ED7802D4-5C2F-4316-B788-F781310C20A5}" presName="spaceRect" presStyleCnt="0"/>
      <dgm:spPr/>
    </dgm:pt>
    <dgm:pt modelId="{43F09B2F-3552-427A-8882-FCACEFA872B6}" type="pres">
      <dgm:prSet presAssocID="{ED7802D4-5C2F-4316-B788-F781310C20A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0220049-BBFA-42CC-BCA6-41F8DECA08C8}" srcId="{7A9D2FE4-4AAC-4D25-9C4B-675001362F36}" destId="{ED7802D4-5C2F-4316-B788-F781310C20A5}" srcOrd="2" destOrd="0" parTransId="{8E38FB1C-2B04-421A-8F04-C268B1E31007}" sibTransId="{975FFBFD-46FD-4714-9130-A1352D625E2C}"/>
    <dgm:cxn modelId="{0C934074-FF1E-410C-B082-83D273629889}" srcId="{7A9D2FE4-4AAC-4D25-9C4B-675001362F36}" destId="{C4D9066A-66D5-4344-9C47-AEF9123B2298}" srcOrd="1" destOrd="0" parTransId="{73337464-6D35-4657-8B21-B9AE9FDEE1A3}" sibTransId="{727E97B7-11AF-4D43-A42F-69A77A1FF3A8}"/>
    <dgm:cxn modelId="{AAC01659-DEE9-4A01-AC85-EB8566D69161}" srcId="{7A9D2FE4-4AAC-4D25-9C4B-675001362F36}" destId="{3DE993DA-BD4C-40B5-AF12-D4D4E00303DA}" srcOrd="0" destOrd="0" parTransId="{84BB6B39-995E-4EDB-8C29-85F4466FBE59}" sibTransId="{28E20D8E-818F-4126-A8C9-38B79F669EBD}"/>
    <dgm:cxn modelId="{BF8B0AA8-49C9-4851-A4E4-FF5F91FEF37F}" type="presOf" srcId="{ED7802D4-5C2F-4316-B788-F781310C20A5}" destId="{43F09B2F-3552-427A-8882-FCACEFA872B6}" srcOrd="0" destOrd="0" presId="urn:microsoft.com/office/officeart/2018/2/layout/IconVerticalSolidList"/>
    <dgm:cxn modelId="{212F66B7-C896-4171-B5A8-4E8163C8F565}" type="presOf" srcId="{C4D9066A-66D5-4344-9C47-AEF9123B2298}" destId="{4B2D1898-4272-4D7E-9595-AEEC59B089A4}" srcOrd="0" destOrd="0" presId="urn:microsoft.com/office/officeart/2018/2/layout/IconVerticalSolidList"/>
    <dgm:cxn modelId="{372E58C8-DF16-48B7-BA84-89B3BDC31E74}" type="presOf" srcId="{3DE993DA-BD4C-40B5-AF12-D4D4E00303DA}" destId="{4F4F6561-C9AB-4D09-8C78-29DA36451DD5}" srcOrd="0" destOrd="0" presId="urn:microsoft.com/office/officeart/2018/2/layout/IconVerticalSolidList"/>
    <dgm:cxn modelId="{048841DE-98F5-4F1F-819A-E0D0064BD8DC}" type="presOf" srcId="{7A9D2FE4-4AAC-4D25-9C4B-675001362F36}" destId="{8AA12940-D697-4ADA-ABBB-3C089A83AE41}" srcOrd="0" destOrd="0" presId="urn:microsoft.com/office/officeart/2018/2/layout/IconVerticalSolidList"/>
    <dgm:cxn modelId="{3F6F1C61-AA49-48FC-9F44-F548C6F70C26}" type="presParOf" srcId="{8AA12940-D697-4ADA-ABBB-3C089A83AE41}" destId="{5308F6D2-60F6-41AD-8349-169E87306A89}" srcOrd="0" destOrd="0" presId="urn:microsoft.com/office/officeart/2018/2/layout/IconVerticalSolidList"/>
    <dgm:cxn modelId="{8DFE2B8E-2620-4A0F-A5DF-922CE1B3FE71}" type="presParOf" srcId="{5308F6D2-60F6-41AD-8349-169E87306A89}" destId="{8CA5B720-8C1B-4EC5-85E8-F4A5E1029757}" srcOrd="0" destOrd="0" presId="urn:microsoft.com/office/officeart/2018/2/layout/IconVerticalSolidList"/>
    <dgm:cxn modelId="{5F289F23-F4E9-4CB1-A6E5-DDE77E12D5B4}" type="presParOf" srcId="{5308F6D2-60F6-41AD-8349-169E87306A89}" destId="{4040E9FC-9008-4A49-B9E3-30B9C58DF48A}" srcOrd="1" destOrd="0" presId="urn:microsoft.com/office/officeart/2018/2/layout/IconVerticalSolidList"/>
    <dgm:cxn modelId="{48ACCC0A-0B4A-492E-8B2C-97EABAAA03D4}" type="presParOf" srcId="{5308F6D2-60F6-41AD-8349-169E87306A89}" destId="{9B89014E-5924-401F-947B-FEFD67D9859A}" srcOrd="2" destOrd="0" presId="urn:microsoft.com/office/officeart/2018/2/layout/IconVerticalSolidList"/>
    <dgm:cxn modelId="{A49AF83B-4C73-47A1-8C16-223C37ACC2FC}" type="presParOf" srcId="{5308F6D2-60F6-41AD-8349-169E87306A89}" destId="{4F4F6561-C9AB-4D09-8C78-29DA36451DD5}" srcOrd="3" destOrd="0" presId="urn:microsoft.com/office/officeart/2018/2/layout/IconVerticalSolidList"/>
    <dgm:cxn modelId="{34AF6379-1244-4191-A70A-D13F855FA91B}" type="presParOf" srcId="{8AA12940-D697-4ADA-ABBB-3C089A83AE41}" destId="{35BC5424-E3F2-4D57-8872-8B6772DC658E}" srcOrd="1" destOrd="0" presId="urn:microsoft.com/office/officeart/2018/2/layout/IconVerticalSolidList"/>
    <dgm:cxn modelId="{59B93358-A035-46B0-9876-6140BC1E268D}" type="presParOf" srcId="{8AA12940-D697-4ADA-ABBB-3C089A83AE41}" destId="{8B43D249-BB54-4771-9CB8-EFC96EDFF4A7}" srcOrd="2" destOrd="0" presId="urn:microsoft.com/office/officeart/2018/2/layout/IconVerticalSolidList"/>
    <dgm:cxn modelId="{BED18DEF-9745-4BC8-8849-65DAF3686353}" type="presParOf" srcId="{8B43D249-BB54-4771-9CB8-EFC96EDFF4A7}" destId="{B49FAF00-D97E-4E77-95D5-2C7E840576F2}" srcOrd="0" destOrd="0" presId="urn:microsoft.com/office/officeart/2018/2/layout/IconVerticalSolidList"/>
    <dgm:cxn modelId="{92F6029E-1CD7-4FFB-B526-FB8FD3916DBF}" type="presParOf" srcId="{8B43D249-BB54-4771-9CB8-EFC96EDFF4A7}" destId="{1049B904-47D6-4E1D-B5A8-A655D3C64505}" srcOrd="1" destOrd="0" presId="urn:microsoft.com/office/officeart/2018/2/layout/IconVerticalSolidList"/>
    <dgm:cxn modelId="{AEB45E7B-9AE2-42B9-ABE1-BDD4E5BCDEEE}" type="presParOf" srcId="{8B43D249-BB54-4771-9CB8-EFC96EDFF4A7}" destId="{EDF6E415-564C-42D0-8FED-C4743B80F081}" srcOrd="2" destOrd="0" presId="urn:microsoft.com/office/officeart/2018/2/layout/IconVerticalSolidList"/>
    <dgm:cxn modelId="{2A0AF0B7-E7F4-4B02-BD53-7842ED57FF4D}" type="presParOf" srcId="{8B43D249-BB54-4771-9CB8-EFC96EDFF4A7}" destId="{4B2D1898-4272-4D7E-9595-AEEC59B089A4}" srcOrd="3" destOrd="0" presId="urn:microsoft.com/office/officeart/2018/2/layout/IconVerticalSolidList"/>
    <dgm:cxn modelId="{A40B4945-3BBA-4E7E-A818-6938E14DE44B}" type="presParOf" srcId="{8AA12940-D697-4ADA-ABBB-3C089A83AE41}" destId="{1991EFE0-7F82-4C19-BEC2-A1D34B1E5A3E}" srcOrd="3" destOrd="0" presId="urn:microsoft.com/office/officeart/2018/2/layout/IconVerticalSolidList"/>
    <dgm:cxn modelId="{61E1F925-77BB-4490-8670-D9702A2EB22A}" type="presParOf" srcId="{8AA12940-D697-4ADA-ABBB-3C089A83AE41}" destId="{B5D1A54B-B6EF-4A97-ABBC-E5F90124D056}" srcOrd="4" destOrd="0" presId="urn:microsoft.com/office/officeart/2018/2/layout/IconVerticalSolidList"/>
    <dgm:cxn modelId="{68E6902C-AA64-4BFB-81EF-F6499CF117A5}" type="presParOf" srcId="{B5D1A54B-B6EF-4A97-ABBC-E5F90124D056}" destId="{D9B2B597-6A53-4E98-81E0-7A426589D26C}" srcOrd="0" destOrd="0" presId="urn:microsoft.com/office/officeart/2018/2/layout/IconVerticalSolidList"/>
    <dgm:cxn modelId="{79D303BD-A2EF-41D7-8526-D2D41974F2F5}" type="presParOf" srcId="{B5D1A54B-B6EF-4A97-ABBC-E5F90124D056}" destId="{BA6F8AD4-C198-4FB7-B0BA-2BD5127080A0}" srcOrd="1" destOrd="0" presId="urn:microsoft.com/office/officeart/2018/2/layout/IconVerticalSolidList"/>
    <dgm:cxn modelId="{75E832D0-F68F-4D22-9827-72D3765D44DA}" type="presParOf" srcId="{B5D1A54B-B6EF-4A97-ABBC-E5F90124D056}" destId="{B208432B-35A7-4784-B66E-F30A65060B10}" srcOrd="2" destOrd="0" presId="urn:microsoft.com/office/officeart/2018/2/layout/IconVerticalSolidList"/>
    <dgm:cxn modelId="{D126EE08-2742-4612-A025-DEA7A4A6D7C4}" type="presParOf" srcId="{B5D1A54B-B6EF-4A97-ABBC-E5F90124D056}" destId="{43F09B2F-3552-427A-8882-FCACEFA872B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6AB72-D028-4C94-8663-116FCE892D3C}">
      <dsp:nvSpPr>
        <dsp:cNvPr id="0" name=""/>
        <dsp:cNvSpPr/>
      </dsp:nvSpPr>
      <dsp:spPr>
        <a:xfrm>
          <a:off x="0" y="7910"/>
          <a:ext cx="5098256" cy="1814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Interactive query service for analyzing data in S3 using SQL.</a:t>
          </a:r>
        </a:p>
      </dsp:txBody>
      <dsp:txXfrm>
        <a:off x="88585" y="96495"/>
        <a:ext cx="4921086" cy="1637500"/>
      </dsp:txXfrm>
    </dsp:sp>
    <dsp:sp modelId="{DAAE701C-8644-402B-BB56-C64BDD5BEDA9}">
      <dsp:nvSpPr>
        <dsp:cNvPr id="0" name=""/>
        <dsp:cNvSpPr/>
      </dsp:nvSpPr>
      <dsp:spPr>
        <a:xfrm>
          <a:off x="0" y="1917621"/>
          <a:ext cx="5098256" cy="181467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Fully serverless – no infrastructure to manage.</a:t>
          </a:r>
        </a:p>
      </dsp:txBody>
      <dsp:txXfrm>
        <a:off x="88585" y="2006206"/>
        <a:ext cx="4921086" cy="1637500"/>
      </dsp:txXfrm>
    </dsp:sp>
    <dsp:sp modelId="{7FB45E83-EBBC-4D5A-A6A3-EC4C32021B7D}">
      <dsp:nvSpPr>
        <dsp:cNvPr id="0" name=""/>
        <dsp:cNvSpPr/>
      </dsp:nvSpPr>
      <dsp:spPr>
        <a:xfrm>
          <a:off x="0" y="3827331"/>
          <a:ext cx="5098256" cy="181467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Query data directly in S3; no loading required.</a:t>
          </a:r>
        </a:p>
      </dsp:txBody>
      <dsp:txXfrm>
        <a:off x="88585" y="3915916"/>
        <a:ext cx="4921086" cy="163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B4773-08E7-4B60-BD1D-FA02CC370CE3}">
      <dsp:nvSpPr>
        <dsp:cNvPr id="0" name=""/>
        <dsp:cNvSpPr/>
      </dsp:nvSpPr>
      <dsp:spPr>
        <a:xfrm>
          <a:off x="0" y="47645"/>
          <a:ext cx="5098256" cy="17901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Supports CSV, JSON, Avro, Parquet, ORC formats.</a:t>
          </a:r>
        </a:p>
      </dsp:txBody>
      <dsp:txXfrm>
        <a:off x="87385" y="135030"/>
        <a:ext cx="4923486" cy="1615330"/>
      </dsp:txXfrm>
    </dsp:sp>
    <dsp:sp modelId="{364CD7ED-34EB-4810-87D0-24D707E96C91}">
      <dsp:nvSpPr>
        <dsp:cNvPr id="0" name=""/>
        <dsp:cNvSpPr/>
      </dsp:nvSpPr>
      <dsp:spPr>
        <a:xfrm>
          <a:off x="0" y="1929906"/>
          <a:ext cx="5098256" cy="1790100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Built on open-source engines (Trino/Presto).</a:t>
          </a:r>
        </a:p>
      </dsp:txBody>
      <dsp:txXfrm>
        <a:off x="87385" y="2017291"/>
        <a:ext cx="4923486" cy="1615330"/>
      </dsp:txXfrm>
    </dsp:sp>
    <dsp:sp modelId="{1F50A9E8-4B52-4A29-B4C2-021C9B25B022}">
      <dsp:nvSpPr>
        <dsp:cNvPr id="0" name=""/>
        <dsp:cNvSpPr/>
      </dsp:nvSpPr>
      <dsp:spPr>
        <a:xfrm>
          <a:off x="0" y="3812166"/>
          <a:ext cx="5098256" cy="1790100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• Query structured, semi-structured, and unstructured data.</a:t>
          </a:r>
        </a:p>
      </dsp:txBody>
      <dsp:txXfrm>
        <a:off x="87385" y="3899551"/>
        <a:ext cx="4923486" cy="16153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AF360E-5812-48A5-8D4A-BF2BDD448F2F}">
      <dsp:nvSpPr>
        <dsp:cNvPr id="0" name=""/>
        <dsp:cNvSpPr/>
      </dsp:nvSpPr>
      <dsp:spPr>
        <a:xfrm>
          <a:off x="0" y="234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87874-91CA-443F-B16C-FEFBBD5E6A48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ED37F-634B-4232-B8D2-F40A10D2038B}">
      <dsp:nvSpPr>
        <dsp:cNvPr id="0" name=""/>
        <dsp:cNvSpPr/>
      </dsp:nvSpPr>
      <dsp:spPr>
        <a:xfrm>
          <a:off x="1372680" y="234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Ad-hoc queries on logs or event data.</a:t>
          </a:r>
        </a:p>
      </dsp:txBody>
      <dsp:txXfrm>
        <a:off x="1372680" y="2344"/>
        <a:ext cx="3725575" cy="1188467"/>
      </dsp:txXfrm>
    </dsp:sp>
    <dsp:sp modelId="{CAEC527A-C060-4021-8E08-82447B121A71}">
      <dsp:nvSpPr>
        <dsp:cNvPr id="0" name=""/>
        <dsp:cNvSpPr/>
      </dsp:nvSpPr>
      <dsp:spPr>
        <a:xfrm>
          <a:off x="0" y="148792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132EF-B2E4-46E7-A48B-920E813A7787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6068D-9E34-414B-8A2E-A1FA3F306F01}">
      <dsp:nvSpPr>
        <dsp:cNvPr id="0" name=""/>
        <dsp:cNvSpPr/>
      </dsp:nvSpPr>
      <dsp:spPr>
        <a:xfrm>
          <a:off x="1372680" y="148792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Data lake analytics on S3.</a:t>
          </a:r>
        </a:p>
      </dsp:txBody>
      <dsp:txXfrm>
        <a:off x="1372680" y="1487929"/>
        <a:ext cx="3725575" cy="1188467"/>
      </dsp:txXfrm>
    </dsp:sp>
    <dsp:sp modelId="{6A6CD488-5127-45FA-AE6B-47D8C462BF93}">
      <dsp:nvSpPr>
        <dsp:cNvPr id="0" name=""/>
        <dsp:cNvSpPr/>
      </dsp:nvSpPr>
      <dsp:spPr>
        <a:xfrm>
          <a:off x="0" y="2973514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2C9E6-D3FD-40F4-81C7-B89E1C3C6A1D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4F873F-3147-4DBB-A18A-3E8730467BFF}">
      <dsp:nvSpPr>
        <dsp:cNvPr id="0" name=""/>
        <dsp:cNvSpPr/>
      </dsp:nvSpPr>
      <dsp:spPr>
        <a:xfrm>
          <a:off x="1372680" y="2973514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Integration with BI tools (ODBC/JDBC).</a:t>
          </a:r>
        </a:p>
      </dsp:txBody>
      <dsp:txXfrm>
        <a:off x="1372680" y="2973514"/>
        <a:ext cx="3725575" cy="1188467"/>
      </dsp:txXfrm>
    </dsp:sp>
    <dsp:sp modelId="{280B15CA-6359-475D-A89E-F62B862173F7}">
      <dsp:nvSpPr>
        <dsp:cNvPr id="0" name=""/>
        <dsp:cNvSpPr/>
      </dsp:nvSpPr>
      <dsp:spPr>
        <a:xfrm>
          <a:off x="0" y="4459099"/>
          <a:ext cx="5098256" cy="118846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2C5CC2-380E-4291-8C33-72C905D02C43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28553-04FF-40CF-9F23-DC2DA27F837A}">
      <dsp:nvSpPr>
        <dsp:cNvPr id="0" name=""/>
        <dsp:cNvSpPr/>
      </dsp:nvSpPr>
      <dsp:spPr>
        <a:xfrm>
          <a:off x="1372680" y="4459099"/>
          <a:ext cx="3725575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Schema-on-read for fast exploration.</a:t>
          </a:r>
        </a:p>
      </dsp:txBody>
      <dsp:txXfrm>
        <a:off x="1372680" y="4459099"/>
        <a:ext cx="3725575" cy="11884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667AB9-C9BB-4EE1-B2C3-747F5BC21F83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F01B3-6496-40FC-8502-399C7E7147A5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31D65-2563-458A-A634-3A65A143A398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Athena: Ad-hoc, serverless queries on S3.</a:t>
          </a:r>
        </a:p>
      </dsp:txBody>
      <dsp:txXfrm>
        <a:off x="1864015" y="689"/>
        <a:ext cx="3234240" cy="1613866"/>
      </dsp:txXfrm>
    </dsp:sp>
    <dsp:sp modelId="{60C8D8CA-D824-4C04-A1B0-E39BEBAD9F7B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DBE85-4D97-43ED-943C-B9F3D9FD31C0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A0C6C1-1EA3-4FA7-B25F-AB0DF655EFF9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Redshift: Data warehouse, complex joins.</a:t>
          </a:r>
        </a:p>
      </dsp:txBody>
      <dsp:txXfrm>
        <a:off x="1864015" y="2018022"/>
        <a:ext cx="3234240" cy="1613866"/>
      </dsp:txXfrm>
    </dsp:sp>
    <dsp:sp modelId="{D868A907-C7BE-4502-A914-3D17A0887D28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CE1459-14B7-4D9C-97DC-2EA6A63DCD9E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86F3E2-3A16-4D67-BB45-91650136BA6F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EMR: Big data processing with full cluster control.</a:t>
          </a:r>
        </a:p>
      </dsp:txBody>
      <dsp:txXfrm>
        <a:off x="1864015" y="4035355"/>
        <a:ext cx="3234240" cy="161386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1CE52-3028-43B7-BB4F-8A0E072FA246}">
      <dsp:nvSpPr>
        <dsp:cNvPr id="0" name=""/>
        <dsp:cNvSpPr/>
      </dsp:nvSpPr>
      <dsp:spPr>
        <a:xfrm>
          <a:off x="0" y="491"/>
          <a:ext cx="7543801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1316DA-A981-4AD0-9318-CE2817DA1AE0}">
      <dsp:nvSpPr>
        <dsp:cNvPr id="0" name=""/>
        <dsp:cNvSpPr/>
      </dsp:nvSpPr>
      <dsp:spPr>
        <a:xfrm>
          <a:off x="347648" y="259072"/>
          <a:ext cx="632087" cy="6320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DC6275-951A-4BBA-A026-66002BBD9501}">
      <dsp:nvSpPr>
        <dsp:cNvPr id="0" name=""/>
        <dsp:cNvSpPr/>
      </dsp:nvSpPr>
      <dsp:spPr>
        <a:xfrm>
          <a:off x="1327384" y="491"/>
          <a:ext cx="6216416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Point Athena to S3 data, define schema, run SQL.</a:t>
          </a:r>
        </a:p>
      </dsp:txBody>
      <dsp:txXfrm>
        <a:off x="1327384" y="491"/>
        <a:ext cx="6216416" cy="1149250"/>
      </dsp:txXfrm>
    </dsp:sp>
    <dsp:sp modelId="{700BEBBB-945D-4EE2-9F17-94E49BA17337}">
      <dsp:nvSpPr>
        <dsp:cNvPr id="0" name=""/>
        <dsp:cNvSpPr/>
      </dsp:nvSpPr>
      <dsp:spPr>
        <a:xfrm>
          <a:off x="0" y="1437054"/>
          <a:ext cx="7543801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7586F-82E2-4C67-B7E4-71460886FF1F}">
      <dsp:nvSpPr>
        <dsp:cNvPr id="0" name=""/>
        <dsp:cNvSpPr/>
      </dsp:nvSpPr>
      <dsp:spPr>
        <a:xfrm>
          <a:off x="347648" y="1695636"/>
          <a:ext cx="632087" cy="6320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8062B-BECF-4FD4-83E3-6ED9094C3384}">
      <dsp:nvSpPr>
        <dsp:cNvPr id="0" name=""/>
        <dsp:cNvSpPr/>
      </dsp:nvSpPr>
      <dsp:spPr>
        <a:xfrm>
          <a:off x="1327384" y="1437054"/>
          <a:ext cx="6216416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Schema-on-read keeps data in S3 unchanged.</a:t>
          </a:r>
        </a:p>
      </dsp:txBody>
      <dsp:txXfrm>
        <a:off x="1327384" y="1437054"/>
        <a:ext cx="6216416" cy="1149250"/>
      </dsp:txXfrm>
    </dsp:sp>
    <dsp:sp modelId="{1319CA1A-6E6C-4423-806D-97BBEEA27586}">
      <dsp:nvSpPr>
        <dsp:cNvPr id="0" name=""/>
        <dsp:cNvSpPr/>
      </dsp:nvSpPr>
      <dsp:spPr>
        <a:xfrm>
          <a:off x="0" y="2873618"/>
          <a:ext cx="7543801" cy="114925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78B852-0B15-413E-8EF6-38581A79A8AE}">
      <dsp:nvSpPr>
        <dsp:cNvPr id="0" name=""/>
        <dsp:cNvSpPr/>
      </dsp:nvSpPr>
      <dsp:spPr>
        <a:xfrm>
          <a:off x="347648" y="3132199"/>
          <a:ext cx="632087" cy="6320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EC81A-41D0-490C-8903-F7AA07B8EE08}">
      <dsp:nvSpPr>
        <dsp:cNvPr id="0" name=""/>
        <dsp:cNvSpPr/>
      </dsp:nvSpPr>
      <dsp:spPr>
        <a:xfrm>
          <a:off x="1327384" y="2873618"/>
          <a:ext cx="6216416" cy="1149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629" tIns="121629" rIns="121629" bIns="12162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Automatically parallelized and optimized queries.</a:t>
          </a:r>
        </a:p>
      </dsp:txBody>
      <dsp:txXfrm>
        <a:off x="1327384" y="2873618"/>
        <a:ext cx="6216416" cy="11492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029C7-DA1C-4802-A8D5-5871B06FA38E}">
      <dsp:nvSpPr>
        <dsp:cNvPr id="0" name=""/>
        <dsp:cNvSpPr/>
      </dsp:nvSpPr>
      <dsp:spPr>
        <a:xfrm>
          <a:off x="54100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F1F1D-1726-44AC-844A-FC18499D0995}">
      <dsp:nvSpPr>
        <dsp:cNvPr id="0" name=""/>
        <dsp:cNvSpPr/>
      </dsp:nvSpPr>
      <dsp:spPr>
        <a:xfrm>
          <a:off x="83350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E0B84-0971-4836-B54D-1379FD6F20B4}">
      <dsp:nvSpPr>
        <dsp:cNvPr id="0" name=""/>
        <dsp:cNvSpPr/>
      </dsp:nvSpPr>
      <dsp:spPr>
        <a:xfrm>
          <a:off x="10225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Uses AWS Glue Data Catalog for metadata.</a:t>
          </a:r>
        </a:p>
      </dsp:txBody>
      <dsp:txXfrm>
        <a:off x="102252" y="1823706"/>
        <a:ext cx="2250000" cy="720000"/>
      </dsp:txXfrm>
    </dsp:sp>
    <dsp:sp modelId="{10F61F9D-780D-4A47-8E94-453629E8F7FE}">
      <dsp:nvSpPr>
        <dsp:cNvPr id="0" name=""/>
        <dsp:cNvSpPr/>
      </dsp:nvSpPr>
      <dsp:spPr>
        <a:xfrm>
          <a:off x="3184753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135FD-5D45-4726-BC2D-280143ADCF1A}">
      <dsp:nvSpPr>
        <dsp:cNvPr id="0" name=""/>
        <dsp:cNvSpPr/>
      </dsp:nvSpPr>
      <dsp:spPr>
        <a:xfrm>
          <a:off x="3477253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5FA94-84F5-4341-ACA3-EE94EE0DCFC7}">
      <dsp:nvSpPr>
        <dsp:cNvPr id="0" name=""/>
        <dsp:cNvSpPr/>
      </dsp:nvSpPr>
      <dsp:spPr>
        <a:xfrm>
          <a:off x="2746003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Schema-on-read model.</a:t>
          </a:r>
        </a:p>
      </dsp:txBody>
      <dsp:txXfrm>
        <a:off x="2746003" y="1823706"/>
        <a:ext cx="2250000" cy="720000"/>
      </dsp:txXfrm>
    </dsp:sp>
    <dsp:sp modelId="{6B179F5E-659C-4668-B599-DA3175E4C6BC}">
      <dsp:nvSpPr>
        <dsp:cNvPr id="0" name=""/>
        <dsp:cNvSpPr/>
      </dsp:nvSpPr>
      <dsp:spPr>
        <a:xfrm>
          <a:off x="1862878" y="31062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8FA2F9-7ED2-40D3-A9F1-6507BBD5ABE7}">
      <dsp:nvSpPr>
        <dsp:cNvPr id="0" name=""/>
        <dsp:cNvSpPr/>
      </dsp:nvSpPr>
      <dsp:spPr>
        <a:xfrm>
          <a:off x="2155378" y="3398706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A2C19-D97F-41DE-93C9-84717F13B1D8}">
      <dsp:nvSpPr>
        <dsp:cNvPr id="0" name=""/>
        <dsp:cNvSpPr/>
      </dsp:nvSpPr>
      <dsp:spPr>
        <a:xfrm>
          <a:off x="1424127" y="49062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Delete table definitions without affecting S3 data.</a:t>
          </a:r>
        </a:p>
      </dsp:txBody>
      <dsp:txXfrm>
        <a:off x="1424127" y="4906206"/>
        <a:ext cx="225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F322D-D6E4-4D96-84E5-8C09877E5657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52F332-FC40-4186-997E-7E423C030D2D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9B2BF-CE36-410F-A9C2-8A53384EBE4F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Use Apache Hive DDL: CREATE EXTERNAL TABLE.</a:t>
          </a:r>
        </a:p>
      </dsp:txBody>
      <dsp:txXfrm>
        <a:off x="1864015" y="689"/>
        <a:ext cx="3234240" cy="1613866"/>
      </dsp:txXfrm>
    </dsp:sp>
    <dsp:sp modelId="{77D15BBA-C5CB-4EEF-8AE8-382D95232336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B7289-38F2-4914-A11B-153ACB66E0FF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6B5E3-FB1B-49A8-9EF9-2C72C6CECDDD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Via Console, CLI, or JDBC/ODBC.</a:t>
          </a:r>
        </a:p>
      </dsp:txBody>
      <dsp:txXfrm>
        <a:off x="1864015" y="2018022"/>
        <a:ext cx="3234240" cy="1613866"/>
      </dsp:txXfrm>
    </dsp:sp>
    <dsp:sp modelId="{218CF01F-42B1-47D6-A48F-E69E5D9C82CD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09C40D-8112-41D6-8979-DFFC7C182D60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8AEEB0-59B6-4723-B506-AEB2261CABE8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Glue crawlers can auto-discover schema and partitions.</a:t>
          </a:r>
        </a:p>
      </dsp:txBody>
      <dsp:txXfrm>
        <a:off x="1864015" y="4035355"/>
        <a:ext cx="3234240" cy="161386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C10E0-5485-42C3-B0D9-B47C2E1AF1FE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15069-1EA2-4322-9EC9-BDC70694BF5F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C6906-ADFA-4FCF-BF71-A9736D6307C9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Access via Console, CLI, SDKs, ODBC/JDBC.</a:t>
          </a:r>
        </a:p>
      </dsp:txBody>
      <dsp:txXfrm>
        <a:off x="1864015" y="689"/>
        <a:ext cx="3234240" cy="1613866"/>
      </dsp:txXfrm>
    </dsp:sp>
    <dsp:sp modelId="{DC74F627-A397-4FA3-8922-0C803F200027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0F9DF0-BFAD-4E71-A072-F4FD50E43A2B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CA638-7619-4A1C-9263-24E28D8400C4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Integrates with S3, Glue, QuickSight, CloudTrail.</a:t>
          </a:r>
        </a:p>
      </dsp:txBody>
      <dsp:txXfrm>
        <a:off x="1864015" y="2018022"/>
        <a:ext cx="3234240" cy="1613866"/>
      </dsp:txXfrm>
    </dsp:sp>
    <dsp:sp modelId="{A3221BF9-5BED-4B3E-9B43-4E4450FE4146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17DD3C-4BC2-4A98-9298-D3DF7FD24A49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7BE45-3C98-42F4-A1E0-FF56C709C798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Federated queries for external data sources.</a:t>
          </a:r>
        </a:p>
      </dsp:txBody>
      <dsp:txXfrm>
        <a:off x="1864015" y="4035355"/>
        <a:ext cx="3234240" cy="16138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A8FEC9-1326-4363-8EA7-CA1E8AD448F6}">
      <dsp:nvSpPr>
        <dsp:cNvPr id="0" name=""/>
        <dsp:cNvSpPr/>
      </dsp:nvSpPr>
      <dsp:spPr>
        <a:xfrm>
          <a:off x="541002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95CD39-75A4-42BD-ACCE-55135855F5FD}">
      <dsp:nvSpPr>
        <dsp:cNvPr id="0" name=""/>
        <dsp:cNvSpPr/>
      </dsp:nvSpPr>
      <dsp:spPr>
        <a:xfrm>
          <a:off x="833502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562B6-219D-4878-BAB8-938534A9888E}">
      <dsp:nvSpPr>
        <dsp:cNvPr id="0" name=""/>
        <dsp:cNvSpPr/>
      </dsp:nvSpPr>
      <dsp:spPr>
        <a:xfrm>
          <a:off x="102252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Pay-per-query pricing (based on data scanned).</a:t>
          </a:r>
        </a:p>
      </dsp:txBody>
      <dsp:txXfrm>
        <a:off x="102252" y="1823706"/>
        <a:ext cx="2250000" cy="720000"/>
      </dsp:txXfrm>
    </dsp:sp>
    <dsp:sp modelId="{11C88A32-2876-449A-9A01-0C7F1E55656F}">
      <dsp:nvSpPr>
        <dsp:cNvPr id="0" name=""/>
        <dsp:cNvSpPr/>
      </dsp:nvSpPr>
      <dsp:spPr>
        <a:xfrm>
          <a:off x="3184753" y="237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AAC42-79EB-4F53-ADE9-A8A8DBBFA6B4}">
      <dsp:nvSpPr>
        <dsp:cNvPr id="0" name=""/>
        <dsp:cNvSpPr/>
      </dsp:nvSpPr>
      <dsp:spPr>
        <a:xfrm>
          <a:off x="3477253" y="316206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33528-CA73-4529-8A15-025AE464334B}">
      <dsp:nvSpPr>
        <dsp:cNvPr id="0" name=""/>
        <dsp:cNvSpPr/>
      </dsp:nvSpPr>
      <dsp:spPr>
        <a:xfrm>
          <a:off x="2746003" y="18237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Optimize with compression, partitioning, columnar formats.</a:t>
          </a:r>
        </a:p>
      </dsp:txBody>
      <dsp:txXfrm>
        <a:off x="2746003" y="1823706"/>
        <a:ext cx="2250000" cy="720000"/>
      </dsp:txXfrm>
    </dsp:sp>
    <dsp:sp modelId="{73E9DE9D-1200-4245-8FDB-35A7654AF2C2}">
      <dsp:nvSpPr>
        <dsp:cNvPr id="0" name=""/>
        <dsp:cNvSpPr/>
      </dsp:nvSpPr>
      <dsp:spPr>
        <a:xfrm>
          <a:off x="1862878" y="3106206"/>
          <a:ext cx="1372500" cy="1372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EB1D9-F602-4E84-8172-BDF38EA705A1}">
      <dsp:nvSpPr>
        <dsp:cNvPr id="0" name=""/>
        <dsp:cNvSpPr/>
      </dsp:nvSpPr>
      <dsp:spPr>
        <a:xfrm>
          <a:off x="2155378" y="3398706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CB3DBF-79D9-494D-965D-7F3E8388F83D}">
      <dsp:nvSpPr>
        <dsp:cNvPr id="0" name=""/>
        <dsp:cNvSpPr/>
      </dsp:nvSpPr>
      <dsp:spPr>
        <a:xfrm>
          <a:off x="1424127" y="4906206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Cost-efficient for variable workloads.</a:t>
          </a:r>
        </a:p>
      </dsp:txBody>
      <dsp:txXfrm>
        <a:off x="1424127" y="4906206"/>
        <a:ext cx="225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43E75-95FD-47AB-B461-E6DAB2BC52CE}">
      <dsp:nvSpPr>
        <dsp:cNvPr id="0" name=""/>
        <dsp:cNvSpPr/>
      </dsp:nvSpPr>
      <dsp:spPr>
        <a:xfrm>
          <a:off x="74931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982D7-8D70-420B-80EC-2498B79A106C}">
      <dsp:nvSpPr>
        <dsp:cNvPr id="0" name=""/>
        <dsp:cNvSpPr/>
      </dsp:nvSpPr>
      <dsp:spPr>
        <a:xfrm>
          <a:off x="155595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IAM for access control.</a:t>
          </a:r>
        </a:p>
      </dsp:txBody>
      <dsp:txXfrm>
        <a:off x="155595" y="2168110"/>
        <a:ext cx="2158987" cy="720000"/>
      </dsp:txXfrm>
    </dsp:sp>
    <dsp:sp modelId="{A3B2C61D-F69E-40BD-AA3D-F3C908500F71}">
      <dsp:nvSpPr>
        <dsp:cNvPr id="0" name=""/>
        <dsp:cNvSpPr/>
      </dsp:nvSpPr>
      <dsp:spPr>
        <a:xfrm>
          <a:off x="3286127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F2610-4EE4-4F21-BDBC-128E6479BC45}">
      <dsp:nvSpPr>
        <dsp:cNvPr id="0" name=""/>
        <dsp:cNvSpPr/>
      </dsp:nvSpPr>
      <dsp:spPr>
        <a:xfrm>
          <a:off x="269240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Data encryption at rest and in transit.</a:t>
          </a:r>
        </a:p>
      </dsp:txBody>
      <dsp:txXfrm>
        <a:off x="2692406" y="2168110"/>
        <a:ext cx="2158987" cy="720000"/>
      </dsp:txXfrm>
    </dsp:sp>
    <dsp:sp modelId="{68650638-B0B9-4433-B9B6-0DA45E29F899}">
      <dsp:nvSpPr>
        <dsp:cNvPr id="0" name=""/>
        <dsp:cNvSpPr/>
      </dsp:nvSpPr>
      <dsp:spPr>
        <a:xfrm>
          <a:off x="5822938" y="897969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FB1D8-DBC5-47F0-8F06-967C3623B441}">
      <dsp:nvSpPr>
        <dsp:cNvPr id="0" name=""/>
        <dsp:cNvSpPr/>
      </dsp:nvSpPr>
      <dsp:spPr>
        <a:xfrm>
          <a:off x="5229216" y="2168110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Audit queries via CloudTrail and monitor via CloudWatch.</a:t>
          </a:r>
        </a:p>
      </dsp:txBody>
      <dsp:txXfrm>
        <a:off x="5229216" y="2168110"/>
        <a:ext cx="2158987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55DDC-6348-420A-B180-B33D3B005779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1D2A5-D189-41FF-8F6B-310F113686B3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80FF0F-1A4F-49C8-84F6-B903E6FF0A7F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Query raw data stored in S3.</a:t>
          </a:r>
        </a:p>
      </dsp:txBody>
      <dsp:txXfrm>
        <a:off x="3150" y="2433040"/>
        <a:ext cx="2250000" cy="720000"/>
      </dsp:txXfrm>
    </dsp:sp>
    <dsp:sp modelId="{2C0E1711-F33C-49C8-82E9-FFA4CD10D185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F35C8-D012-40F2-A96B-8CE21A986105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3A67C6-A479-4EA5-83F4-7E5416139888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Integrate with Glue (ETL) and QuickSight (BI).</a:t>
          </a:r>
        </a:p>
      </dsp:txBody>
      <dsp:txXfrm>
        <a:off x="2646900" y="2433040"/>
        <a:ext cx="2250000" cy="720000"/>
      </dsp:txXfrm>
    </dsp:sp>
    <dsp:sp modelId="{FC6302D6-A206-49A7-A371-345D005E76C8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4B9D53-960B-4A25-8EBC-81C715531FFE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77414-738D-4AE2-BCDF-257980EEA43A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Schema-on-read enables flexibility without replication.</a:t>
          </a:r>
        </a:p>
      </dsp:txBody>
      <dsp:txXfrm>
        <a:off x="5290650" y="2433040"/>
        <a:ext cx="225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8C7140-0878-41B8-9652-D38E78D9829D}">
      <dsp:nvSpPr>
        <dsp:cNvPr id="0" name=""/>
        <dsp:cNvSpPr/>
      </dsp:nvSpPr>
      <dsp:spPr>
        <a:xfrm>
          <a:off x="0" y="462"/>
          <a:ext cx="7543800" cy="108147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0F441F-B26E-45FB-B5CF-6FFD9EABC905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AFD2E-1148-481A-A844-2452250A9FBC}">
      <dsp:nvSpPr>
        <dsp:cNvPr id="0" name=""/>
        <dsp:cNvSpPr/>
      </dsp:nvSpPr>
      <dsp:spPr>
        <a:xfrm>
          <a:off x="1249101" y="462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Use CTAS and INSERT INTO for efficient transformations.</a:t>
          </a:r>
        </a:p>
      </dsp:txBody>
      <dsp:txXfrm>
        <a:off x="1249101" y="462"/>
        <a:ext cx="6294698" cy="1081473"/>
      </dsp:txXfrm>
    </dsp:sp>
    <dsp:sp modelId="{681EF1F5-04B4-4E2B-817B-D3EBA4F60F90}">
      <dsp:nvSpPr>
        <dsp:cNvPr id="0" name=""/>
        <dsp:cNvSpPr/>
      </dsp:nvSpPr>
      <dsp:spPr>
        <a:xfrm>
          <a:off x="0" y="1352303"/>
          <a:ext cx="7543800" cy="108147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69C44-D1CC-4019-9961-8DEAA972E83D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0F99B4-F1CC-4B6F-B1CD-D1D7FFD87909}">
      <dsp:nvSpPr>
        <dsp:cNvPr id="0" name=""/>
        <dsp:cNvSpPr/>
      </dsp:nvSpPr>
      <dsp:spPr>
        <a:xfrm>
          <a:off x="1249101" y="1352303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Limit scanned data with partitions and filters.</a:t>
          </a:r>
        </a:p>
      </dsp:txBody>
      <dsp:txXfrm>
        <a:off x="1249101" y="1352303"/>
        <a:ext cx="6294698" cy="1081473"/>
      </dsp:txXfrm>
    </dsp:sp>
    <dsp:sp modelId="{223C139E-FAAE-4484-A009-7B08D0EECEC6}">
      <dsp:nvSpPr>
        <dsp:cNvPr id="0" name=""/>
        <dsp:cNvSpPr/>
      </dsp:nvSpPr>
      <dsp:spPr>
        <a:xfrm>
          <a:off x="0" y="2704144"/>
          <a:ext cx="7543800" cy="108147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78C8-4D47-46F5-B2D3-D31290614288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98EBDC-6CBE-4BB1-A881-14335A06EF21}">
      <dsp:nvSpPr>
        <dsp:cNvPr id="0" name=""/>
        <dsp:cNvSpPr/>
      </dsp:nvSpPr>
      <dsp:spPr>
        <a:xfrm>
          <a:off x="1249101" y="2704144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Monitor query metrics via CloudWatch.</a:t>
          </a:r>
        </a:p>
      </dsp:txBody>
      <dsp:txXfrm>
        <a:off x="1249101" y="2704144"/>
        <a:ext cx="6294698" cy="108147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56DA6-858E-4C13-8E5C-82F678EA7D79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F6119-7804-4A7D-AC53-76AAB70C5729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63EA2-5D82-4FCD-91DF-7758DDA328C2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Query structured data in S3.</a:t>
          </a:r>
        </a:p>
      </dsp:txBody>
      <dsp:txXfrm>
        <a:off x="1864015" y="689"/>
        <a:ext cx="3234240" cy="1613866"/>
      </dsp:txXfrm>
    </dsp:sp>
    <dsp:sp modelId="{1419AABF-ACA8-4783-9009-17B6B76C1C9F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7DA6FC-A3B7-4389-8616-B90D67435BA0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8C097-1ACE-4188-AB37-DBC02B42B8F9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Connect Athena to BI tools.</a:t>
          </a:r>
        </a:p>
      </dsp:txBody>
      <dsp:txXfrm>
        <a:off x="1864015" y="2018022"/>
        <a:ext cx="3234240" cy="1613866"/>
      </dsp:txXfrm>
    </dsp:sp>
    <dsp:sp modelId="{04385B49-A207-4336-8733-C87447A7E0B7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74FB8-FC4E-4F44-BACF-1D73D2395160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3D66F-0FEB-4AEA-A513-3C68B10D380A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Build dashboards without ETL overhead.</a:t>
          </a:r>
        </a:p>
      </dsp:txBody>
      <dsp:txXfrm>
        <a:off x="1864015" y="4035355"/>
        <a:ext cx="3234240" cy="161386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8AA2F1-3090-4B4C-8B28-3D921FA6AE69}">
      <dsp:nvSpPr>
        <dsp:cNvPr id="0" name=""/>
        <dsp:cNvSpPr/>
      </dsp:nvSpPr>
      <dsp:spPr>
        <a:xfrm>
          <a:off x="441900" y="633040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75C57-9F44-4D72-A02E-61D5983753F5}">
      <dsp:nvSpPr>
        <dsp:cNvPr id="0" name=""/>
        <dsp:cNvSpPr/>
      </dsp:nvSpPr>
      <dsp:spPr>
        <a:xfrm>
          <a:off x="7344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F9FC54-9FED-4217-B49E-F5A223A0B21B}">
      <dsp:nvSpPr>
        <dsp:cNvPr id="0" name=""/>
        <dsp:cNvSpPr/>
      </dsp:nvSpPr>
      <dsp:spPr>
        <a:xfrm>
          <a:off x="31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Query across data in S3 and external sources.</a:t>
          </a:r>
        </a:p>
      </dsp:txBody>
      <dsp:txXfrm>
        <a:off x="3150" y="2433040"/>
        <a:ext cx="2250000" cy="720000"/>
      </dsp:txXfrm>
    </dsp:sp>
    <dsp:sp modelId="{56556C44-F3E7-4256-BD23-4ED6F91F9A18}">
      <dsp:nvSpPr>
        <dsp:cNvPr id="0" name=""/>
        <dsp:cNvSpPr/>
      </dsp:nvSpPr>
      <dsp:spPr>
        <a:xfrm>
          <a:off x="3085650" y="633040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29DB3-997E-44A9-B163-7D021C633B7E}">
      <dsp:nvSpPr>
        <dsp:cNvPr id="0" name=""/>
        <dsp:cNvSpPr/>
      </dsp:nvSpPr>
      <dsp:spPr>
        <a:xfrm>
          <a:off x="337815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4AB65-328A-4935-91B9-BEF38A7926FC}">
      <dsp:nvSpPr>
        <dsp:cNvPr id="0" name=""/>
        <dsp:cNvSpPr/>
      </dsp:nvSpPr>
      <dsp:spPr>
        <a:xfrm>
          <a:off x="264690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Use connectors for JDBC-compliant systems.</a:t>
          </a:r>
        </a:p>
      </dsp:txBody>
      <dsp:txXfrm>
        <a:off x="2646900" y="2433040"/>
        <a:ext cx="2250000" cy="720000"/>
      </dsp:txXfrm>
    </dsp:sp>
    <dsp:sp modelId="{18798AE1-BED9-4ABA-8016-1EAFC730BF3B}">
      <dsp:nvSpPr>
        <dsp:cNvPr id="0" name=""/>
        <dsp:cNvSpPr/>
      </dsp:nvSpPr>
      <dsp:spPr>
        <a:xfrm>
          <a:off x="5729400" y="633040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44553-A4F6-48B6-85D8-E99BE6635E8B}">
      <dsp:nvSpPr>
        <dsp:cNvPr id="0" name=""/>
        <dsp:cNvSpPr/>
      </dsp:nvSpPr>
      <dsp:spPr>
        <a:xfrm>
          <a:off x="6021900" y="925540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DC8FC-719D-4E62-8663-CC1B99C9620C}">
      <dsp:nvSpPr>
        <dsp:cNvPr id="0" name=""/>
        <dsp:cNvSpPr/>
      </dsp:nvSpPr>
      <dsp:spPr>
        <a:xfrm>
          <a:off x="5290650" y="2433040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Enables unified analytics across multiple sources.</a:t>
          </a:r>
        </a:p>
      </dsp:txBody>
      <dsp:txXfrm>
        <a:off x="5290650" y="2433040"/>
        <a:ext cx="225000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5B720-8C1B-4EC5-85E8-F4A5E1029757}">
      <dsp:nvSpPr>
        <dsp:cNvPr id="0" name=""/>
        <dsp:cNvSpPr/>
      </dsp:nvSpPr>
      <dsp:spPr>
        <a:xfrm>
          <a:off x="0" y="689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0E9FC-9008-4A49-B9E3-30B9C58DF48A}">
      <dsp:nvSpPr>
        <dsp:cNvPr id="0" name=""/>
        <dsp:cNvSpPr/>
      </dsp:nvSpPr>
      <dsp:spPr>
        <a:xfrm>
          <a:off x="488194" y="363809"/>
          <a:ext cx="887626" cy="8876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F6561-C9AB-4D09-8C78-29DA36451DD5}">
      <dsp:nvSpPr>
        <dsp:cNvPr id="0" name=""/>
        <dsp:cNvSpPr/>
      </dsp:nvSpPr>
      <dsp:spPr>
        <a:xfrm>
          <a:off x="1864015" y="689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Large, repetitive workloads: prefer Redshift.</a:t>
          </a:r>
        </a:p>
      </dsp:txBody>
      <dsp:txXfrm>
        <a:off x="1864015" y="689"/>
        <a:ext cx="3234240" cy="1613866"/>
      </dsp:txXfrm>
    </dsp:sp>
    <dsp:sp modelId="{B49FAF00-D97E-4E77-95D5-2C7E840576F2}">
      <dsp:nvSpPr>
        <dsp:cNvPr id="0" name=""/>
        <dsp:cNvSpPr/>
      </dsp:nvSpPr>
      <dsp:spPr>
        <a:xfrm>
          <a:off x="0" y="2018022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9B904-47D6-4E1D-B5A8-A655D3C64505}">
      <dsp:nvSpPr>
        <dsp:cNvPr id="0" name=""/>
        <dsp:cNvSpPr/>
      </dsp:nvSpPr>
      <dsp:spPr>
        <a:xfrm>
          <a:off x="488194" y="2381142"/>
          <a:ext cx="887626" cy="8876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D1898-4272-4D7E-9595-AEEC59B089A4}">
      <dsp:nvSpPr>
        <dsp:cNvPr id="0" name=""/>
        <dsp:cNvSpPr/>
      </dsp:nvSpPr>
      <dsp:spPr>
        <a:xfrm>
          <a:off x="1864015" y="2018022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ML or big data processing: use EMR.</a:t>
          </a:r>
        </a:p>
      </dsp:txBody>
      <dsp:txXfrm>
        <a:off x="1864015" y="2018022"/>
        <a:ext cx="3234240" cy="1613866"/>
      </dsp:txXfrm>
    </dsp:sp>
    <dsp:sp modelId="{D9B2B597-6A53-4E98-81E0-7A426589D26C}">
      <dsp:nvSpPr>
        <dsp:cNvPr id="0" name=""/>
        <dsp:cNvSpPr/>
      </dsp:nvSpPr>
      <dsp:spPr>
        <a:xfrm>
          <a:off x="0" y="4035355"/>
          <a:ext cx="5098256" cy="16138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6F8AD4-C198-4FB7-B0BA-2BD5127080A0}">
      <dsp:nvSpPr>
        <dsp:cNvPr id="0" name=""/>
        <dsp:cNvSpPr/>
      </dsp:nvSpPr>
      <dsp:spPr>
        <a:xfrm>
          <a:off x="488194" y="4398475"/>
          <a:ext cx="887626" cy="8876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09B2F-3552-427A-8882-FCACEFA872B6}">
      <dsp:nvSpPr>
        <dsp:cNvPr id="0" name=""/>
        <dsp:cNvSpPr/>
      </dsp:nvSpPr>
      <dsp:spPr>
        <a:xfrm>
          <a:off x="1864015" y="4035355"/>
          <a:ext cx="3234240" cy="16138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801" tIns="170801" rIns="170801" bIns="1708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Optimize queries to control cost on large scans.</a:t>
          </a:r>
        </a:p>
      </dsp:txBody>
      <dsp:txXfrm>
        <a:off x="1864015" y="4035355"/>
        <a:ext cx="3234240" cy="16138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85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2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55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2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77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696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6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5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249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1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52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0AA6468-80AC-4DDF-9CFB-C7A9507E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" y="0"/>
            <a:ext cx="343855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640080"/>
            <a:ext cx="2744434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Amazon Athena – Serverless Interactive Query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3578087"/>
            <a:ext cx="2744434" cy="15544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300" cap="all" spc="200" dirty="0">
                <a:solidFill>
                  <a:srgbClr val="FFFFFF"/>
                </a:solidFill>
                <a:latin typeface="+mj-lt"/>
              </a:rPr>
              <a:t>Analyze data in Amazon S3 using SQL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EAA51AF-8264-FE0F-DAEB-AD54946DBB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48" r="42320" b="-1"/>
          <a:stretch>
            <a:fillRect/>
          </a:stretch>
        </p:blipFill>
        <p:spPr>
          <a:xfrm>
            <a:off x="3479799" y="10"/>
            <a:ext cx="5664200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AB900CC-5074-4746-A1A4-AF640455B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856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What is Amazon Athena? (Part 1)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19A7CA-6EB0-F3DD-D287-4666CCD60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13209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What is Amazon Athena? (Part 2)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F87079-9100-E53C-498B-DB5F01A7B6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04775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Key Use Cases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D163997-A3FB-8961-C858-CEFDBB075B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251065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Athena vs Other Services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A81766-B0BC-5454-4EFA-5631535B45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3770488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Athena Works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7A5E5F-4550-68B1-C288-AF219B8E8A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Supported Data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Formats: CSV, TSV, JSON, Parquet, ORC.</a:t>
            </a:r>
          </a:p>
          <a:p>
            <a:r>
              <a:t>• Compression: Snappy, Zlib, GZIP.</a:t>
            </a:r>
          </a:p>
          <a:p>
            <a:r>
              <a:t>• Data types: Simple (INT, VARCHAR) and complex (MAP, ARRAY).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Catalog and Metadata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917241-D65C-C635-C952-12DFEA9756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2379636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Creating Tables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DF2E8A7-8381-2D60-8021-0621F36CF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527986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Partitioning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Partitioning reduces data scanned and cost.</a:t>
            </a:r>
          </a:p>
          <a:p>
            <a:r>
              <a:t>• Use Parquet/ORC for better performance.</a:t>
            </a:r>
          </a:p>
          <a:p>
            <a:r>
              <a:t>• Partition by frequently queried columns (e.g., date).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Access and Integration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206B22-4E99-61C7-8153-DFC39C116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497910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and Serverless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infrastructure management.</a:t>
            </a:r>
          </a:p>
          <a:p>
            <a:r>
              <a:t>• Auto-scales with query size.</a:t>
            </a:r>
          </a:p>
          <a:p>
            <a:r>
              <a:t>• Pay only for data scanned.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Cost Model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8B9D3E-A6E3-F015-1C9F-46B0B778EA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0336560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Security and Governance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B03898-BE0C-6F4D-2525-7189AB128D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88934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Limits and Quotas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Limits on concurrent queries and result size.</a:t>
            </a:r>
          </a:p>
          <a:p>
            <a:r>
              <a:t>• Review AWS Quotas to avoid exceeding limits.</a:t>
            </a:r>
          </a:p>
          <a:p>
            <a:r>
              <a:t>• Optimize queries to handle large data efficiently.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Data Lake Architecture with Athena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241B96-FDD7-8E4A-CA95-5E902A835F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49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Optimizing Query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6EABE7-CE5D-0A4F-2CE6-18D38C832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74274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Format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Prefer Parquet/ORC for efficiency.</a:t>
            </a:r>
          </a:p>
          <a:p>
            <a:r>
              <a:t>• Convert text formats to columnar.</a:t>
            </a:r>
          </a:p>
          <a:p>
            <a:r>
              <a:t>• Partition data by relevant columns (e.g., date, region).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Case: Log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Store application logs in S3.</a:t>
            </a:r>
          </a:p>
          <a:p>
            <a:r>
              <a:t>• Define Athena tables and partitions.</a:t>
            </a:r>
          </a:p>
          <a:p>
            <a:r>
              <a:t>• Query for insights (errors, usage patterns).</a:t>
            </a:r>
          </a:p>
          <a:p>
            <a:r>
              <a:t>• Visualize with QuickSight.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Use Case: Business Intelligence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886CEF-9E5D-C494-1EB3-1361364C36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9765149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Use Case: Federated Queries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1BB963-3AFC-27ED-B204-EC15DD6959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8029704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1414B5-6C83-84C4-8A8B-1E809E44B4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261125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t>• Go to AWS Console → Athena.</a:t>
            </a:r>
          </a:p>
          <a:p>
            <a:r>
              <a:t>• Set result location in S3.</a:t>
            </a:r>
          </a:p>
          <a:p>
            <a:r>
              <a:t>• Create database and table.</a:t>
            </a:r>
          </a:p>
          <a:p>
            <a:r>
              <a:t>• Run first SQL query.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605896"/>
            <a:ext cx="2313633" cy="5646208"/>
          </a:xfrm>
        </p:spPr>
        <p:txBody>
          <a:bodyPr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Monitoring and Best Practices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512" y="605896"/>
            <a:ext cx="4810247" cy="5646208"/>
          </a:xfrm>
        </p:spPr>
        <p:txBody>
          <a:bodyPr anchor="ctr">
            <a:normAutofit/>
          </a:bodyPr>
          <a:lstStyle/>
          <a:p>
            <a:r>
              <a:t>• Enable CloudTrail logging.</a:t>
            </a:r>
          </a:p>
          <a:p>
            <a:r>
              <a:t>• Monitor bytes scanned and query time.</a:t>
            </a:r>
          </a:p>
          <a:p>
            <a:r>
              <a:t>• Restrict IAM permissions and manage cost alerts.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Athena provides serverless SQL for S3 data.</a:t>
            </a:r>
          </a:p>
          <a:p>
            <a:r>
              <a:t>• Key: No infra, pay-per-query, broad format support.</a:t>
            </a:r>
          </a:p>
          <a:p>
            <a:r>
              <a:t>• Next: Try sample data, integrate with BI tools, optimize queries.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372</TotalTime>
  <Words>781</Words>
  <Application>Microsoft Office PowerPoint</Application>
  <PresentationFormat>On-screen Show (4:3)</PresentationFormat>
  <Paragraphs>101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Calibri</vt:lpstr>
      <vt:lpstr>Calibri Light</vt:lpstr>
      <vt:lpstr>Retrospect</vt:lpstr>
      <vt:lpstr>Amazon Athena – Serverless Interactive Query Service</vt:lpstr>
      <vt:lpstr>What is Amazon Athena? (Part 1)</vt:lpstr>
      <vt:lpstr>What is Amazon Athena? (Part 2)</vt:lpstr>
      <vt:lpstr>Key Use Cases</vt:lpstr>
      <vt:lpstr>Athena vs Other Services</vt:lpstr>
      <vt:lpstr>How Athena Works</vt:lpstr>
      <vt:lpstr>Supported Data Formats</vt:lpstr>
      <vt:lpstr>Catalog and Metadata</vt:lpstr>
      <vt:lpstr>Creating Tables</vt:lpstr>
      <vt:lpstr>Partitioning and Performance</vt:lpstr>
      <vt:lpstr>Access and Integration</vt:lpstr>
      <vt:lpstr>Scalability and Serverless</vt:lpstr>
      <vt:lpstr>Cost Model</vt:lpstr>
      <vt:lpstr>Security and Governance</vt:lpstr>
      <vt:lpstr>Service Limits and Quotas</vt:lpstr>
      <vt:lpstr>Data Lake Architecture with Athena</vt:lpstr>
      <vt:lpstr>Optimizing Query Performance</vt:lpstr>
      <vt:lpstr>Data Format Best Practices</vt:lpstr>
      <vt:lpstr>Use Case: Log Analytics</vt:lpstr>
      <vt:lpstr>Use Case: Business Intelligence</vt:lpstr>
      <vt:lpstr>Use Case: Federated Queries</vt:lpstr>
      <vt:lpstr>Limitations</vt:lpstr>
      <vt:lpstr>Getting Started</vt:lpstr>
      <vt:lpstr>Monitoring and Best Practices</vt:lpstr>
      <vt:lpstr>Summary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Arek Popa</cp:lastModifiedBy>
  <cp:revision>2</cp:revision>
  <dcterms:created xsi:type="dcterms:W3CDTF">2013-01-27T09:14:16Z</dcterms:created>
  <dcterms:modified xsi:type="dcterms:W3CDTF">2025-11-17T11:44:49Z</dcterms:modified>
  <cp:category/>
</cp:coreProperties>
</file>