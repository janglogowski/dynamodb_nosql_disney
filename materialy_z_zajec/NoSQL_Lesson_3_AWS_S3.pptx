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4" Type="http://schemas.openxmlformats.org/officeDocument/2006/relationships/image" Target="../media/image55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4" Type="http://schemas.openxmlformats.org/officeDocument/2006/relationships/image" Target="../media/image59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72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4" Type="http://schemas.openxmlformats.org/officeDocument/2006/relationships/image" Target="../media/image78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1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Relationship Id="rId4" Type="http://schemas.openxmlformats.org/officeDocument/2006/relationships/image" Target="../media/image55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4" Type="http://schemas.openxmlformats.org/officeDocument/2006/relationships/image" Target="../media/image59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72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" Type="http://schemas.openxmlformats.org/officeDocument/2006/relationships/image" Target="../media/image75.png"/><Relationship Id="rId4" Type="http://schemas.openxmlformats.org/officeDocument/2006/relationships/image" Target="../media/image78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1F319F-6DF5-4459-9C72-7D46CF53C2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6A74A3E-1F55-4254-B6A5-2C1F68A52199}">
      <dgm:prSet/>
      <dgm:spPr/>
      <dgm:t>
        <a:bodyPr/>
        <a:lstStyle/>
        <a:p>
          <a:r>
            <a:rPr lang="en-US"/>
            <a:t>S3 is object storage built to store and retrieve any amount of data from anywhere.</a:t>
          </a:r>
        </a:p>
      </dgm:t>
    </dgm:pt>
    <dgm:pt modelId="{58EC54FB-4A74-4368-A836-8C4A05577976}" type="parTrans" cxnId="{176F2DC5-D6AB-4359-A6EA-59B798186CBC}">
      <dgm:prSet/>
      <dgm:spPr/>
      <dgm:t>
        <a:bodyPr/>
        <a:lstStyle/>
        <a:p>
          <a:endParaRPr lang="en-US"/>
        </a:p>
      </dgm:t>
    </dgm:pt>
    <dgm:pt modelId="{65E34288-6E84-4BCB-A3B5-47B3C663911E}" type="sibTrans" cxnId="{176F2DC5-D6AB-4359-A6EA-59B798186CBC}">
      <dgm:prSet/>
      <dgm:spPr/>
      <dgm:t>
        <a:bodyPr/>
        <a:lstStyle/>
        <a:p>
          <a:endParaRPr lang="en-US"/>
        </a:p>
      </dgm:t>
    </dgm:pt>
    <dgm:pt modelId="{1627B079-93BB-4848-B08C-BC88107D5496}">
      <dgm:prSet/>
      <dgm:spPr/>
      <dgm:t>
        <a:bodyPr/>
        <a:lstStyle/>
        <a:p>
          <a:r>
            <a:rPr lang="en-US"/>
            <a:t>It offers industry‑leading durability, availability, performance, security, and virtually unlimited scalability at very low cost.</a:t>
          </a:r>
        </a:p>
      </dgm:t>
    </dgm:pt>
    <dgm:pt modelId="{21D55A7F-E704-441A-8D35-9E2C0F20C043}" type="parTrans" cxnId="{00B9D392-9AC7-4135-AF4C-CE734E0E19E1}">
      <dgm:prSet/>
      <dgm:spPr/>
      <dgm:t>
        <a:bodyPr/>
        <a:lstStyle/>
        <a:p>
          <a:endParaRPr lang="en-US"/>
        </a:p>
      </dgm:t>
    </dgm:pt>
    <dgm:pt modelId="{A07F6D80-71C3-4C1B-A9A0-8B092DDF7933}" type="sibTrans" cxnId="{00B9D392-9AC7-4135-AF4C-CE734E0E19E1}">
      <dgm:prSet/>
      <dgm:spPr/>
      <dgm:t>
        <a:bodyPr/>
        <a:lstStyle/>
        <a:p>
          <a:endParaRPr lang="en-US"/>
        </a:p>
      </dgm:t>
    </dgm:pt>
    <dgm:pt modelId="{12893154-35F2-461E-B9D7-01FDA4917345}">
      <dgm:prSet/>
      <dgm:spPr/>
      <dgm:t>
        <a:bodyPr/>
        <a:lstStyle/>
        <a:p>
          <a:r>
            <a:rPr lang="en-US"/>
            <a:t>Pay‑only‑for‑what‑you‑use model; start small and scale.</a:t>
          </a:r>
        </a:p>
      </dgm:t>
    </dgm:pt>
    <dgm:pt modelId="{79DE000A-AF66-4C23-9AE4-48EC32550E79}" type="parTrans" cxnId="{70B20F61-23B4-4A50-BE34-4F80688A1AB9}">
      <dgm:prSet/>
      <dgm:spPr/>
      <dgm:t>
        <a:bodyPr/>
        <a:lstStyle/>
        <a:p>
          <a:endParaRPr lang="en-US"/>
        </a:p>
      </dgm:t>
    </dgm:pt>
    <dgm:pt modelId="{9D611CA8-CBED-4DE5-AC14-1C36EF5EC4BF}" type="sibTrans" cxnId="{70B20F61-23B4-4A50-BE34-4F80688A1AB9}">
      <dgm:prSet/>
      <dgm:spPr/>
      <dgm:t>
        <a:bodyPr/>
        <a:lstStyle/>
        <a:p>
          <a:endParaRPr lang="en-US"/>
        </a:p>
      </dgm:t>
    </dgm:pt>
    <dgm:pt modelId="{1D441953-C414-45AB-83E8-ED7FC0553DCD}" type="pres">
      <dgm:prSet presAssocID="{E11F319F-6DF5-4459-9C72-7D46CF53C2BE}" presName="root" presStyleCnt="0">
        <dgm:presLayoutVars>
          <dgm:dir/>
          <dgm:resizeHandles val="exact"/>
        </dgm:presLayoutVars>
      </dgm:prSet>
      <dgm:spPr/>
    </dgm:pt>
    <dgm:pt modelId="{74BC0825-6A5C-4EC8-8C20-9DF672B0C52C}" type="pres">
      <dgm:prSet presAssocID="{66A74A3E-1F55-4254-B6A5-2C1F68A52199}" presName="compNode" presStyleCnt="0"/>
      <dgm:spPr/>
    </dgm:pt>
    <dgm:pt modelId="{BB941DB0-0D3F-46C6-909B-4E927C68AEF7}" type="pres">
      <dgm:prSet presAssocID="{66A74A3E-1F55-4254-B6A5-2C1F68A52199}" presName="bgRect" presStyleLbl="bgShp" presStyleIdx="0" presStyleCnt="3"/>
      <dgm:spPr/>
    </dgm:pt>
    <dgm:pt modelId="{7EA00672-6CD0-4CA6-80E3-893CACE01483}" type="pres">
      <dgm:prSet presAssocID="{66A74A3E-1F55-4254-B6A5-2C1F68A521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507BC9C-BA47-4274-AAED-975792E825FD}" type="pres">
      <dgm:prSet presAssocID="{66A74A3E-1F55-4254-B6A5-2C1F68A52199}" presName="spaceRect" presStyleCnt="0"/>
      <dgm:spPr/>
    </dgm:pt>
    <dgm:pt modelId="{B5D89EAD-C543-480C-8639-8A6105454725}" type="pres">
      <dgm:prSet presAssocID="{66A74A3E-1F55-4254-B6A5-2C1F68A52199}" presName="parTx" presStyleLbl="revTx" presStyleIdx="0" presStyleCnt="3">
        <dgm:presLayoutVars>
          <dgm:chMax val="0"/>
          <dgm:chPref val="0"/>
        </dgm:presLayoutVars>
      </dgm:prSet>
      <dgm:spPr/>
    </dgm:pt>
    <dgm:pt modelId="{6A00A6CD-62C2-4AB4-8C4C-03D894D96DD7}" type="pres">
      <dgm:prSet presAssocID="{65E34288-6E84-4BCB-A3B5-47B3C663911E}" presName="sibTrans" presStyleCnt="0"/>
      <dgm:spPr/>
    </dgm:pt>
    <dgm:pt modelId="{0B38C95F-9291-4EA4-99FD-082A3BBE98A6}" type="pres">
      <dgm:prSet presAssocID="{1627B079-93BB-4848-B08C-BC88107D5496}" presName="compNode" presStyleCnt="0"/>
      <dgm:spPr/>
    </dgm:pt>
    <dgm:pt modelId="{9082249C-ECB7-4F9D-BFFE-275F886A0991}" type="pres">
      <dgm:prSet presAssocID="{1627B079-93BB-4848-B08C-BC88107D5496}" presName="bgRect" presStyleLbl="bgShp" presStyleIdx="1" presStyleCnt="3"/>
      <dgm:spPr/>
    </dgm:pt>
    <dgm:pt modelId="{B91647DE-1EE5-465B-9C04-BC35A6DEBA62}" type="pres">
      <dgm:prSet presAssocID="{1627B079-93BB-4848-B08C-BC88107D54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94FE723-B80D-4A2F-A90F-CF0117A19E85}" type="pres">
      <dgm:prSet presAssocID="{1627B079-93BB-4848-B08C-BC88107D5496}" presName="spaceRect" presStyleCnt="0"/>
      <dgm:spPr/>
    </dgm:pt>
    <dgm:pt modelId="{FF2A3855-9FDF-459A-85F0-17B337504AB9}" type="pres">
      <dgm:prSet presAssocID="{1627B079-93BB-4848-B08C-BC88107D5496}" presName="parTx" presStyleLbl="revTx" presStyleIdx="1" presStyleCnt="3">
        <dgm:presLayoutVars>
          <dgm:chMax val="0"/>
          <dgm:chPref val="0"/>
        </dgm:presLayoutVars>
      </dgm:prSet>
      <dgm:spPr/>
    </dgm:pt>
    <dgm:pt modelId="{07E909E5-ABF9-42D0-A14D-63C584AC5CA1}" type="pres">
      <dgm:prSet presAssocID="{A07F6D80-71C3-4C1B-A9A0-8B092DDF7933}" presName="sibTrans" presStyleCnt="0"/>
      <dgm:spPr/>
    </dgm:pt>
    <dgm:pt modelId="{94040EEC-C89D-4FF0-96E4-6824F2B521B4}" type="pres">
      <dgm:prSet presAssocID="{12893154-35F2-461E-B9D7-01FDA4917345}" presName="compNode" presStyleCnt="0"/>
      <dgm:spPr/>
    </dgm:pt>
    <dgm:pt modelId="{DA96CBF3-CA3A-47D5-84C9-D3451BCF5752}" type="pres">
      <dgm:prSet presAssocID="{12893154-35F2-461E-B9D7-01FDA4917345}" presName="bgRect" presStyleLbl="bgShp" presStyleIdx="2" presStyleCnt="3"/>
      <dgm:spPr/>
    </dgm:pt>
    <dgm:pt modelId="{70E115CD-89C5-4FE4-A084-2E6DDBDA3559}" type="pres">
      <dgm:prSet presAssocID="{12893154-35F2-461E-B9D7-01FDA49173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FD032912-2B97-4F15-A6B6-E4E2905F2BE3}" type="pres">
      <dgm:prSet presAssocID="{12893154-35F2-461E-B9D7-01FDA4917345}" presName="spaceRect" presStyleCnt="0"/>
      <dgm:spPr/>
    </dgm:pt>
    <dgm:pt modelId="{87BEFAB1-EABC-4A02-A6B6-408C10A33670}" type="pres">
      <dgm:prSet presAssocID="{12893154-35F2-461E-B9D7-01FDA491734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1E5EB05-8F06-45CE-BA29-1A3F01CBDB67}" type="presOf" srcId="{1627B079-93BB-4848-B08C-BC88107D5496}" destId="{FF2A3855-9FDF-459A-85F0-17B337504AB9}" srcOrd="0" destOrd="0" presId="urn:microsoft.com/office/officeart/2018/2/layout/IconVerticalSolidList"/>
    <dgm:cxn modelId="{70B20F61-23B4-4A50-BE34-4F80688A1AB9}" srcId="{E11F319F-6DF5-4459-9C72-7D46CF53C2BE}" destId="{12893154-35F2-461E-B9D7-01FDA4917345}" srcOrd="2" destOrd="0" parTransId="{79DE000A-AF66-4C23-9AE4-48EC32550E79}" sibTransId="{9D611CA8-CBED-4DE5-AC14-1C36EF5EC4BF}"/>
    <dgm:cxn modelId="{00B9D392-9AC7-4135-AF4C-CE734E0E19E1}" srcId="{E11F319F-6DF5-4459-9C72-7D46CF53C2BE}" destId="{1627B079-93BB-4848-B08C-BC88107D5496}" srcOrd="1" destOrd="0" parTransId="{21D55A7F-E704-441A-8D35-9E2C0F20C043}" sibTransId="{A07F6D80-71C3-4C1B-A9A0-8B092DDF7933}"/>
    <dgm:cxn modelId="{0D432F9F-392C-4FE7-A597-ACDDBDEECF17}" type="presOf" srcId="{E11F319F-6DF5-4459-9C72-7D46CF53C2BE}" destId="{1D441953-C414-45AB-83E8-ED7FC0553DCD}" srcOrd="0" destOrd="0" presId="urn:microsoft.com/office/officeart/2018/2/layout/IconVerticalSolidList"/>
    <dgm:cxn modelId="{FF4534BD-6701-4EA3-ABA1-9342D029D52C}" type="presOf" srcId="{66A74A3E-1F55-4254-B6A5-2C1F68A52199}" destId="{B5D89EAD-C543-480C-8639-8A6105454725}" srcOrd="0" destOrd="0" presId="urn:microsoft.com/office/officeart/2018/2/layout/IconVerticalSolidList"/>
    <dgm:cxn modelId="{176F2DC5-D6AB-4359-A6EA-59B798186CBC}" srcId="{E11F319F-6DF5-4459-9C72-7D46CF53C2BE}" destId="{66A74A3E-1F55-4254-B6A5-2C1F68A52199}" srcOrd="0" destOrd="0" parTransId="{58EC54FB-4A74-4368-A836-8C4A05577976}" sibTransId="{65E34288-6E84-4BCB-A3B5-47B3C663911E}"/>
    <dgm:cxn modelId="{F945F4D9-B7A1-4618-B5F4-7854680E92EE}" type="presOf" srcId="{12893154-35F2-461E-B9D7-01FDA4917345}" destId="{87BEFAB1-EABC-4A02-A6B6-408C10A33670}" srcOrd="0" destOrd="0" presId="urn:microsoft.com/office/officeart/2018/2/layout/IconVerticalSolidList"/>
    <dgm:cxn modelId="{BE8D4B8D-7339-489C-9028-1410EF780DD4}" type="presParOf" srcId="{1D441953-C414-45AB-83E8-ED7FC0553DCD}" destId="{74BC0825-6A5C-4EC8-8C20-9DF672B0C52C}" srcOrd="0" destOrd="0" presId="urn:microsoft.com/office/officeart/2018/2/layout/IconVerticalSolidList"/>
    <dgm:cxn modelId="{7FE81822-0C2D-4CF7-9E13-57A245D36BA7}" type="presParOf" srcId="{74BC0825-6A5C-4EC8-8C20-9DF672B0C52C}" destId="{BB941DB0-0D3F-46C6-909B-4E927C68AEF7}" srcOrd="0" destOrd="0" presId="urn:microsoft.com/office/officeart/2018/2/layout/IconVerticalSolidList"/>
    <dgm:cxn modelId="{95AC0484-7460-4AF8-8081-82037E4FCE94}" type="presParOf" srcId="{74BC0825-6A5C-4EC8-8C20-9DF672B0C52C}" destId="{7EA00672-6CD0-4CA6-80E3-893CACE01483}" srcOrd="1" destOrd="0" presId="urn:microsoft.com/office/officeart/2018/2/layout/IconVerticalSolidList"/>
    <dgm:cxn modelId="{650C4E3D-3E29-4E84-8587-A3BB26898B7F}" type="presParOf" srcId="{74BC0825-6A5C-4EC8-8C20-9DF672B0C52C}" destId="{A507BC9C-BA47-4274-AAED-975792E825FD}" srcOrd="2" destOrd="0" presId="urn:microsoft.com/office/officeart/2018/2/layout/IconVerticalSolidList"/>
    <dgm:cxn modelId="{C244BD81-033E-4F17-A1F8-BF3DD4C8E9CD}" type="presParOf" srcId="{74BC0825-6A5C-4EC8-8C20-9DF672B0C52C}" destId="{B5D89EAD-C543-480C-8639-8A6105454725}" srcOrd="3" destOrd="0" presId="urn:microsoft.com/office/officeart/2018/2/layout/IconVerticalSolidList"/>
    <dgm:cxn modelId="{C28C4B25-B34E-4A0E-A687-A99EE4C6CA71}" type="presParOf" srcId="{1D441953-C414-45AB-83E8-ED7FC0553DCD}" destId="{6A00A6CD-62C2-4AB4-8C4C-03D894D96DD7}" srcOrd="1" destOrd="0" presId="urn:microsoft.com/office/officeart/2018/2/layout/IconVerticalSolidList"/>
    <dgm:cxn modelId="{EA488432-67F1-492A-B6A8-78738A645600}" type="presParOf" srcId="{1D441953-C414-45AB-83E8-ED7FC0553DCD}" destId="{0B38C95F-9291-4EA4-99FD-082A3BBE98A6}" srcOrd="2" destOrd="0" presId="urn:microsoft.com/office/officeart/2018/2/layout/IconVerticalSolidList"/>
    <dgm:cxn modelId="{832F2126-111A-4FF5-AB87-609584DF897F}" type="presParOf" srcId="{0B38C95F-9291-4EA4-99FD-082A3BBE98A6}" destId="{9082249C-ECB7-4F9D-BFFE-275F886A0991}" srcOrd="0" destOrd="0" presId="urn:microsoft.com/office/officeart/2018/2/layout/IconVerticalSolidList"/>
    <dgm:cxn modelId="{1FD1C399-A24B-41AE-A583-5D9DAD01A533}" type="presParOf" srcId="{0B38C95F-9291-4EA4-99FD-082A3BBE98A6}" destId="{B91647DE-1EE5-465B-9C04-BC35A6DEBA62}" srcOrd="1" destOrd="0" presId="urn:microsoft.com/office/officeart/2018/2/layout/IconVerticalSolidList"/>
    <dgm:cxn modelId="{0BC82913-8D9F-4188-918F-073834D5C7A6}" type="presParOf" srcId="{0B38C95F-9291-4EA4-99FD-082A3BBE98A6}" destId="{894FE723-B80D-4A2F-A90F-CF0117A19E85}" srcOrd="2" destOrd="0" presId="urn:microsoft.com/office/officeart/2018/2/layout/IconVerticalSolidList"/>
    <dgm:cxn modelId="{CB0A2D6A-E338-4443-964D-97D396BE3120}" type="presParOf" srcId="{0B38C95F-9291-4EA4-99FD-082A3BBE98A6}" destId="{FF2A3855-9FDF-459A-85F0-17B337504AB9}" srcOrd="3" destOrd="0" presId="urn:microsoft.com/office/officeart/2018/2/layout/IconVerticalSolidList"/>
    <dgm:cxn modelId="{7A4CE7C5-E6E3-493C-A944-627B1901453F}" type="presParOf" srcId="{1D441953-C414-45AB-83E8-ED7FC0553DCD}" destId="{07E909E5-ABF9-42D0-A14D-63C584AC5CA1}" srcOrd="3" destOrd="0" presId="urn:microsoft.com/office/officeart/2018/2/layout/IconVerticalSolidList"/>
    <dgm:cxn modelId="{9A27FF26-4F36-4010-B9D2-F8AC3C2402F6}" type="presParOf" srcId="{1D441953-C414-45AB-83E8-ED7FC0553DCD}" destId="{94040EEC-C89D-4FF0-96E4-6824F2B521B4}" srcOrd="4" destOrd="0" presId="urn:microsoft.com/office/officeart/2018/2/layout/IconVerticalSolidList"/>
    <dgm:cxn modelId="{FAA4C81A-C505-49D8-BA0F-A346310FEE22}" type="presParOf" srcId="{94040EEC-C89D-4FF0-96E4-6824F2B521B4}" destId="{DA96CBF3-CA3A-47D5-84C9-D3451BCF5752}" srcOrd="0" destOrd="0" presId="urn:microsoft.com/office/officeart/2018/2/layout/IconVerticalSolidList"/>
    <dgm:cxn modelId="{063C835E-E16C-48EF-B3E5-D1FE32E64CD1}" type="presParOf" srcId="{94040EEC-C89D-4FF0-96E4-6824F2B521B4}" destId="{70E115CD-89C5-4FE4-A084-2E6DDBDA3559}" srcOrd="1" destOrd="0" presId="urn:microsoft.com/office/officeart/2018/2/layout/IconVerticalSolidList"/>
    <dgm:cxn modelId="{25C515D2-7693-4D8E-9E05-885FAE7ACA28}" type="presParOf" srcId="{94040EEC-C89D-4FF0-96E4-6824F2B521B4}" destId="{FD032912-2B97-4F15-A6B6-E4E2905F2BE3}" srcOrd="2" destOrd="0" presId="urn:microsoft.com/office/officeart/2018/2/layout/IconVerticalSolidList"/>
    <dgm:cxn modelId="{A1C5B6F8-A4E3-42B9-BB49-6C0920DF0BFA}" type="presParOf" srcId="{94040EEC-C89D-4FF0-96E4-6824F2B521B4}" destId="{87BEFAB1-EABC-4A02-A6B6-408C10A336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637C74-E525-41D5-B0C4-9E5F1F06666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90F1393-4BDB-4259-A43B-A384A7EA4630}">
      <dgm:prSet/>
      <dgm:spPr/>
      <dgm:t>
        <a:bodyPr/>
        <a:lstStyle/>
        <a:p>
          <a:pPr>
            <a:defRPr cap="all"/>
          </a:pPr>
          <a:r>
            <a:rPr lang="en-US"/>
            <a:t>Store virtually any type and amount of data in any format.</a:t>
          </a:r>
        </a:p>
      </dgm:t>
    </dgm:pt>
    <dgm:pt modelId="{DA563CEC-DCF6-423A-9D8D-AFE0B4622BF7}" type="parTrans" cxnId="{D19A536F-5101-43BD-A918-575A6B076FCA}">
      <dgm:prSet/>
      <dgm:spPr/>
      <dgm:t>
        <a:bodyPr/>
        <a:lstStyle/>
        <a:p>
          <a:endParaRPr lang="en-US"/>
        </a:p>
      </dgm:t>
    </dgm:pt>
    <dgm:pt modelId="{EA837CF3-89BC-414F-BD45-E06AC0415184}" type="sibTrans" cxnId="{D19A536F-5101-43BD-A918-575A6B076FCA}">
      <dgm:prSet/>
      <dgm:spPr/>
      <dgm:t>
        <a:bodyPr/>
        <a:lstStyle/>
        <a:p>
          <a:endParaRPr lang="en-US"/>
        </a:p>
      </dgm:t>
    </dgm:pt>
    <dgm:pt modelId="{B68F18F8-19C1-42AC-BF32-BCAD42C7A9DB}">
      <dgm:prSet/>
      <dgm:spPr/>
      <dgm:t>
        <a:bodyPr/>
        <a:lstStyle/>
        <a:p>
          <a:pPr>
            <a:defRPr cap="all"/>
          </a:pPr>
          <a:r>
            <a:rPr lang="en-US"/>
            <a:t>Retrieve or read the same piece of data millions of times or only occasionally for disaster recovery.</a:t>
          </a:r>
        </a:p>
      </dgm:t>
    </dgm:pt>
    <dgm:pt modelId="{0AB2240C-C995-48E8-A1F2-712036D78863}" type="parTrans" cxnId="{15278A18-31E0-4951-B0F3-99C2103CA048}">
      <dgm:prSet/>
      <dgm:spPr/>
      <dgm:t>
        <a:bodyPr/>
        <a:lstStyle/>
        <a:p>
          <a:endParaRPr lang="en-US"/>
        </a:p>
      </dgm:t>
    </dgm:pt>
    <dgm:pt modelId="{5A817CBD-533C-424C-9CF1-00A348FE4C90}" type="sibTrans" cxnId="{15278A18-31E0-4951-B0F3-99C2103CA048}">
      <dgm:prSet/>
      <dgm:spPr/>
      <dgm:t>
        <a:bodyPr/>
        <a:lstStyle/>
        <a:p>
          <a:endParaRPr lang="en-US"/>
        </a:p>
      </dgm:t>
    </dgm:pt>
    <dgm:pt modelId="{B9245EF4-A06A-4608-A2C5-642CFEB58377}">
      <dgm:prSet/>
      <dgm:spPr/>
      <dgm:t>
        <a:bodyPr/>
        <a:lstStyle/>
        <a:p>
          <a:pPr>
            <a:defRPr cap="all"/>
          </a:pPr>
          <a:r>
            <a:rPr lang="en-US"/>
            <a:t>Use it for simple FTP‑style apps, web apps, or sophisticated analytics/data lakes.</a:t>
          </a:r>
        </a:p>
      </dgm:t>
    </dgm:pt>
    <dgm:pt modelId="{B5084436-FE72-42C7-AB9C-B1B72EA040D0}" type="parTrans" cxnId="{2EE93F03-16AE-4850-9429-A5D643391B35}">
      <dgm:prSet/>
      <dgm:spPr/>
      <dgm:t>
        <a:bodyPr/>
        <a:lstStyle/>
        <a:p>
          <a:endParaRPr lang="en-US"/>
        </a:p>
      </dgm:t>
    </dgm:pt>
    <dgm:pt modelId="{7A119CF4-B262-4C4E-90B4-A33809949D37}" type="sibTrans" cxnId="{2EE93F03-16AE-4850-9429-A5D643391B35}">
      <dgm:prSet/>
      <dgm:spPr/>
      <dgm:t>
        <a:bodyPr/>
        <a:lstStyle/>
        <a:p>
          <a:endParaRPr lang="en-US"/>
        </a:p>
      </dgm:t>
    </dgm:pt>
    <dgm:pt modelId="{F9114C96-DB86-4053-B0F8-7A89D9C3882E}">
      <dgm:prSet/>
      <dgm:spPr/>
      <dgm:t>
        <a:bodyPr/>
        <a:lstStyle/>
        <a:p>
          <a:pPr>
            <a:defRPr cap="all"/>
          </a:pPr>
          <a:r>
            <a:rPr lang="en-US"/>
            <a:t>Focus on innovation rather than storage infrastructure.</a:t>
          </a:r>
        </a:p>
      </dgm:t>
    </dgm:pt>
    <dgm:pt modelId="{47E03505-F86E-403F-9DC3-50470378E38A}" type="parTrans" cxnId="{E8925D8B-AEFB-4908-A8DB-BF3BCB5D91CE}">
      <dgm:prSet/>
      <dgm:spPr/>
      <dgm:t>
        <a:bodyPr/>
        <a:lstStyle/>
        <a:p>
          <a:endParaRPr lang="en-US"/>
        </a:p>
      </dgm:t>
    </dgm:pt>
    <dgm:pt modelId="{FF617B9D-B639-4CE8-BDD2-F47255594898}" type="sibTrans" cxnId="{E8925D8B-AEFB-4908-A8DB-BF3BCB5D91CE}">
      <dgm:prSet/>
      <dgm:spPr/>
      <dgm:t>
        <a:bodyPr/>
        <a:lstStyle/>
        <a:p>
          <a:endParaRPr lang="en-US"/>
        </a:p>
      </dgm:t>
    </dgm:pt>
    <dgm:pt modelId="{FD6D7876-A553-4C4E-98E2-EC0F9FFEFC9D}" type="pres">
      <dgm:prSet presAssocID="{2E637C74-E525-41D5-B0C4-9E5F1F06666A}" presName="root" presStyleCnt="0">
        <dgm:presLayoutVars>
          <dgm:dir/>
          <dgm:resizeHandles val="exact"/>
        </dgm:presLayoutVars>
      </dgm:prSet>
      <dgm:spPr/>
    </dgm:pt>
    <dgm:pt modelId="{AA7D5B12-E51E-4F96-A8F8-1FEE45AD4E13}" type="pres">
      <dgm:prSet presAssocID="{D90F1393-4BDB-4259-A43B-A384A7EA4630}" presName="compNode" presStyleCnt="0"/>
      <dgm:spPr/>
    </dgm:pt>
    <dgm:pt modelId="{C0D9232C-D8A1-4B6E-95C6-FF612CA3B528}" type="pres">
      <dgm:prSet presAssocID="{D90F1393-4BDB-4259-A43B-A384A7EA4630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AFA9ECE-02DF-4C41-A8E8-8D480F973579}" type="pres">
      <dgm:prSet presAssocID="{D90F1393-4BDB-4259-A43B-A384A7EA463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4237CEE-74CF-4946-97F3-01BFD21580C0}" type="pres">
      <dgm:prSet presAssocID="{D90F1393-4BDB-4259-A43B-A384A7EA4630}" presName="spaceRect" presStyleCnt="0"/>
      <dgm:spPr/>
    </dgm:pt>
    <dgm:pt modelId="{3D15C22F-F48E-4FA2-8FC9-40CFA547A460}" type="pres">
      <dgm:prSet presAssocID="{D90F1393-4BDB-4259-A43B-A384A7EA4630}" presName="textRect" presStyleLbl="revTx" presStyleIdx="0" presStyleCnt="4">
        <dgm:presLayoutVars>
          <dgm:chMax val="1"/>
          <dgm:chPref val="1"/>
        </dgm:presLayoutVars>
      </dgm:prSet>
      <dgm:spPr/>
    </dgm:pt>
    <dgm:pt modelId="{2010494D-4DDF-4831-9F28-BF8B617430C5}" type="pres">
      <dgm:prSet presAssocID="{EA837CF3-89BC-414F-BD45-E06AC0415184}" presName="sibTrans" presStyleCnt="0"/>
      <dgm:spPr/>
    </dgm:pt>
    <dgm:pt modelId="{2AC9B978-B374-42EA-9865-75AB2CA71C7D}" type="pres">
      <dgm:prSet presAssocID="{B68F18F8-19C1-42AC-BF32-BCAD42C7A9DB}" presName="compNode" presStyleCnt="0"/>
      <dgm:spPr/>
    </dgm:pt>
    <dgm:pt modelId="{5F91A71A-7C5C-4212-AB9E-5129233B3E00}" type="pres">
      <dgm:prSet presAssocID="{B68F18F8-19C1-42AC-BF32-BCAD42C7A9DB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A29424D-55AC-4F9E-8E92-77B8019863FF}" type="pres">
      <dgm:prSet presAssocID="{B68F18F8-19C1-42AC-BF32-BCAD42C7A9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50B460C3-FDAB-4E13-B2ED-DEE179FFB035}" type="pres">
      <dgm:prSet presAssocID="{B68F18F8-19C1-42AC-BF32-BCAD42C7A9DB}" presName="spaceRect" presStyleCnt="0"/>
      <dgm:spPr/>
    </dgm:pt>
    <dgm:pt modelId="{C4F0D616-F80D-4998-9E04-F5A06C5C9DC7}" type="pres">
      <dgm:prSet presAssocID="{B68F18F8-19C1-42AC-BF32-BCAD42C7A9DB}" presName="textRect" presStyleLbl="revTx" presStyleIdx="1" presStyleCnt="4">
        <dgm:presLayoutVars>
          <dgm:chMax val="1"/>
          <dgm:chPref val="1"/>
        </dgm:presLayoutVars>
      </dgm:prSet>
      <dgm:spPr/>
    </dgm:pt>
    <dgm:pt modelId="{5BD58637-B180-4AD8-9765-5DC0C51138BD}" type="pres">
      <dgm:prSet presAssocID="{5A817CBD-533C-424C-9CF1-00A348FE4C90}" presName="sibTrans" presStyleCnt="0"/>
      <dgm:spPr/>
    </dgm:pt>
    <dgm:pt modelId="{A7C2DB8C-2A2C-42FD-9BDA-B628AD4B037A}" type="pres">
      <dgm:prSet presAssocID="{B9245EF4-A06A-4608-A2C5-642CFEB58377}" presName="compNode" presStyleCnt="0"/>
      <dgm:spPr/>
    </dgm:pt>
    <dgm:pt modelId="{DFF63A63-B26B-4DD5-8D7D-BD362F1FE1A6}" type="pres">
      <dgm:prSet presAssocID="{B9245EF4-A06A-4608-A2C5-642CFEB5837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8B12634-0F78-47E8-9537-FFE5877B0151}" type="pres">
      <dgm:prSet presAssocID="{B9245EF4-A06A-4608-A2C5-642CFEB583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3B24EDE-3BC4-4527-8CEF-245FC6B447BE}" type="pres">
      <dgm:prSet presAssocID="{B9245EF4-A06A-4608-A2C5-642CFEB58377}" presName="spaceRect" presStyleCnt="0"/>
      <dgm:spPr/>
    </dgm:pt>
    <dgm:pt modelId="{E4D91877-D175-4E33-A38E-59EE2DFA2886}" type="pres">
      <dgm:prSet presAssocID="{B9245EF4-A06A-4608-A2C5-642CFEB58377}" presName="textRect" presStyleLbl="revTx" presStyleIdx="2" presStyleCnt="4">
        <dgm:presLayoutVars>
          <dgm:chMax val="1"/>
          <dgm:chPref val="1"/>
        </dgm:presLayoutVars>
      </dgm:prSet>
      <dgm:spPr/>
    </dgm:pt>
    <dgm:pt modelId="{9179836D-5984-4A40-8B3A-4152C69087FE}" type="pres">
      <dgm:prSet presAssocID="{7A119CF4-B262-4C4E-90B4-A33809949D37}" presName="sibTrans" presStyleCnt="0"/>
      <dgm:spPr/>
    </dgm:pt>
    <dgm:pt modelId="{D458BEBA-B5D8-41C9-AA7D-63B6309EBA03}" type="pres">
      <dgm:prSet presAssocID="{F9114C96-DB86-4053-B0F8-7A89D9C3882E}" presName="compNode" presStyleCnt="0"/>
      <dgm:spPr/>
    </dgm:pt>
    <dgm:pt modelId="{78BB1D6E-661F-409E-AFD0-99016F4C1D6C}" type="pres">
      <dgm:prSet presAssocID="{F9114C96-DB86-4053-B0F8-7A89D9C3882E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1A551D6-5328-49BE-B554-F9B06837B391}" type="pres">
      <dgm:prSet presAssocID="{F9114C96-DB86-4053-B0F8-7A89D9C388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A534E00-9732-4703-82CE-89B3B3AD5F26}" type="pres">
      <dgm:prSet presAssocID="{F9114C96-DB86-4053-B0F8-7A89D9C3882E}" presName="spaceRect" presStyleCnt="0"/>
      <dgm:spPr/>
    </dgm:pt>
    <dgm:pt modelId="{CF3DB561-4065-49B9-A17B-D09FE900B6B1}" type="pres">
      <dgm:prSet presAssocID="{F9114C96-DB86-4053-B0F8-7A89D9C3882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EE93F03-16AE-4850-9429-A5D643391B35}" srcId="{2E637C74-E525-41D5-B0C4-9E5F1F06666A}" destId="{B9245EF4-A06A-4608-A2C5-642CFEB58377}" srcOrd="2" destOrd="0" parTransId="{B5084436-FE72-42C7-AB9C-B1B72EA040D0}" sibTransId="{7A119CF4-B262-4C4E-90B4-A33809949D37}"/>
    <dgm:cxn modelId="{67435E03-FFEB-4E9F-8AAA-F16A2D698DD5}" type="presOf" srcId="{D90F1393-4BDB-4259-A43B-A384A7EA4630}" destId="{3D15C22F-F48E-4FA2-8FC9-40CFA547A460}" srcOrd="0" destOrd="0" presId="urn:microsoft.com/office/officeart/2018/5/layout/IconLeafLabelList"/>
    <dgm:cxn modelId="{71BECF17-6358-4D4D-9C42-BAE08C4F17DA}" type="presOf" srcId="{2E637C74-E525-41D5-B0C4-9E5F1F06666A}" destId="{FD6D7876-A553-4C4E-98E2-EC0F9FFEFC9D}" srcOrd="0" destOrd="0" presId="urn:microsoft.com/office/officeart/2018/5/layout/IconLeafLabelList"/>
    <dgm:cxn modelId="{15278A18-31E0-4951-B0F3-99C2103CA048}" srcId="{2E637C74-E525-41D5-B0C4-9E5F1F06666A}" destId="{B68F18F8-19C1-42AC-BF32-BCAD42C7A9DB}" srcOrd="1" destOrd="0" parTransId="{0AB2240C-C995-48E8-A1F2-712036D78863}" sibTransId="{5A817CBD-533C-424C-9CF1-00A348FE4C90}"/>
    <dgm:cxn modelId="{8ED6452C-7B36-48A9-8A38-DFE995565730}" type="presOf" srcId="{B68F18F8-19C1-42AC-BF32-BCAD42C7A9DB}" destId="{C4F0D616-F80D-4998-9E04-F5A06C5C9DC7}" srcOrd="0" destOrd="0" presId="urn:microsoft.com/office/officeart/2018/5/layout/IconLeafLabelList"/>
    <dgm:cxn modelId="{77D89749-E4B0-4D33-A407-41A4F2888CAA}" type="presOf" srcId="{B9245EF4-A06A-4608-A2C5-642CFEB58377}" destId="{E4D91877-D175-4E33-A38E-59EE2DFA2886}" srcOrd="0" destOrd="0" presId="urn:microsoft.com/office/officeart/2018/5/layout/IconLeafLabelList"/>
    <dgm:cxn modelId="{864C9C6B-55CF-40C7-99A6-6ACCAA750FD4}" type="presOf" srcId="{F9114C96-DB86-4053-B0F8-7A89D9C3882E}" destId="{CF3DB561-4065-49B9-A17B-D09FE900B6B1}" srcOrd="0" destOrd="0" presId="urn:microsoft.com/office/officeart/2018/5/layout/IconLeafLabelList"/>
    <dgm:cxn modelId="{D19A536F-5101-43BD-A918-575A6B076FCA}" srcId="{2E637C74-E525-41D5-B0C4-9E5F1F06666A}" destId="{D90F1393-4BDB-4259-A43B-A384A7EA4630}" srcOrd="0" destOrd="0" parTransId="{DA563CEC-DCF6-423A-9D8D-AFE0B4622BF7}" sibTransId="{EA837CF3-89BC-414F-BD45-E06AC0415184}"/>
    <dgm:cxn modelId="{E8925D8B-AEFB-4908-A8DB-BF3BCB5D91CE}" srcId="{2E637C74-E525-41D5-B0C4-9E5F1F06666A}" destId="{F9114C96-DB86-4053-B0F8-7A89D9C3882E}" srcOrd="3" destOrd="0" parTransId="{47E03505-F86E-403F-9DC3-50470378E38A}" sibTransId="{FF617B9D-B639-4CE8-BDD2-F47255594898}"/>
    <dgm:cxn modelId="{9176C671-C1E8-4B9A-865B-E11597DBED62}" type="presParOf" srcId="{FD6D7876-A553-4C4E-98E2-EC0F9FFEFC9D}" destId="{AA7D5B12-E51E-4F96-A8F8-1FEE45AD4E13}" srcOrd="0" destOrd="0" presId="urn:microsoft.com/office/officeart/2018/5/layout/IconLeafLabelList"/>
    <dgm:cxn modelId="{6D26F7E4-04DD-420A-B076-7FFAE31C41A9}" type="presParOf" srcId="{AA7D5B12-E51E-4F96-A8F8-1FEE45AD4E13}" destId="{C0D9232C-D8A1-4B6E-95C6-FF612CA3B528}" srcOrd="0" destOrd="0" presId="urn:microsoft.com/office/officeart/2018/5/layout/IconLeafLabelList"/>
    <dgm:cxn modelId="{609E3016-FB7F-4DCD-8A41-22297569B1A8}" type="presParOf" srcId="{AA7D5B12-E51E-4F96-A8F8-1FEE45AD4E13}" destId="{BAFA9ECE-02DF-4C41-A8E8-8D480F973579}" srcOrd="1" destOrd="0" presId="urn:microsoft.com/office/officeart/2018/5/layout/IconLeafLabelList"/>
    <dgm:cxn modelId="{023DA02B-964A-403E-8A3B-963E76B013F8}" type="presParOf" srcId="{AA7D5B12-E51E-4F96-A8F8-1FEE45AD4E13}" destId="{A4237CEE-74CF-4946-97F3-01BFD21580C0}" srcOrd="2" destOrd="0" presId="urn:microsoft.com/office/officeart/2018/5/layout/IconLeafLabelList"/>
    <dgm:cxn modelId="{357A0050-0278-4C2F-9CE3-AA65B72079B2}" type="presParOf" srcId="{AA7D5B12-E51E-4F96-A8F8-1FEE45AD4E13}" destId="{3D15C22F-F48E-4FA2-8FC9-40CFA547A460}" srcOrd="3" destOrd="0" presId="urn:microsoft.com/office/officeart/2018/5/layout/IconLeafLabelList"/>
    <dgm:cxn modelId="{F61F49CC-C7E6-48FA-8419-EAFF1C5CA0EB}" type="presParOf" srcId="{FD6D7876-A553-4C4E-98E2-EC0F9FFEFC9D}" destId="{2010494D-4DDF-4831-9F28-BF8B617430C5}" srcOrd="1" destOrd="0" presId="urn:microsoft.com/office/officeart/2018/5/layout/IconLeafLabelList"/>
    <dgm:cxn modelId="{0657524B-5014-4004-889A-8AE2BD06E8A0}" type="presParOf" srcId="{FD6D7876-A553-4C4E-98E2-EC0F9FFEFC9D}" destId="{2AC9B978-B374-42EA-9865-75AB2CA71C7D}" srcOrd="2" destOrd="0" presId="urn:microsoft.com/office/officeart/2018/5/layout/IconLeafLabelList"/>
    <dgm:cxn modelId="{E5191C58-3B8C-4808-A22B-3B47D98EB15A}" type="presParOf" srcId="{2AC9B978-B374-42EA-9865-75AB2CA71C7D}" destId="{5F91A71A-7C5C-4212-AB9E-5129233B3E00}" srcOrd="0" destOrd="0" presId="urn:microsoft.com/office/officeart/2018/5/layout/IconLeafLabelList"/>
    <dgm:cxn modelId="{AFBD2CDC-0F39-4763-820A-FD8AF9442180}" type="presParOf" srcId="{2AC9B978-B374-42EA-9865-75AB2CA71C7D}" destId="{CA29424D-55AC-4F9E-8E92-77B8019863FF}" srcOrd="1" destOrd="0" presId="urn:microsoft.com/office/officeart/2018/5/layout/IconLeafLabelList"/>
    <dgm:cxn modelId="{C7F60129-F1F0-45BA-888D-839ED0BB3824}" type="presParOf" srcId="{2AC9B978-B374-42EA-9865-75AB2CA71C7D}" destId="{50B460C3-FDAB-4E13-B2ED-DEE179FFB035}" srcOrd="2" destOrd="0" presId="urn:microsoft.com/office/officeart/2018/5/layout/IconLeafLabelList"/>
    <dgm:cxn modelId="{8B4E9755-E291-4C94-9DC9-7C17720F3A81}" type="presParOf" srcId="{2AC9B978-B374-42EA-9865-75AB2CA71C7D}" destId="{C4F0D616-F80D-4998-9E04-F5A06C5C9DC7}" srcOrd="3" destOrd="0" presId="urn:microsoft.com/office/officeart/2018/5/layout/IconLeafLabelList"/>
    <dgm:cxn modelId="{354FDC4A-F141-42AE-B339-ED8F39A0FDDC}" type="presParOf" srcId="{FD6D7876-A553-4C4E-98E2-EC0F9FFEFC9D}" destId="{5BD58637-B180-4AD8-9765-5DC0C51138BD}" srcOrd="3" destOrd="0" presId="urn:microsoft.com/office/officeart/2018/5/layout/IconLeafLabelList"/>
    <dgm:cxn modelId="{69DDFBC5-A525-4262-AF86-2FEF6879796A}" type="presParOf" srcId="{FD6D7876-A553-4C4E-98E2-EC0F9FFEFC9D}" destId="{A7C2DB8C-2A2C-42FD-9BDA-B628AD4B037A}" srcOrd="4" destOrd="0" presId="urn:microsoft.com/office/officeart/2018/5/layout/IconLeafLabelList"/>
    <dgm:cxn modelId="{5CAA362D-2BC9-4BF8-89D7-EA1AF8606C34}" type="presParOf" srcId="{A7C2DB8C-2A2C-42FD-9BDA-B628AD4B037A}" destId="{DFF63A63-B26B-4DD5-8D7D-BD362F1FE1A6}" srcOrd="0" destOrd="0" presId="urn:microsoft.com/office/officeart/2018/5/layout/IconLeafLabelList"/>
    <dgm:cxn modelId="{B3A41DBA-EE81-44CC-97D4-0F29C1DC7F04}" type="presParOf" srcId="{A7C2DB8C-2A2C-42FD-9BDA-B628AD4B037A}" destId="{08B12634-0F78-47E8-9537-FFE5877B0151}" srcOrd="1" destOrd="0" presId="urn:microsoft.com/office/officeart/2018/5/layout/IconLeafLabelList"/>
    <dgm:cxn modelId="{44335F81-0222-4E4F-9029-F6AE472EE03C}" type="presParOf" srcId="{A7C2DB8C-2A2C-42FD-9BDA-B628AD4B037A}" destId="{C3B24EDE-3BC4-4527-8CEF-245FC6B447BE}" srcOrd="2" destOrd="0" presId="urn:microsoft.com/office/officeart/2018/5/layout/IconLeafLabelList"/>
    <dgm:cxn modelId="{83C6AD17-AE08-4CBF-86D5-71C9E6AFAE12}" type="presParOf" srcId="{A7C2DB8C-2A2C-42FD-9BDA-B628AD4B037A}" destId="{E4D91877-D175-4E33-A38E-59EE2DFA2886}" srcOrd="3" destOrd="0" presId="urn:microsoft.com/office/officeart/2018/5/layout/IconLeafLabelList"/>
    <dgm:cxn modelId="{5A51BF2B-C389-4F7B-8C50-1E755139C46E}" type="presParOf" srcId="{FD6D7876-A553-4C4E-98E2-EC0F9FFEFC9D}" destId="{9179836D-5984-4A40-8B3A-4152C69087FE}" srcOrd="5" destOrd="0" presId="urn:microsoft.com/office/officeart/2018/5/layout/IconLeafLabelList"/>
    <dgm:cxn modelId="{DA30E5A5-2A7B-4A71-8C2B-92CCC5975B32}" type="presParOf" srcId="{FD6D7876-A553-4C4E-98E2-EC0F9FFEFC9D}" destId="{D458BEBA-B5D8-41C9-AA7D-63B6309EBA03}" srcOrd="6" destOrd="0" presId="urn:microsoft.com/office/officeart/2018/5/layout/IconLeafLabelList"/>
    <dgm:cxn modelId="{3C7881FA-8D34-46C6-8111-51F65AD741F2}" type="presParOf" srcId="{D458BEBA-B5D8-41C9-AA7D-63B6309EBA03}" destId="{78BB1D6E-661F-409E-AFD0-99016F4C1D6C}" srcOrd="0" destOrd="0" presId="urn:microsoft.com/office/officeart/2018/5/layout/IconLeafLabelList"/>
    <dgm:cxn modelId="{30460C11-2742-4906-85D5-532122BFF2CC}" type="presParOf" srcId="{D458BEBA-B5D8-41C9-AA7D-63B6309EBA03}" destId="{51A551D6-5328-49BE-B554-F9B06837B391}" srcOrd="1" destOrd="0" presId="urn:microsoft.com/office/officeart/2018/5/layout/IconLeafLabelList"/>
    <dgm:cxn modelId="{0907C614-253D-4365-8242-AC2DBFDAB137}" type="presParOf" srcId="{D458BEBA-B5D8-41C9-AA7D-63B6309EBA03}" destId="{6A534E00-9732-4703-82CE-89B3B3AD5F26}" srcOrd="2" destOrd="0" presId="urn:microsoft.com/office/officeart/2018/5/layout/IconLeafLabelList"/>
    <dgm:cxn modelId="{94E5914A-AF56-4431-9F1B-78ED6883317B}" type="presParOf" srcId="{D458BEBA-B5D8-41C9-AA7D-63B6309EBA03}" destId="{CF3DB561-4065-49B9-A17B-D09FE900B6B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7BEDB2-5EDA-4A67-9E94-0657F2D2CDA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F9B395-8272-4203-974E-5754A96F8857}">
      <dgm:prSet/>
      <dgm:spPr/>
      <dgm:t>
        <a:bodyPr/>
        <a:lstStyle/>
        <a:p>
          <a:r>
            <a:rPr lang="en-US"/>
            <a:t>Requires an AWS account, then go to the S3 console.</a:t>
          </a:r>
        </a:p>
      </dgm:t>
    </dgm:pt>
    <dgm:pt modelId="{CD60B91D-C46C-4750-9E67-C5C859AB9042}" type="parTrans" cxnId="{585861D9-E0AD-4F22-83F0-F2E6B76EF340}">
      <dgm:prSet/>
      <dgm:spPr/>
      <dgm:t>
        <a:bodyPr/>
        <a:lstStyle/>
        <a:p>
          <a:endParaRPr lang="en-US"/>
        </a:p>
      </dgm:t>
    </dgm:pt>
    <dgm:pt modelId="{A9523B19-B5AD-46D0-A481-89E2892D319D}" type="sibTrans" cxnId="{585861D9-E0AD-4F22-83F0-F2E6B76EF340}">
      <dgm:prSet/>
      <dgm:spPr/>
      <dgm:t>
        <a:bodyPr/>
        <a:lstStyle/>
        <a:p>
          <a:endParaRPr lang="en-US"/>
        </a:p>
      </dgm:t>
    </dgm:pt>
    <dgm:pt modelId="{61CEA39D-4807-4AB2-94EA-11844F718573}">
      <dgm:prSet/>
      <dgm:spPr/>
      <dgm:t>
        <a:bodyPr/>
        <a:lstStyle/>
        <a:p>
          <a:r>
            <a:rPr lang="en-US"/>
            <a:t>Documentation and getting‑started materials guide you.</a:t>
          </a:r>
        </a:p>
      </dgm:t>
    </dgm:pt>
    <dgm:pt modelId="{52CC4DC8-825D-4690-8162-5E4989CD9EF9}" type="parTrans" cxnId="{96AE2E5A-29A8-4055-88C9-5FC09906D7FF}">
      <dgm:prSet/>
      <dgm:spPr/>
      <dgm:t>
        <a:bodyPr/>
        <a:lstStyle/>
        <a:p>
          <a:endParaRPr lang="en-US"/>
        </a:p>
      </dgm:t>
    </dgm:pt>
    <dgm:pt modelId="{D084029C-BA4A-47B7-B942-2AC1E820DFF8}" type="sibTrans" cxnId="{96AE2E5A-29A8-4055-88C9-5FC09906D7FF}">
      <dgm:prSet/>
      <dgm:spPr/>
      <dgm:t>
        <a:bodyPr/>
        <a:lstStyle/>
        <a:p>
          <a:endParaRPr lang="en-US"/>
        </a:p>
      </dgm:t>
    </dgm:pt>
    <dgm:pt modelId="{12B9D488-D041-4500-9E80-E637DD1BE53C}">
      <dgm:prSet/>
      <dgm:spPr/>
      <dgm:t>
        <a:bodyPr/>
        <a:lstStyle/>
        <a:p>
          <a:r>
            <a:rPr lang="en-US"/>
            <a:t>No upfront investment in infrastructure; pay as you go.</a:t>
          </a:r>
        </a:p>
      </dgm:t>
    </dgm:pt>
    <dgm:pt modelId="{591505B1-EA34-4BBC-8FD3-F9A608ED0664}" type="parTrans" cxnId="{7761AF08-7DD9-4793-A2E7-8DBA46F09273}">
      <dgm:prSet/>
      <dgm:spPr/>
      <dgm:t>
        <a:bodyPr/>
        <a:lstStyle/>
        <a:p>
          <a:endParaRPr lang="en-US"/>
        </a:p>
      </dgm:t>
    </dgm:pt>
    <dgm:pt modelId="{4BF95EDC-7DF4-4369-95CB-E8A3E6137F69}" type="sibTrans" cxnId="{7761AF08-7DD9-4793-A2E7-8DBA46F09273}">
      <dgm:prSet/>
      <dgm:spPr/>
      <dgm:t>
        <a:bodyPr/>
        <a:lstStyle/>
        <a:p>
          <a:endParaRPr lang="en-US"/>
        </a:p>
      </dgm:t>
    </dgm:pt>
    <dgm:pt modelId="{98486F93-27ED-4BE8-8D97-1898AA0D50A8}" type="pres">
      <dgm:prSet presAssocID="{987BEDB2-5EDA-4A67-9E94-0657F2D2CD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91CFACA-0162-45A3-8D0C-0938B6B295B6}" type="pres">
      <dgm:prSet presAssocID="{5CF9B395-8272-4203-974E-5754A96F8857}" presName="hierRoot1" presStyleCnt="0"/>
      <dgm:spPr/>
    </dgm:pt>
    <dgm:pt modelId="{E385FC23-A417-402D-A2FE-9069EEE68F36}" type="pres">
      <dgm:prSet presAssocID="{5CF9B395-8272-4203-974E-5754A96F8857}" presName="composite" presStyleCnt="0"/>
      <dgm:spPr/>
    </dgm:pt>
    <dgm:pt modelId="{263A16A4-1A26-4F20-B809-0A3A8EE990AE}" type="pres">
      <dgm:prSet presAssocID="{5CF9B395-8272-4203-974E-5754A96F8857}" presName="background" presStyleLbl="node0" presStyleIdx="0" presStyleCnt="3"/>
      <dgm:spPr/>
    </dgm:pt>
    <dgm:pt modelId="{C60C9E58-ED13-4281-8509-086C5FEFB29A}" type="pres">
      <dgm:prSet presAssocID="{5CF9B395-8272-4203-974E-5754A96F8857}" presName="text" presStyleLbl="fgAcc0" presStyleIdx="0" presStyleCnt="3">
        <dgm:presLayoutVars>
          <dgm:chPref val="3"/>
        </dgm:presLayoutVars>
      </dgm:prSet>
      <dgm:spPr/>
    </dgm:pt>
    <dgm:pt modelId="{3CFFC924-D1C0-4C37-BEE4-F835C508DE1E}" type="pres">
      <dgm:prSet presAssocID="{5CF9B395-8272-4203-974E-5754A96F8857}" presName="hierChild2" presStyleCnt="0"/>
      <dgm:spPr/>
    </dgm:pt>
    <dgm:pt modelId="{E251580B-27A0-44F2-BEE2-9AADA1DECCBE}" type="pres">
      <dgm:prSet presAssocID="{61CEA39D-4807-4AB2-94EA-11844F718573}" presName="hierRoot1" presStyleCnt="0"/>
      <dgm:spPr/>
    </dgm:pt>
    <dgm:pt modelId="{1457FD95-BCF9-439B-8D8F-22B115D116DC}" type="pres">
      <dgm:prSet presAssocID="{61CEA39D-4807-4AB2-94EA-11844F718573}" presName="composite" presStyleCnt="0"/>
      <dgm:spPr/>
    </dgm:pt>
    <dgm:pt modelId="{E60BF52F-4137-4A82-8ECB-879306FAE305}" type="pres">
      <dgm:prSet presAssocID="{61CEA39D-4807-4AB2-94EA-11844F718573}" presName="background" presStyleLbl="node0" presStyleIdx="1" presStyleCnt="3"/>
      <dgm:spPr/>
    </dgm:pt>
    <dgm:pt modelId="{2C13FF5D-2590-4FCE-BFBA-5EF1D1112E69}" type="pres">
      <dgm:prSet presAssocID="{61CEA39D-4807-4AB2-94EA-11844F718573}" presName="text" presStyleLbl="fgAcc0" presStyleIdx="1" presStyleCnt="3">
        <dgm:presLayoutVars>
          <dgm:chPref val="3"/>
        </dgm:presLayoutVars>
      </dgm:prSet>
      <dgm:spPr/>
    </dgm:pt>
    <dgm:pt modelId="{80E7AF95-6F1F-44EA-86FF-9D6B6C15A219}" type="pres">
      <dgm:prSet presAssocID="{61CEA39D-4807-4AB2-94EA-11844F718573}" presName="hierChild2" presStyleCnt="0"/>
      <dgm:spPr/>
    </dgm:pt>
    <dgm:pt modelId="{32E6840F-032C-4261-98EB-AEB8198636ED}" type="pres">
      <dgm:prSet presAssocID="{12B9D488-D041-4500-9E80-E637DD1BE53C}" presName="hierRoot1" presStyleCnt="0"/>
      <dgm:spPr/>
    </dgm:pt>
    <dgm:pt modelId="{FC2AF66F-1DB7-4E0A-A305-9225C68E3805}" type="pres">
      <dgm:prSet presAssocID="{12B9D488-D041-4500-9E80-E637DD1BE53C}" presName="composite" presStyleCnt="0"/>
      <dgm:spPr/>
    </dgm:pt>
    <dgm:pt modelId="{FF606F45-2EFD-4AA7-9657-851C843D0D35}" type="pres">
      <dgm:prSet presAssocID="{12B9D488-D041-4500-9E80-E637DD1BE53C}" presName="background" presStyleLbl="node0" presStyleIdx="2" presStyleCnt="3"/>
      <dgm:spPr/>
    </dgm:pt>
    <dgm:pt modelId="{6C4C2053-DBAD-4758-9454-D411BBAD5D48}" type="pres">
      <dgm:prSet presAssocID="{12B9D488-D041-4500-9E80-E637DD1BE53C}" presName="text" presStyleLbl="fgAcc0" presStyleIdx="2" presStyleCnt="3">
        <dgm:presLayoutVars>
          <dgm:chPref val="3"/>
        </dgm:presLayoutVars>
      </dgm:prSet>
      <dgm:spPr/>
    </dgm:pt>
    <dgm:pt modelId="{402C32A4-3711-44ED-9755-6645F7CD0904}" type="pres">
      <dgm:prSet presAssocID="{12B9D488-D041-4500-9E80-E637DD1BE53C}" presName="hierChild2" presStyleCnt="0"/>
      <dgm:spPr/>
    </dgm:pt>
  </dgm:ptLst>
  <dgm:cxnLst>
    <dgm:cxn modelId="{7761AF08-7DD9-4793-A2E7-8DBA46F09273}" srcId="{987BEDB2-5EDA-4A67-9E94-0657F2D2CDA9}" destId="{12B9D488-D041-4500-9E80-E637DD1BE53C}" srcOrd="2" destOrd="0" parTransId="{591505B1-EA34-4BBC-8FD3-F9A608ED0664}" sibTransId="{4BF95EDC-7DF4-4369-95CB-E8A3E6137F69}"/>
    <dgm:cxn modelId="{A01D6E0B-1D25-4477-8B2E-0076A735A13E}" type="presOf" srcId="{5CF9B395-8272-4203-974E-5754A96F8857}" destId="{C60C9E58-ED13-4281-8509-086C5FEFB29A}" srcOrd="0" destOrd="0" presId="urn:microsoft.com/office/officeart/2005/8/layout/hierarchy1"/>
    <dgm:cxn modelId="{5E1CDC69-5986-44FC-AA98-7909F87CF092}" type="presOf" srcId="{987BEDB2-5EDA-4A67-9E94-0657F2D2CDA9}" destId="{98486F93-27ED-4BE8-8D97-1898AA0D50A8}" srcOrd="0" destOrd="0" presId="urn:microsoft.com/office/officeart/2005/8/layout/hierarchy1"/>
    <dgm:cxn modelId="{7FE1B259-AA90-4D59-910E-60F09D473510}" type="presOf" srcId="{61CEA39D-4807-4AB2-94EA-11844F718573}" destId="{2C13FF5D-2590-4FCE-BFBA-5EF1D1112E69}" srcOrd="0" destOrd="0" presId="urn:microsoft.com/office/officeart/2005/8/layout/hierarchy1"/>
    <dgm:cxn modelId="{96AE2E5A-29A8-4055-88C9-5FC09906D7FF}" srcId="{987BEDB2-5EDA-4A67-9E94-0657F2D2CDA9}" destId="{61CEA39D-4807-4AB2-94EA-11844F718573}" srcOrd="1" destOrd="0" parTransId="{52CC4DC8-825D-4690-8162-5E4989CD9EF9}" sibTransId="{D084029C-BA4A-47B7-B942-2AC1E820DFF8}"/>
    <dgm:cxn modelId="{585861D9-E0AD-4F22-83F0-F2E6B76EF340}" srcId="{987BEDB2-5EDA-4A67-9E94-0657F2D2CDA9}" destId="{5CF9B395-8272-4203-974E-5754A96F8857}" srcOrd="0" destOrd="0" parTransId="{CD60B91D-C46C-4750-9E67-C5C859AB9042}" sibTransId="{A9523B19-B5AD-46D0-A481-89E2892D319D}"/>
    <dgm:cxn modelId="{B12C69F6-07AC-4090-BDBF-D518CDEAB3B6}" type="presOf" srcId="{12B9D488-D041-4500-9E80-E637DD1BE53C}" destId="{6C4C2053-DBAD-4758-9454-D411BBAD5D48}" srcOrd="0" destOrd="0" presId="urn:microsoft.com/office/officeart/2005/8/layout/hierarchy1"/>
    <dgm:cxn modelId="{9AD9F862-7BD8-45D5-B860-15741E750C3A}" type="presParOf" srcId="{98486F93-27ED-4BE8-8D97-1898AA0D50A8}" destId="{E91CFACA-0162-45A3-8D0C-0938B6B295B6}" srcOrd="0" destOrd="0" presId="urn:microsoft.com/office/officeart/2005/8/layout/hierarchy1"/>
    <dgm:cxn modelId="{1043CAEE-6176-4F25-926D-3058855DACCC}" type="presParOf" srcId="{E91CFACA-0162-45A3-8D0C-0938B6B295B6}" destId="{E385FC23-A417-402D-A2FE-9069EEE68F36}" srcOrd="0" destOrd="0" presId="urn:microsoft.com/office/officeart/2005/8/layout/hierarchy1"/>
    <dgm:cxn modelId="{A7439F2B-551F-4E37-B893-254414515079}" type="presParOf" srcId="{E385FC23-A417-402D-A2FE-9069EEE68F36}" destId="{263A16A4-1A26-4F20-B809-0A3A8EE990AE}" srcOrd="0" destOrd="0" presId="urn:microsoft.com/office/officeart/2005/8/layout/hierarchy1"/>
    <dgm:cxn modelId="{B02D56A6-2817-4C85-A27D-EA705EECAC43}" type="presParOf" srcId="{E385FC23-A417-402D-A2FE-9069EEE68F36}" destId="{C60C9E58-ED13-4281-8509-086C5FEFB29A}" srcOrd="1" destOrd="0" presId="urn:microsoft.com/office/officeart/2005/8/layout/hierarchy1"/>
    <dgm:cxn modelId="{89D12DA8-8691-4FBF-8125-6D57CB451C54}" type="presParOf" srcId="{E91CFACA-0162-45A3-8D0C-0938B6B295B6}" destId="{3CFFC924-D1C0-4C37-BEE4-F835C508DE1E}" srcOrd="1" destOrd="0" presId="urn:microsoft.com/office/officeart/2005/8/layout/hierarchy1"/>
    <dgm:cxn modelId="{A7D32D79-0422-4959-B70F-A1F3902988BD}" type="presParOf" srcId="{98486F93-27ED-4BE8-8D97-1898AA0D50A8}" destId="{E251580B-27A0-44F2-BEE2-9AADA1DECCBE}" srcOrd="1" destOrd="0" presId="urn:microsoft.com/office/officeart/2005/8/layout/hierarchy1"/>
    <dgm:cxn modelId="{A35BC626-CBA5-47F7-9211-33E183083100}" type="presParOf" srcId="{E251580B-27A0-44F2-BEE2-9AADA1DECCBE}" destId="{1457FD95-BCF9-439B-8D8F-22B115D116DC}" srcOrd="0" destOrd="0" presId="urn:microsoft.com/office/officeart/2005/8/layout/hierarchy1"/>
    <dgm:cxn modelId="{BDE72E5D-B21B-40FD-AA02-AF3CFEEAB598}" type="presParOf" srcId="{1457FD95-BCF9-439B-8D8F-22B115D116DC}" destId="{E60BF52F-4137-4A82-8ECB-879306FAE305}" srcOrd="0" destOrd="0" presId="urn:microsoft.com/office/officeart/2005/8/layout/hierarchy1"/>
    <dgm:cxn modelId="{641CF02F-8A74-42B0-9450-9A9945D3A444}" type="presParOf" srcId="{1457FD95-BCF9-439B-8D8F-22B115D116DC}" destId="{2C13FF5D-2590-4FCE-BFBA-5EF1D1112E69}" srcOrd="1" destOrd="0" presId="urn:microsoft.com/office/officeart/2005/8/layout/hierarchy1"/>
    <dgm:cxn modelId="{B79BE57E-759C-472D-80A6-0CCDEDE73AC5}" type="presParOf" srcId="{E251580B-27A0-44F2-BEE2-9AADA1DECCBE}" destId="{80E7AF95-6F1F-44EA-86FF-9D6B6C15A219}" srcOrd="1" destOrd="0" presId="urn:microsoft.com/office/officeart/2005/8/layout/hierarchy1"/>
    <dgm:cxn modelId="{DE088E3D-8955-49F1-89AD-01AF137AC746}" type="presParOf" srcId="{98486F93-27ED-4BE8-8D97-1898AA0D50A8}" destId="{32E6840F-032C-4261-98EB-AEB8198636ED}" srcOrd="2" destOrd="0" presId="urn:microsoft.com/office/officeart/2005/8/layout/hierarchy1"/>
    <dgm:cxn modelId="{174422ED-950D-47D3-9589-DB21D8078026}" type="presParOf" srcId="{32E6840F-032C-4261-98EB-AEB8198636ED}" destId="{FC2AF66F-1DB7-4E0A-A305-9225C68E3805}" srcOrd="0" destOrd="0" presId="urn:microsoft.com/office/officeart/2005/8/layout/hierarchy1"/>
    <dgm:cxn modelId="{6000389F-654B-4136-817C-637A03D64A06}" type="presParOf" srcId="{FC2AF66F-1DB7-4E0A-A305-9225C68E3805}" destId="{FF606F45-2EFD-4AA7-9657-851C843D0D35}" srcOrd="0" destOrd="0" presId="urn:microsoft.com/office/officeart/2005/8/layout/hierarchy1"/>
    <dgm:cxn modelId="{7D98A466-883C-4DD5-B33F-3AE02EAC8AB3}" type="presParOf" srcId="{FC2AF66F-1DB7-4E0A-A305-9225C68E3805}" destId="{6C4C2053-DBAD-4758-9454-D411BBAD5D48}" srcOrd="1" destOrd="0" presId="urn:microsoft.com/office/officeart/2005/8/layout/hierarchy1"/>
    <dgm:cxn modelId="{A78DFA00-506A-4127-A4EA-F4E61702C76B}" type="presParOf" srcId="{32E6840F-032C-4261-98EB-AEB8198636ED}" destId="{402C32A4-3711-44ED-9755-6645F7CD090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7110D0-1D23-45DA-B2F6-8FCA8FD33E9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D6C8E07-A04C-43E5-BADA-E812EB4D2604}">
      <dgm:prSet/>
      <dgm:spPr/>
      <dgm:t>
        <a:bodyPr/>
        <a:lstStyle/>
        <a:p>
          <a:r>
            <a:rPr lang="en-US"/>
            <a:t>S3 leverages Amazon’s massive scale with no upfront investment.</a:t>
          </a:r>
        </a:p>
      </dgm:t>
    </dgm:pt>
    <dgm:pt modelId="{F27D1807-05F1-4E98-959A-257598544545}" type="parTrans" cxnId="{26D040F4-3F7B-460B-8037-BA9500FF243B}">
      <dgm:prSet/>
      <dgm:spPr/>
      <dgm:t>
        <a:bodyPr/>
        <a:lstStyle/>
        <a:p>
          <a:endParaRPr lang="en-US"/>
        </a:p>
      </dgm:t>
    </dgm:pt>
    <dgm:pt modelId="{5C5B3D04-3246-4BDD-A328-16180BCC7883}" type="sibTrans" cxnId="{26D040F4-3F7B-460B-8037-BA9500FF243B}">
      <dgm:prSet/>
      <dgm:spPr/>
      <dgm:t>
        <a:bodyPr/>
        <a:lstStyle/>
        <a:p>
          <a:endParaRPr lang="en-US"/>
        </a:p>
      </dgm:t>
    </dgm:pt>
    <dgm:pt modelId="{9CABE625-61E0-419A-91CE-4C46FECE8608}">
      <dgm:prSet/>
      <dgm:spPr/>
      <dgm:t>
        <a:bodyPr/>
        <a:lstStyle/>
        <a:p>
          <a:r>
            <a:rPr lang="en-US"/>
            <a:t>On‑premises requires provisioning and hardware management.</a:t>
          </a:r>
        </a:p>
      </dgm:t>
    </dgm:pt>
    <dgm:pt modelId="{6A4014D6-A342-4AE2-A2CF-68CBCFD6F2EF}" type="parTrans" cxnId="{C81FE244-06BC-43F6-8883-2AD219D6AA0B}">
      <dgm:prSet/>
      <dgm:spPr/>
      <dgm:t>
        <a:bodyPr/>
        <a:lstStyle/>
        <a:p>
          <a:endParaRPr lang="en-US"/>
        </a:p>
      </dgm:t>
    </dgm:pt>
    <dgm:pt modelId="{B2199329-D9C1-4827-9893-36BDB5635B28}" type="sibTrans" cxnId="{C81FE244-06BC-43F6-8883-2AD219D6AA0B}">
      <dgm:prSet/>
      <dgm:spPr/>
      <dgm:t>
        <a:bodyPr/>
        <a:lstStyle/>
        <a:p>
          <a:endParaRPr lang="en-US"/>
        </a:p>
      </dgm:t>
    </dgm:pt>
    <dgm:pt modelId="{F634DFF8-BA53-47E8-B15D-40F9A84A2507}">
      <dgm:prSet/>
      <dgm:spPr/>
      <dgm:t>
        <a:bodyPr/>
        <a:lstStyle/>
        <a:p>
          <a:r>
            <a:rPr lang="en-US"/>
            <a:t>S3 offers fast, accessible, secure storage with operational simplicity.</a:t>
          </a:r>
        </a:p>
      </dgm:t>
    </dgm:pt>
    <dgm:pt modelId="{8B62D30C-6993-4E84-B12E-C00EC10357F0}" type="parTrans" cxnId="{45708A21-E031-4E80-9B48-54776AC9E99F}">
      <dgm:prSet/>
      <dgm:spPr/>
      <dgm:t>
        <a:bodyPr/>
        <a:lstStyle/>
        <a:p>
          <a:endParaRPr lang="en-US"/>
        </a:p>
      </dgm:t>
    </dgm:pt>
    <dgm:pt modelId="{EFC195FE-0905-4EB2-9515-07FD97F0B961}" type="sibTrans" cxnId="{45708A21-E031-4E80-9B48-54776AC9E99F}">
      <dgm:prSet/>
      <dgm:spPr/>
      <dgm:t>
        <a:bodyPr/>
        <a:lstStyle/>
        <a:p>
          <a:endParaRPr lang="en-US"/>
        </a:p>
      </dgm:t>
    </dgm:pt>
    <dgm:pt modelId="{C5B7B2D3-AD3B-41D4-B21B-C5F00B3A3D9D}" type="pres">
      <dgm:prSet presAssocID="{927110D0-1D23-45DA-B2F6-8FCA8FD33E96}" presName="root" presStyleCnt="0">
        <dgm:presLayoutVars>
          <dgm:dir/>
          <dgm:resizeHandles val="exact"/>
        </dgm:presLayoutVars>
      </dgm:prSet>
      <dgm:spPr/>
    </dgm:pt>
    <dgm:pt modelId="{92E40338-13E0-436B-A7E8-512CE8071097}" type="pres">
      <dgm:prSet presAssocID="{CD6C8E07-A04C-43E5-BADA-E812EB4D2604}" presName="compNode" presStyleCnt="0"/>
      <dgm:spPr/>
    </dgm:pt>
    <dgm:pt modelId="{45A3E6D2-8A6F-4F8B-8E89-B00A970CE56F}" type="pres">
      <dgm:prSet presAssocID="{CD6C8E07-A04C-43E5-BADA-E812EB4D2604}" presName="bgRect" presStyleLbl="bgShp" presStyleIdx="0" presStyleCnt="3"/>
      <dgm:spPr/>
    </dgm:pt>
    <dgm:pt modelId="{2BF0722B-66F9-440A-80E9-7AEEEDFE66D4}" type="pres">
      <dgm:prSet presAssocID="{CD6C8E07-A04C-43E5-BADA-E812EB4D26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BD302677-705D-4FFB-ADBE-B93AF4F8A5F2}" type="pres">
      <dgm:prSet presAssocID="{CD6C8E07-A04C-43E5-BADA-E812EB4D2604}" presName="spaceRect" presStyleCnt="0"/>
      <dgm:spPr/>
    </dgm:pt>
    <dgm:pt modelId="{FF7166FE-9A29-4363-8F0A-5A50383327DF}" type="pres">
      <dgm:prSet presAssocID="{CD6C8E07-A04C-43E5-BADA-E812EB4D2604}" presName="parTx" presStyleLbl="revTx" presStyleIdx="0" presStyleCnt="3">
        <dgm:presLayoutVars>
          <dgm:chMax val="0"/>
          <dgm:chPref val="0"/>
        </dgm:presLayoutVars>
      </dgm:prSet>
      <dgm:spPr/>
    </dgm:pt>
    <dgm:pt modelId="{76AE5292-6A1F-4F83-847E-A888AB71A76E}" type="pres">
      <dgm:prSet presAssocID="{5C5B3D04-3246-4BDD-A328-16180BCC7883}" presName="sibTrans" presStyleCnt="0"/>
      <dgm:spPr/>
    </dgm:pt>
    <dgm:pt modelId="{0D27DBFF-3E38-462F-9857-D51CA518FCB4}" type="pres">
      <dgm:prSet presAssocID="{9CABE625-61E0-419A-91CE-4C46FECE8608}" presName="compNode" presStyleCnt="0"/>
      <dgm:spPr/>
    </dgm:pt>
    <dgm:pt modelId="{CB8531D9-9231-40E9-BA0E-E11F80FC8EB8}" type="pres">
      <dgm:prSet presAssocID="{9CABE625-61E0-419A-91CE-4C46FECE8608}" presName="bgRect" presStyleLbl="bgShp" presStyleIdx="1" presStyleCnt="3"/>
      <dgm:spPr/>
    </dgm:pt>
    <dgm:pt modelId="{5AD10075-52D5-4222-ABE1-28A20E380CA7}" type="pres">
      <dgm:prSet presAssocID="{9CABE625-61E0-419A-91CE-4C46FECE860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84481A8-B419-44F2-A58B-1FBB3CD0C2E2}" type="pres">
      <dgm:prSet presAssocID="{9CABE625-61E0-419A-91CE-4C46FECE8608}" presName="spaceRect" presStyleCnt="0"/>
      <dgm:spPr/>
    </dgm:pt>
    <dgm:pt modelId="{9339D576-D64A-44E7-945D-E445D22ECBFD}" type="pres">
      <dgm:prSet presAssocID="{9CABE625-61E0-419A-91CE-4C46FECE8608}" presName="parTx" presStyleLbl="revTx" presStyleIdx="1" presStyleCnt="3">
        <dgm:presLayoutVars>
          <dgm:chMax val="0"/>
          <dgm:chPref val="0"/>
        </dgm:presLayoutVars>
      </dgm:prSet>
      <dgm:spPr/>
    </dgm:pt>
    <dgm:pt modelId="{17106136-C246-4462-9AEF-831C5B691E12}" type="pres">
      <dgm:prSet presAssocID="{B2199329-D9C1-4827-9893-36BDB5635B28}" presName="sibTrans" presStyleCnt="0"/>
      <dgm:spPr/>
    </dgm:pt>
    <dgm:pt modelId="{3AFB920C-5CC8-4F5B-8E23-8D3A42026A88}" type="pres">
      <dgm:prSet presAssocID="{F634DFF8-BA53-47E8-B15D-40F9A84A2507}" presName="compNode" presStyleCnt="0"/>
      <dgm:spPr/>
    </dgm:pt>
    <dgm:pt modelId="{8B46FFBE-5258-473E-AB6A-0D5C777B4277}" type="pres">
      <dgm:prSet presAssocID="{F634DFF8-BA53-47E8-B15D-40F9A84A2507}" presName="bgRect" presStyleLbl="bgShp" presStyleIdx="2" presStyleCnt="3"/>
      <dgm:spPr/>
    </dgm:pt>
    <dgm:pt modelId="{78B5EB6B-CB1E-4B0B-B969-D4CFC34C7C4B}" type="pres">
      <dgm:prSet presAssocID="{F634DFF8-BA53-47E8-B15D-40F9A84A25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8650262-2DDA-4FF2-A51D-6A88111F4624}" type="pres">
      <dgm:prSet presAssocID="{F634DFF8-BA53-47E8-B15D-40F9A84A2507}" presName="spaceRect" presStyleCnt="0"/>
      <dgm:spPr/>
    </dgm:pt>
    <dgm:pt modelId="{817A86B5-933A-474B-8A31-9ADC45E31574}" type="pres">
      <dgm:prSet presAssocID="{F634DFF8-BA53-47E8-B15D-40F9A84A250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D155C13-9952-4193-82BC-613FBF9F41E6}" type="presOf" srcId="{9CABE625-61E0-419A-91CE-4C46FECE8608}" destId="{9339D576-D64A-44E7-945D-E445D22ECBFD}" srcOrd="0" destOrd="0" presId="urn:microsoft.com/office/officeart/2018/2/layout/IconVerticalSolidList"/>
    <dgm:cxn modelId="{45708A21-E031-4E80-9B48-54776AC9E99F}" srcId="{927110D0-1D23-45DA-B2F6-8FCA8FD33E96}" destId="{F634DFF8-BA53-47E8-B15D-40F9A84A2507}" srcOrd="2" destOrd="0" parTransId="{8B62D30C-6993-4E84-B12E-C00EC10357F0}" sibTransId="{EFC195FE-0905-4EB2-9515-07FD97F0B961}"/>
    <dgm:cxn modelId="{C81FE244-06BC-43F6-8883-2AD219D6AA0B}" srcId="{927110D0-1D23-45DA-B2F6-8FCA8FD33E96}" destId="{9CABE625-61E0-419A-91CE-4C46FECE8608}" srcOrd="1" destOrd="0" parTransId="{6A4014D6-A342-4AE2-A2CF-68CBCFD6F2EF}" sibTransId="{B2199329-D9C1-4827-9893-36BDB5635B28}"/>
    <dgm:cxn modelId="{76F90768-1331-4CAB-A9A2-642ACD9408FE}" type="presOf" srcId="{CD6C8E07-A04C-43E5-BADA-E812EB4D2604}" destId="{FF7166FE-9A29-4363-8F0A-5A50383327DF}" srcOrd="0" destOrd="0" presId="urn:microsoft.com/office/officeart/2018/2/layout/IconVerticalSolidList"/>
    <dgm:cxn modelId="{E1BFB586-643C-4FF0-84A7-ABD2EF083637}" type="presOf" srcId="{F634DFF8-BA53-47E8-B15D-40F9A84A2507}" destId="{817A86B5-933A-474B-8A31-9ADC45E31574}" srcOrd="0" destOrd="0" presId="urn:microsoft.com/office/officeart/2018/2/layout/IconVerticalSolidList"/>
    <dgm:cxn modelId="{778D21D5-159A-4497-8084-9E2E8FC897F6}" type="presOf" srcId="{927110D0-1D23-45DA-B2F6-8FCA8FD33E96}" destId="{C5B7B2D3-AD3B-41D4-B21B-C5F00B3A3D9D}" srcOrd="0" destOrd="0" presId="urn:microsoft.com/office/officeart/2018/2/layout/IconVerticalSolidList"/>
    <dgm:cxn modelId="{26D040F4-3F7B-460B-8037-BA9500FF243B}" srcId="{927110D0-1D23-45DA-B2F6-8FCA8FD33E96}" destId="{CD6C8E07-A04C-43E5-BADA-E812EB4D2604}" srcOrd="0" destOrd="0" parTransId="{F27D1807-05F1-4E98-959A-257598544545}" sibTransId="{5C5B3D04-3246-4BDD-A328-16180BCC7883}"/>
    <dgm:cxn modelId="{A66E9AB2-607D-48B0-895E-9998EAD5C049}" type="presParOf" srcId="{C5B7B2D3-AD3B-41D4-B21B-C5F00B3A3D9D}" destId="{92E40338-13E0-436B-A7E8-512CE8071097}" srcOrd="0" destOrd="0" presId="urn:microsoft.com/office/officeart/2018/2/layout/IconVerticalSolidList"/>
    <dgm:cxn modelId="{10639343-0372-4451-ADA1-2457B66259DD}" type="presParOf" srcId="{92E40338-13E0-436B-A7E8-512CE8071097}" destId="{45A3E6D2-8A6F-4F8B-8E89-B00A970CE56F}" srcOrd="0" destOrd="0" presId="urn:microsoft.com/office/officeart/2018/2/layout/IconVerticalSolidList"/>
    <dgm:cxn modelId="{D3A968B9-9C05-4ED3-ABF8-6011D24B2BF6}" type="presParOf" srcId="{92E40338-13E0-436B-A7E8-512CE8071097}" destId="{2BF0722B-66F9-440A-80E9-7AEEEDFE66D4}" srcOrd="1" destOrd="0" presId="urn:microsoft.com/office/officeart/2018/2/layout/IconVerticalSolidList"/>
    <dgm:cxn modelId="{01B6217E-1FA7-4598-9534-22D4DDDBD9AB}" type="presParOf" srcId="{92E40338-13E0-436B-A7E8-512CE8071097}" destId="{BD302677-705D-4FFB-ADBE-B93AF4F8A5F2}" srcOrd="2" destOrd="0" presId="urn:microsoft.com/office/officeart/2018/2/layout/IconVerticalSolidList"/>
    <dgm:cxn modelId="{CA6D2BFF-8A2A-41FA-8526-89C2E46EB2F4}" type="presParOf" srcId="{92E40338-13E0-436B-A7E8-512CE8071097}" destId="{FF7166FE-9A29-4363-8F0A-5A50383327DF}" srcOrd="3" destOrd="0" presId="urn:microsoft.com/office/officeart/2018/2/layout/IconVerticalSolidList"/>
    <dgm:cxn modelId="{D4710579-DC28-458E-996F-B2B3D46BC699}" type="presParOf" srcId="{C5B7B2D3-AD3B-41D4-B21B-C5F00B3A3D9D}" destId="{76AE5292-6A1F-4F83-847E-A888AB71A76E}" srcOrd="1" destOrd="0" presId="urn:microsoft.com/office/officeart/2018/2/layout/IconVerticalSolidList"/>
    <dgm:cxn modelId="{3BF8DD52-A694-47AD-B71D-F701CE52174E}" type="presParOf" srcId="{C5B7B2D3-AD3B-41D4-B21B-C5F00B3A3D9D}" destId="{0D27DBFF-3E38-462F-9857-D51CA518FCB4}" srcOrd="2" destOrd="0" presId="urn:microsoft.com/office/officeart/2018/2/layout/IconVerticalSolidList"/>
    <dgm:cxn modelId="{51CDE365-5AD9-486E-98DD-6E84C9A56A1E}" type="presParOf" srcId="{0D27DBFF-3E38-462F-9857-D51CA518FCB4}" destId="{CB8531D9-9231-40E9-BA0E-E11F80FC8EB8}" srcOrd="0" destOrd="0" presId="urn:microsoft.com/office/officeart/2018/2/layout/IconVerticalSolidList"/>
    <dgm:cxn modelId="{E1AB69A0-8FA8-4CEA-9298-23AEA57982C7}" type="presParOf" srcId="{0D27DBFF-3E38-462F-9857-D51CA518FCB4}" destId="{5AD10075-52D5-4222-ABE1-28A20E380CA7}" srcOrd="1" destOrd="0" presId="urn:microsoft.com/office/officeart/2018/2/layout/IconVerticalSolidList"/>
    <dgm:cxn modelId="{821CEE6F-B1FC-41AC-A114-53EE366F1EA4}" type="presParOf" srcId="{0D27DBFF-3E38-462F-9857-D51CA518FCB4}" destId="{184481A8-B419-44F2-A58B-1FBB3CD0C2E2}" srcOrd="2" destOrd="0" presId="urn:microsoft.com/office/officeart/2018/2/layout/IconVerticalSolidList"/>
    <dgm:cxn modelId="{B93DC432-CFFE-4470-BE11-076EE8620949}" type="presParOf" srcId="{0D27DBFF-3E38-462F-9857-D51CA518FCB4}" destId="{9339D576-D64A-44E7-945D-E445D22ECBFD}" srcOrd="3" destOrd="0" presId="urn:microsoft.com/office/officeart/2018/2/layout/IconVerticalSolidList"/>
    <dgm:cxn modelId="{B4D3BE17-FE17-4577-83FA-BDF54558124E}" type="presParOf" srcId="{C5B7B2D3-AD3B-41D4-B21B-C5F00B3A3D9D}" destId="{17106136-C246-4462-9AEF-831C5B691E12}" srcOrd="3" destOrd="0" presId="urn:microsoft.com/office/officeart/2018/2/layout/IconVerticalSolidList"/>
    <dgm:cxn modelId="{34599E35-C817-4116-BC44-F7BC1A82CB81}" type="presParOf" srcId="{C5B7B2D3-AD3B-41D4-B21B-C5F00B3A3D9D}" destId="{3AFB920C-5CC8-4F5B-8E23-8D3A42026A88}" srcOrd="4" destOrd="0" presId="urn:microsoft.com/office/officeart/2018/2/layout/IconVerticalSolidList"/>
    <dgm:cxn modelId="{CAD45ECD-D24E-4BDA-8341-19D3F348654E}" type="presParOf" srcId="{3AFB920C-5CC8-4F5B-8E23-8D3A42026A88}" destId="{8B46FFBE-5258-473E-AB6A-0D5C777B4277}" srcOrd="0" destOrd="0" presId="urn:microsoft.com/office/officeart/2018/2/layout/IconVerticalSolidList"/>
    <dgm:cxn modelId="{ED1473D7-C52F-44F4-A747-80A9DAB8E35A}" type="presParOf" srcId="{3AFB920C-5CC8-4F5B-8E23-8D3A42026A88}" destId="{78B5EB6B-CB1E-4B0B-B969-D4CFC34C7C4B}" srcOrd="1" destOrd="0" presId="urn:microsoft.com/office/officeart/2018/2/layout/IconVerticalSolidList"/>
    <dgm:cxn modelId="{6D5A8F3F-4FCF-4DCE-8522-B976097714B1}" type="presParOf" srcId="{3AFB920C-5CC8-4F5B-8E23-8D3A42026A88}" destId="{88650262-2DDA-4FF2-A51D-6A88111F4624}" srcOrd="2" destOrd="0" presId="urn:microsoft.com/office/officeart/2018/2/layout/IconVerticalSolidList"/>
    <dgm:cxn modelId="{92A6FE99-B79A-4147-B160-4E4409E41D4B}" type="presParOf" srcId="{3AFB920C-5CC8-4F5B-8E23-8D3A42026A88}" destId="{817A86B5-933A-474B-8A31-9ADC45E315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422B59-0479-4164-9EE9-BA17820CB1B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0213D0C-34FD-4FB1-9783-BD9190B04C5D}">
      <dgm:prSet/>
      <dgm:spPr/>
      <dgm:t>
        <a:bodyPr/>
        <a:lstStyle/>
        <a:p>
          <a:r>
            <a:rPr lang="en-US"/>
            <a:t>A bucket is a container for S3 objects.</a:t>
          </a:r>
        </a:p>
      </dgm:t>
    </dgm:pt>
    <dgm:pt modelId="{5D4C736B-5379-4412-8E96-31907CDC9615}" type="parTrans" cxnId="{8A9EE0BA-C359-4FD1-9579-8942D035A9D1}">
      <dgm:prSet/>
      <dgm:spPr/>
      <dgm:t>
        <a:bodyPr/>
        <a:lstStyle/>
        <a:p>
          <a:endParaRPr lang="en-US"/>
        </a:p>
      </dgm:t>
    </dgm:pt>
    <dgm:pt modelId="{D006B3A4-B838-4311-807E-6353F0E806E5}" type="sibTrans" cxnId="{8A9EE0BA-C359-4FD1-9579-8942D035A9D1}">
      <dgm:prSet/>
      <dgm:spPr/>
      <dgm:t>
        <a:bodyPr/>
        <a:lstStyle/>
        <a:p>
          <a:endParaRPr lang="en-US"/>
        </a:p>
      </dgm:t>
    </dgm:pt>
    <dgm:pt modelId="{E0168ADE-BFA2-43B2-B1E4-24796925658E}">
      <dgm:prSet/>
      <dgm:spPr/>
      <dgm:t>
        <a:bodyPr/>
        <a:lstStyle/>
        <a:p>
          <a:r>
            <a:rPr lang="en-US"/>
            <a:t>General Purpose, Directory, Table, and Vector buckets serve different workloads.</a:t>
          </a:r>
        </a:p>
      </dgm:t>
    </dgm:pt>
    <dgm:pt modelId="{6C662276-A943-4908-BD3F-262E9E17F10E}" type="parTrans" cxnId="{F7924AAF-43B8-4A7F-B773-78296C19D430}">
      <dgm:prSet/>
      <dgm:spPr/>
      <dgm:t>
        <a:bodyPr/>
        <a:lstStyle/>
        <a:p>
          <a:endParaRPr lang="en-US"/>
        </a:p>
      </dgm:t>
    </dgm:pt>
    <dgm:pt modelId="{81652FE6-E321-4F6C-A40B-4CA86DD4570E}" type="sibTrans" cxnId="{F7924AAF-43B8-4A7F-B773-78296C19D430}">
      <dgm:prSet/>
      <dgm:spPr/>
      <dgm:t>
        <a:bodyPr/>
        <a:lstStyle/>
        <a:p>
          <a:endParaRPr lang="en-US"/>
        </a:p>
      </dgm:t>
    </dgm:pt>
    <dgm:pt modelId="{D3DF04C5-D755-4CA0-B966-E0D8F4CE5315}" type="pres">
      <dgm:prSet presAssocID="{F8422B59-0479-4164-9EE9-BA17820CB1B4}" presName="root" presStyleCnt="0">
        <dgm:presLayoutVars>
          <dgm:dir/>
          <dgm:resizeHandles val="exact"/>
        </dgm:presLayoutVars>
      </dgm:prSet>
      <dgm:spPr/>
    </dgm:pt>
    <dgm:pt modelId="{7FED3B00-FCD8-4494-90C8-EA3520B6AE5D}" type="pres">
      <dgm:prSet presAssocID="{70213D0C-34FD-4FB1-9783-BD9190B04C5D}" presName="compNode" presStyleCnt="0"/>
      <dgm:spPr/>
    </dgm:pt>
    <dgm:pt modelId="{CC4698E2-7062-4EF8-B4EA-E939FEA67E72}" type="pres">
      <dgm:prSet presAssocID="{70213D0C-34FD-4FB1-9783-BD9190B04C5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91F15361-9338-435E-B5FD-167B23610C43}" type="pres">
      <dgm:prSet presAssocID="{70213D0C-34FD-4FB1-9783-BD9190B04C5D}" presName="spaceRect" presStyleCnt="0"/>
      <dgm:spPr/>
    </dgm:pt>
    <dgm:pt modelId="{BE552569-23F8-4C7E-B38C-465DA67347D2}" type="pres">
      <dgm:prSet presAssocID="{70213D0C-34FD-4FB1-9783-BD9190B04C5D}" presName="textRect" presStyleLbl="revTx" presStyleIdx="0" presStyleCnt="2">
        <dgm:presLayoutVars>
          <dgm:chMax val="1"/>
          <dgm:chPref val="1"/>
        </dgm:presLayoutVars>
      </dgm:prSet>
      <dgm:spPr/>
    </dgm:pt>
    <dgm:pt modelId="{04205655-F53F-405C-A29D-4B316365932B}" type="pres">
      <dgm:prSet presAssocID="{D006B3A4-B838-4311-807E-6353F0E806E5}" presName="sibTrans" presStyleCnt="0"/>
      <dgm:spPr/>
    </dgm:pt>
    <dgm:pt modelId="{9A0109C2-0111-41BF-8FE2-6CF6BC62E027}" type="pres">
      <dgm:prSet presAssocID="{E0168ADE-BFA2-43B2-B1E4-24796925658E}" presName="compNode" presStyleCnt="0"/>
      <dgm:spPr/>
    </dgm:pt>
    <dgm:pt modelId="{6899FA14-9BFE-4186-A4E3-3F319E17344F}" type="pres">
      <dgm:prSet presAssocID="{E0168ADE-BFA2-43B2-B1E4-24796925658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A22621F-D98E-479C-B8CF-F58C02517032}" type="pres">
      <dgm:prSet presAssocID="{E0168ADE-BFA2-43B2-B1E4-24796925658E}" presName="spaceRect" presStyleCnt="0"/>
      <dgm:spPr/>
    </dgm:pt>
    <dgm:pt modelId="{DD4DFB35-7C77-43D1-8C19-D09ED015B8A2}" type="pres">
      <dgm:prSet presAssocID="{E0168ADE-BFA2-43B2-B1E4-24796925658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7924AAF-43B8-4A7F-B773-78296C19D430}" srcId="{F8422B59-0479-4164-9EE9-BA17820CB1B4}" destId="{E0168ADE-BFA2-43B2-B1E4-24796925658E}" srcOrd="1" destOrd="0" parTransId="{6C662276-A943-4908-BD3F-262E9E17F10E}" sibTransId="{81652FE6-E321-4F6C-A40B-4CA86DD4570E}"/>
    <dgm:cxn modelId="{8A9EE0BA-C359-4FD1-9579-8942D035A9D1}" srcId="{F8422B59-0479-4164-9EE9-BA17820CB1B4}" destId="{70213D0C-34FD-4FB1-9783-BD9190B04C5D}" srcOrd="0" destOrd="0" parTransId="{5D4C736B-5379-4412-8E96-31907CDC9615}" sibTransId="{D006B3A4-B838-4311-807E-6353F0E806E5}"/>
    <dgm:cxn modelId="{BDE4ECC6-62EC-4FE9-AEAC-E90C5C704D1C}" type="presOf" srcId="{70213D0C-34FD-4FB1-9783-BD9190B04C5D}" destId="{BE552569-23F8-4C7E-B38C-465DA67347D2}" srcOrd="0" destOrd="0" presId="urn:microsoft.com/office/officeart/2018/2/layout/IconLabelList"/>
    <dgm:cxn modelId="{05D889C8-8119-4E8B-A44E-27CC145F8C93}" type="presOf" srcId="{E0168ADE-BFA2-43B2-B1E4-24796925658E}" destId="{DD4DFB35-7C77-43D1-8C19-D09ED015B8A2}" srcOrd="0" destOrd="0" presId="urn:microsoft.com/office/officeart/2018/2/layout/IconLabelList"/>
    <dgm:cxn modelId="{332082FA-1E9A-4839-811F-7D35673D5718}" type="presOf" srcId="{F8422B59-0479-4164-9EE9-BA17820CB1B4}" destId="{D3DF04C5-D755-4CA0-B966-E0D8F4CE5315}" srcOrd="0" destOrd="0" presId="urn:microsoft.com/office/officeart/2018/2/layout/IconLabelList"/>
    <dgm:cxn modelId="{0499CFA7-0E13-4588-86C2-63895A5DF00F}" type="presParOf" srcId="{D3DF04C5-D755-4CA0-B966-E0D8F4CE5315}" destId="{7FED3B00-FCD8-4494-90C8-EA3520B6AE5D}" srcOrd="0" destOrd="0" presId="urn:microsoft.com/office/officeart/2018/2/layout/IconLabelList"/>
    <dgm:cxn modelId="{9C252A40-CBCB-4BF1-8036-09B613077826}" type="presParOf" srcId="{7FED3B00-FCD8-4494-90C8-EA3520B6AE5D}" destId="{CC4698E2-7062-4EF8-B4EA-E939FEA67E72}" srcOrd="0" destOrd="0" presId="urn:microsoft.com/office/officeart/2018/2/layout/IconLabelList"/>
    <dgm:cxn modelId="{9C3A6037-937F-44C3-B18C-A82A8EAD846F}" type="presParOf" srcId="{7FED3B00-FCD8-4494-90C8-EA3520B6AE5D}" destId="{91F15361-9338-435E-B5FD-167B23610C43}" srcOrd="1" destOrd="0" presId="urn:microsoft.com/office/officeart/2018/2/layout/IconLabelList"/>
    <dgm:cxn modelId="{67F4354B-6858-4C51-B453-50DFB5B945A7}" type="presParOf" srcId="{7FED3B00-FCD8-4494-90C8-EA3520B6AE5D}" destId="{BE552569-23F8-4C7E-B38C-465DA67347D2}" srcOrd="2" destOrd="0" presId="urn:microsoft.com/office/officeart/2018/2/layout/IconLabelList"/>
    <dgm:cxn modelId="{9AB50721-6F11-4048-B9FE-71A308F93FFF}" type="presParOf" srcId="{D3DF04C5-D755-4CA0-B966-E0D8F4CE5315}" destId="{04205655-F53F-405C-A29D-4B316365932B}" srcOrd="1" destOrd="0" presId="urn:microsoft.com/office/officeart/2018/2/layout/IconLabelList"/>
    <dgm:cxn modelId="{0F308981-9BA7-4948-AC68-329B83BF92C3}" type="presParOf" srcId="{D3DF04C5-D755-4CA0-B966-E0D8F4CE5315}" destId="{9A0109C2-0111-41BF-8FE2-6CF6BC62E027}" srcOrd="2" destOrd="0" presId="urn:microsoft.com/office/officeart/2018/2/layout/IconLabelList"/>
    <dgm:cxn modelId="{43CEEF06-E078-4EB4-86A9-87C67CD56285}" type="presParOf" srcId="{9A0109C2-0111-41BF-8FE2-6CF6BC62E027}" destId="{6899FA14-9BFE-4186-A4E3-3F319E17344F}" srcOrd="0" destOrd="0" presId="urn:microsoft.com/office/officeart/2018/2/layout/IconLabelList"/>
    <dgm:cxn modelId="{593F48EA-E023-4E93-A7D6-EF6035FA5FEC}" type="presParOf" srcId="{9A0109C2-0111-41BF-8FE2-6CF6BC62E027}" destId="{CA22621F-D98E-479C-B8CF-F58C02517032}" srcOrd="1" destOrd="0" presId="urn:microsoft.com/office/officeart/2018/2/layout/IconLabelList"/>
    <dgm:cxn modelId="{4F83F539-A316-48EB-97D6-EA25D08F7D3A}" type="presParOf" srcId="{9A0109C2-0111-41BF-8FE2-6CF6BC62E027}" destId="{DD4DFB35-7C77-43D1-8C19-D09ED015B8A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CBEABF-3E10-4BAE-9D50-28B3106903E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0F7CD5B-C1D1-4ED0-8FAD-AC9DF150A8F1}">
      <dgm:prSet/>
      <dgm:spPr/>
      <dgm:t>
        <a:bodyPr/>
        <a:lstStyle/>
        <a:p>
          <a:pPr>
            <a:defRPr cap="all"/>
          </a:pPr>
          <a:r>
            <a:rPr lang="en-US"/>
            <a:t>S3 Standard: 99.99% availability.</a:t>
          </a:r>
        </a:p>
      </dgm:t>
    </dgm:pt>
    <dgm:pt modelId="{20D31BCE-6DF6-4311-80F2-204317446AE2}" type="parTrans" cxnId="{9A6645EF-8EBB-4BFF-9CFD-2BAD2AE809DC}">
      <dgm:prSet/>
      <dgm:spPr/>
      <dgm:t>
        <a:bodyPr/>
        <a:lstStyle/>
        <a:p>
          <a:endParaRPr lang="en-US"/>
        </a:p>
      </dgm:t>
    </dgm:pt>
    <dgm:pt modelId="{C110FA78-CA0D-4C13-993C-1949A95E3387}" type="sibTrans" cxnId="{9A6645EF-8EBB-4BFF-9CFD-2BAD2AE809DC}">
      <dgm:prSet/>
      <dgm:spPr/>
      <dgm:t>
        <a:bodyPr/>
        <a:lstStyle/>
        <a:p>
          <a:endParaRPr lang="en-US"/>
        </a:p>
      </dgm:t>
    </dgm:pt>
    <dgm:pt modelId="{329F9255-7F85-4E21-881A-3C7ECE8399D5}">
      <dgm:prSet/>
      <dgm:spPr/>
      <dgm:t>
        <a:bodyPr/>
        <a:lstStyle/>
        <a:p>
          <a:pPr>
            <a:defRPr cap="all"/>
          </a:pPr>
          <a:r>
            <a:rPr lang="en-US"/>
            <a:t>Strong read‑after‑write consistency.</a:t>
          </a:r>
        </a:p>
      </dgm:t>
    </dgm:pt>
    <dgm:pt modelId="{225323D2-415D-4FD8-AEA5-4B3B5596F88E}" type="parTrans" cxnId="{EAD3A55D-B5D5-4A69-9FD3-66C15F13BE51}">
      <dgm:prSet/>
      <dgm:spPr/>
      <dgm:t>
        <a:bodyPr/>
        <a:lstStyle/>
        <a:p>
          <a:endParaRPr lang="en-US"/>
        </a:p>
      </dgm:t>
    </dgm:pt>
    <dgm:pt modelId="{609B7E07-6100-40C4-868B-2B4B8246CB4A}" type="sibTrans" cxnId="{EAD3A55D-B5D5-4A69-9FD3-66C15F13BE51}">
      <dgm:prSet/>
      <dgm:spPr/>
      <dgm:t>
        <a:bodyPr/>
        <a:lstStyle/>
        <a:p>
          <a:endParaRPr lang="en-US"/>
        </a:p>
      </dgm:t>
    </dgm:pt>
    <dgm:pt modelId="{9D6501A8-6E24-4B47-9A40-D87BC0598416}">
      <dgm:prSet/>
      <dgm:spPr/>
      <dgm:t>
        <a:bodyPr/>
        <a:lstStyle/>
        <a:p>
          <a:pPr>
            <a:defRPr cap="all"/>
          </a:pPr>
          <a:r>
            <a:rPr lang="en-US"/>
            <a:t>Handles massive scale and traffic spikes.</a:t>
          </a:r>
        </a:p>
      </dgm:t>
    </dgm:pt>
    <dgm:pt modelId="{BBEC4A48-E0C7-49D9-8208-DCC1EA0554C2}" type="parTrans" cxnId="{CCFB496E-D23D-4A29-B760-C1BAC0530C2B}">
      <dgm:prSet/>
      <dgm:spPr/>
      <dgm:t>
        <a:bodyPr/>
        <a:lstStyle/>
        <a:p>
          <a:endParaRPr lang="en-US"/>
        </a:p>
      </dgm:t>
    </dgm:pt>
    <dgm:pt modelId="{E5195919-0DB5-4BA8-A905-9357DB63F69F}" type="sibTrans" cxnId="{CCFB496E-D23D-4A29-B760-C1BAC0530C2B}">
      <dgm:prSet/>
      <dgm:spPr/>
      <dgm:t>
        <a:bodyPr/>
        <a:lstStyle/>
        <a:p>
          <a:endParaRPr lang="en-US"/>
        </a:p>
      </dgm:t>
    </dgm:pt>
    <dgm:pt modelId="{2A5581A1-7117-4AD1-9DBC-57E842DB5AFF}" type="pres">
      <dgm:prSet presAssocID="{39CBEABF-3E10-4BAE-9D50-28B3106903EC}" presName="root" presStyleCnt="0">
        <dgm:presLayoutVars>
          <dgm:dir/>
          <dgm:resizeHandles val="exact"/>
        </dgm:presLayoutVars>
      </dgm:prSet>
      <dgm:spPr/>
    </dgm:pt>
    <dgm:pt modelId="{97C8ACE5-7C90-4317-9418-7F8D4A09936D}" type="pres">
      <dgm:prSet presAssocID="{C0F7CD5B-C1D1-4ED0-8FAD-AC9DF150A8F1}" presName="compNode" presStyleCnt="0"/>
      <dgm:spPr/>
    </dgm:pt>
    <dgm:pt modelId="{578FF5C9-BB97-40E8-8281-8D805B96CC33}" type="pres">
      <dgm:prSet presAssocID="{C0F7CD5B-C1D1-4ED0-8FAD-AC9DF150A8F1}" presName="iconBgRect" presStyleLbl="bgShp" presStyleIdx="0" presStyleCnt="3"/>
      <dgm:spPr/>
    </dgm:pt>
    <dgm:pt modelId="{B8E5E275-8C53-43CC-B0B9-9748AD3A9615}" type="pres">
      <dgm:prSet presAssocID="{C0F7CD5B-C1D1-4ED0-8FAD-AC9DF150A8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53C2DF57-F38D-47C9-902E-1FD9AA4EEF33}" type="pres">
      <dgm:prSet presAssocID="{C0F7CD5B-C1D1-4ED0-8FAD-AC9DF150A8F1}" presName="spaceRect" presStyleCnt="0"/>
      <dgm:spPr/>
    </dgm:pt>
    <dgm:pt modelId="{30BDC68B-8329-4AA5-AB42-DDE1F8B81CF3}" type="pres">
      <dgm:prSet presAssocID="{C0F7CD5B-C1D1-4ED0-8FAD-AC9DF150A8F1}" presName="textRect" presStyleLbl="revTx" presStyleIdx="0" presStyleCnt="3">
        <dgm:presLayoutVars>
          <dgm:chMax val="1"/>
          <dgm:chPref val="1"/>
        </dgm:presLayoutVars>
      </dgm:prSet>
      <dgm:spPr/>
    </dgm:pt>
    <dgm:pt modelId="{30662D1F-7B3C-4E86-B484-3D5C43EAC11D}" type="pres">
      <dgm:prSet presAssocID="{C110FA78-CA0D-4C13-993C-1949A95E3387}" presName="sibTrans" presStyleCnt="0"/>
      <dgm:spPr/>
    </dgm:pt>
    <dgm:pt modelId="{0C7CAB5C-2CEA-475B-B57E-6B4DF293AF78}" type="pres">
      <dgm:prSet presAssocID="{329F9255-7F85-4E21-881A-3C7ECE8399D5}" presName="compNode" presStyleCnt="0"/>
      <dgm:spPr/>
    </dgm:pt>
    <dgm:pt modelId="{76ABCAC5-651A-4F0C-B102-44C5F5435930}" type="pres">
      <dgm:prSet presAssocID="{329F9255-7F85-4E21-881A-3C7ECE8399D5}" presName="iconBgRect" presStyleLbl="bgShp" presStyleIdx="1" presStyleCnt="3"/>
      <dgm:spPr/>
    </dgm:pt>
    <dgm:pt modelId="{A280A30C-A514-42D5-A3D8-03FD1B4324F9}" type="pres">
      <dgm:prSet presAssocID="{329F9255-7F85-4E21-881A-3C7ECE8399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696E352-8FAF-4EB1-8D00-60509FD68F31}" type="pres">
      <dgm:prSet presAssocID="{329F9255-7F85-4E21-881A-3C7ECE8399D5}" presName="spaceRect" presStyleCnt="0"/>
      <dgm:spPr/>
    </dgm:pt>
    <dgm:pt modelId="{A44C7B53-7158-48C7-A9AE-E57746174370}" type="pres">
      <dgm:prSet presAssocID="{329F9255-7F85-4E21-881A-3C7ECE8399D5}" presName="textRect" presStyleLbl="revTx" presStyleIdx="1" presStyleCnt="3">
        <dgm:presLayoutVars>
          <dgm:chMax val="1"/>
          <dgm:chPref val="1"/>
        </dgm:presLayoutVars>
      </dgm:prSet>
      <dgm:spPr/>
    </dgm:pt>
    <dgm:pt modelId="{FF9EC223-E918-4E50-B0FF-84F75233BD1E}" type="pres">
      <dgm:prSet presAssocID="{609B7E07-6100-40C4-868B-2B4B8246CB4A}" presName="sibTrans" presStyleCnt="0"/>
      <dgm:spPr/>
    </dgm:pt>
    <dgm:pt modelId="{B4DE735C-D85B-43EB-8D6B-5087995BBCE2}" type="pres">
      <dgm:prSet presAssocID="{9D6501A8-6E24-4B47-9A40-D87BC0598416}" presName="compNode" presStyleCnt="0"/>
      <dgm:spPr/>
    </dgm:pt>
    <dgm:pt modelId="{45A5D038-7179-4B61-9C50-EB0C0F256747}" type="pres">
      <dgm:prSet presAssocID="{9D6501A8-6E24-4B47-9A40-D87BC0598416}" presName="iconBgRect" presStyleLbl="bgShp" presStyleIdx="2" presStyleCnt="3"/>
      <dgm:spPr/>
    </dgm:pt>
    <dgm:pt modelId="{5563B3F8-0E5C-4EDC-AF53-22151D9FB70C}" type="pres">
      <dgm:prSet presAssocID="{9D6501A8-6E24-4B47-9A40-D87BC05984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6CDE8341-4418-4E81-B6B3-AD243B96A499}" type="pres">
      <dgm:prSet presAssocID="{9D6501A8-6E24-4B47-9A40-D87BC0598416}" presName="spaceRect" presStyleCnt="0"/>
      <dgm:spPr/>
    </dgm:pt>
    <dgm:pt modelId="{D17008D7-DDFF-47B6-95EA-B975E26523C3}" type="pres">
      <dgm:prSet presAssocID="{9D6501A8-6E24-4B47-9A40-D87BC05984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AD3A55D-B5D5-4A69-9FD3-66C15F13BE51}" srcId="{39CBEABF-3E10-4BAE-9D50-28B3106903EC}" destId="{329F9255-7F85-4E21-881A-3C7ECE8399D5}" srcOrd="1" destOrd="0" parTransId="{225323D2-415D-4FD8-AEA5-4B3B5596F88E}" sibTransId="{609B7E07-6100-40C4-868B-2B4B8246CB4A}"/>
    <dgm:cxn modelId="{CCFB496E-D23D-4A29-B760-C1BAC0530C2B}" srcId="{39CBEABF-3E10-4BAE-9D50-28B3106903EC}" destId="{9D6501A8-6E24-4B47-9A40-D87BC0598416}" srcOrd="2" destOrd="0" parTransId="{BBEC4A48-E0C7-49D9-8208-DCC1EA0554C2}" sibTransId="{E5195919-0DB5-4BA8-A905-9357DB63F69F}"/>
    <dgm:cxn modelId="{7704194F-A1A4-487C-9CCF-8DD6CD9E5DE0}" type="presOf" srcId="{39CBEABF-3E10-4BAE-9D50-28B3106903EC}" destId="{2A5581A1-7117-4AD1-9DBC-57E842DB5AFF}" srcOrd="0" destOrd="0" presId="urn:microsoft.com/office/officeart/2018/5/layout/IconCircleLabelList"/>
    <dgm:cxn modelId="{0AF0BB52-7B05-4845-A665-61754AEFF52A}" type="presOf" srcId="{329F9255-7F85-4E21-881A-3C7ECE8399D5}" destId="{A44C7B53-7158-48C7-A9AE-E57746174370}" srcOrd="0" destOrd="0" presId="urn:microsoft.com/office/officeart/2018/5/layout/IconCircleLabelList"/>
    <dgm:cxn modelId="{24246CAE-FF81-4BC2-8957-009EBA1318D5}" type="presOf" srcId="{C0F7CD5B-C1D1-4ED0-8FAD-AC9DF150A8F1}" destId="{30BDC68B-8329-4AA5-AB42-DDE1F8B81CF3}" srcOrd="0" destOrd="0" presId="urn:microsoft.com/office/officeart/2018/5/layout/IconCircleLabelList"/>
    <dgm:cxn modelId="{AC6A22E0-C7AC-4E52-8D79-D2793ECF6AB4}" type="presOf" srcId="{9D6501A8-6E24-4B47-9A40-D87BC0598416}" destId="{D17008D7-DDFF-47B6-95EA-B975E26523C3}" srcOrd="0" destOrd="0" presId="urn:microsoft.com/office/officeart/2018/5/layout/IconCircleLabelList"/>
    <dgm:cxn modelId="{9A6645EF-8EBB-4BFF-9CFD-2BAD2AE809DC}" srcId="{39CBEABF-3E10-4BAE-9D50-28B3106903EC}" destId="{C0F7CD5B-C1D1-4ED0-8FAD-AC9DF150A8F1}" srcOrd="0" destOrd="0" parTransId="{20D31BCE-6DF6-4311-80F2-204317446AE2}" sibTransId="{C110FA78-CA0D-4C13-993C-1949A95E3387}"/>
    <dgm:cxn modelId="{1016B908-F49E-4149-905A-93C7E0100E79}" type="presParOf" srcId="{2A5581A1-7117-4AD1-9DBC-57E842DB5AFF}" destId="{97C8ACE5-7C90-4317-9418-7F8D4A09936D}" srcOrd="0" destOrd="0" presId="urn:microsoft.com/office/officeart/2018/5/layout/IconCircleLabelList"/>
    <dgm:cxn modelId="{C408DF3C-DFD1-4F08-AF1F-A96D3B86BCF9}" type="presParOf" srcId="{97C8ACE5-7C90-4317-9418-7F8D4A09936D}" destId="{578FF5C9-BB97-40E8-8281-8D805B96CC33}" srcOrd="0" destOrd="0" presId="urn:microsoft.com/office/officeart/2018/5/layout/IconCircleLabelList"/>
    <dgm:cxn modelId="{4E84297E-8B82-4745-8989-F2E8A9E1810E}" type="presParOf" srcId="{97C8ACE5-7C90-4317-9418-7F8D4A09936D}" destId="{B8E5E275-8C53-43CC-B0B9-9748AD3A9615}" srcOrd="1" destOrd="0" presId="urn:microsoft.com/office/officeart/2018/5/layout/IconCircleLabelList"/>
    <dgm:cxn modelId="{6D88DCC5-ED55-4E88-B949-014A684875DD}" type="presParOf" srcId="{97C8ACE5-7C90-4317-9418-7F8D4A09936D}" destId="{53C2DF57-F38D-47C9-902E-1FD9AA4EEF33}" srcOrd="2" destOrd="0" presId="urn:microsoft.com/office/officeart/2018/5/layout/IconCircleLabelList"/>
    <dgm:cxn modelId="{7153170B-58DE-4CAA-BDB3-A6E8A5C298A4}" type="presParOf" srcId="{97C8ACE5-7C90-4317-9418-7F8D4A09936D}" destId="{30BDC68B-8329-4AA5-AB42-DDE1F8B81CF3}" srcOrd="3" destOrd="0" presId="urn:microsoft.com/office/officeart/2018/5/layout/IconCircleLabelList"/>
    <dgm:cxn modelId="{C9A971F8-606A-49A0-A00A-2618BE1774A4}" type="presParOf" srcId="{2A5581A1-7117-4AD1-9DBC-57E842DB5AFF}" destId="{30662D1F-7B3C-4E86-B484-3D5C43EAC11D}" srcOrd="1" destOrd="0" presId="urn:microsoft.com/office/officeart/2018/5/layout/IconCircleLabelList"/>
    <dgm:cxn modelId="{CF434B54-A861-472C-BEA6-A39031BE6983}" type="presParOf" srcId="{2A5581A1-7117-4AD1-9DBC-57E842DB5AFF}" destId="{0C7CAB5C-2CEA-475B-B57E-6B4DF293AF78}" srcOrd="2" destOrd="0" presId="urn:microsoft.com/office/officeart/2018/5/layout/IconCircleLabelList"/>
    <dgm:cxn modelId="{C58CE8F3-D0FC-48E8-8984-149EC7FF0108}" type="presParOf" srcId="{0C7CAB5C-2CEA-475B-B57E-6B4DF293AF78}" destId="{76ABCAC5-651A-4F0C-B102-44C5F5435930}" srcOrd="0" destOrd="0" presId="urn:microsoft.com/office/officeart/2018/5/layout/IconCircleLabelList"/>
    <dgm:cxn modelId="{3EB6A619-A5DC-4A43-81B4-6EB85E8CC125}" type="presParOf" srcId="{0C7CAB5C-2CEA-475B-B57E-6B4DF293AF78}" destId="{A280A30C-A514-42D5-A3D8-03FD1B4324F9}" srcOrd="1" destOrd="0" presId="urn:microsoft.com/office/officeart/2018/5/layout/IconCircleLabelList"/>
    <dgm:cxn modelId="{5DAA991F-FE85-412C-9A9A-E0ECB35BFC8F}" type="presParOf" srcId="{0C7CAB5C-2CEA-475B-B57E-6B4DF293AF78}" destId="{A696E352-8FAF-4EB1-8D00-60509FD68F31}" srcOrd="2" destOrd="0" presId="urn:microsoft.com/office/officeart/2018/5/layout/IconCircleLabelList"/>
    <dgm:cxn modelId="{426920D7-EEAE-4DDC-8730-5B23F7851A7A}" type="presParOf" srcId="{0C7CAB5C-2CEA-475B-B57E-6B4DF293AF78}" destId="{A44C7B53-7158-48C7-A9AE-E57746174370}" srcOrd="3" destOrd="0" presId="urn:microsoft.com/office/officeart/2018/5/layout/IconCircleLabelList"/>
    <dgm:cxn modelId="{B910634D-F7A9-4E46-AA2E-4479159099B3}" type="presParOf" srcId="{2A5581A1-7117-4AD1-9DBC-57E842DB5AFF}" destId="{FF9EC223-E918-4E50-B0FF-84F75233BD1E}" srcOrd="3" destOrd="0" presId="urn:microsoft.com/office/officeart/2018/5/layout/IconCircleLabelList"/>
    <dgm:cxn modelId="{C1C9C794-6F84-4548-8454-38DF73BC75C7}" type="presParOf" srcId="{2A5581A1-7117-4AD1-9DBC-57E842DB5AFF}" destId="{B4DE735C-D85B-43EB-8D6B-5087995BBCE2}" srcOrd="4" destOrd="0" presId="urn:microsoft.com/office/officeart/2018/5/layout/IconCircleLabelList"/>
    <dgm:cxn modelId="{077F86AC-6F00-497E-AB58-CC312DA14FD9}" type="presParOf" srcId="{B4DE735C-D85B-43EB-8D6B-5087995BBCE2}" destId="{45A5D038-7179-4B61-9C50-EB0C0F256747}" srcOrd="0" destOrd="0" presId="urn:microsoft.com/office/officeart/2018/5/layout/IconCircleLabelList"/>
    <dgm:cxn modelId="{D7B6D829-E6B5-4D07-93C9-5ADD989DD9E4}" type="presParOf" srcId="{B4DE735C-D85B-43EB-8D6B-5087995BBCE2}" destId="{5563B3F8-0E5C-4EDC-AF53-22151D9FB70C}" srcOrd="1" destOrd="0" presId="urn:microsoft.com/office/officeart/2018/5/layout/IconCircleLabelList"/>
    <dgm:cxn modelId="{63846E8F-3266-44D3-BAD7-0E761F9DFF64}" type="presParOf" srcId="{B4DE735C-D85B-43EB-8D6B-5087995BBCE2}" destId="{6CDE8341-4418-4E81-B6B3-AD243B96A499}" srcOrd="2" destOrd="0" presId="urn:microsoft.com/office/officeart/2018/5/layout/IconCircleLabelList"/>
    <dgm:cxn modelId="{763CDCDE-2D4E-42F7-A7EC-82AE05049C50}" type="presParOf" srcId="{B4DE735C-D85B-43EB-8D6B-5087995BBCE2}" destId="{D17008D7-DDFF-47B6-95EA-B975E26523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3B6466B-3FA6-4FDF-8F72-4B1FA2D85B9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F6150A-832C-4899-A851-9CFFA2686E0A}">
      <dgm:prSet/>
      <dgm:spPr/>
      <dgm:t>
        <a:bodyPr/>
        <a:lstStyle/>
        <a:p>
          <a:r>
            <a:rPr lang="en-US"/>
            <a:t>No data transfer charge within a Region.</a:t>
          </a:r>
        </a:p>
      </dgm:t>
    </dgm:pt>
    <dgm:pt modelId="{F3141386-ACA2-4EFE-BC89-73D9A13F46B5}" type="parTrans" cxnId="{3501D127-9944-48B1-84A9-A61A3CFA0560}">
      <dgm:prSet/>
      <dgm:spPr/>
      <dgm:t>
        <a:bodyPr/>
        <a:lstStyle/>
        <a:p>
          <a:endParaRPr lang="en-US"/>
        </a:p>
      </dgm:t>
    </dgm:pt>
    <dgm:pt modelId="{0269EC3C-776D-427F-8A97-D4D625702617}" type="sibTrans" cxnId="{3501D127-9944-48B1-84A9-A61A3CFA0560}">
      <dgm:prSet/>
      <dgm:spPr/>
      <dgm:t>
        <a:bodyPr/>
        <a:lstStyle/>
        <a:p>
          <a:endParaRPr lang="en-US"/>
        </a:p>
      </dgm:t>
    </dgm:pt>
    <dgm:pt modelId="{E94022E7-AAFE-45A4-8167-32950B93B668}">
      <dgm:prSet/>
      <dgm:spPr/>
      <dgm:t>
        <a:bodyPr/>
        <a:lstStyle/>
        <a:p>
          <a:r>
            <a:rPr lang="en-US"/>
            <a:t>Versioning incurs cost for all versions.</a:t>
          </a:r>
        </a:p>
      </dgm:t>
    </dgm:pt>
    <dgm:pt modelId="{70569FD0-F0E9-4425-B104-32E2A01C641D}" type="parTrans" cxnId="{B232E23E-F653-4C6D-8E00-85A1B7097B58}">
      <dgm:prSet/>
      <dgm:spPr/>
      <dgm:t>
        <a:bodyPr/>
        <a:lstStyle/>
        <a:p>
          <a:endParaRPr lang="en-US"/>
        </a:p>
      </dgm:t>
    </dgm:pt>
    <dgm:pt modelId="{A3FCD078-9401-4D95-96A1-5AA2E3C51D4B}" type="sibTrans" cxnId="{B232E23E-F653-4C6D-8E00-85A1B7097B58}">
      <dgm:prSet/>
      <dgm:spPr/>
      <dgm:t>
        <a:bodyPr/>
        <a:lstStyle/>
        <a:p>
          <a:endParaRPr lang="en-US"/>
        </a:p>
      </dgm:t>
    </dgm:pt>
    <dgm:pt modelId="{0880410D-6D2D-4172-92BB-2C01C339A24A}">
      <dgm:prSet/>
      <dgm:spPr/>
      <dgm:t>
        <a:bodyPr/>
        <a:lstStyle/>
        <a:p>
          <a:r>
            <a:rPr lang="en-US"/>
            <a:t>Cross‑account access and Requester Pays available.</a:t>
          </a:r>
        </a:p>
      </dgm:t>
    </dgm:pt>
    <dgm:pt modelId="{D7A537C3-DBCB-4170-B5A8-F9C454377813}" type="parTrans" cxnId="{638BBFAB-0907-44BF-8063-06F43FB95427}">
      <dgm:prSet/>
      <dgm:spPr/>
      <dgm:t>
        <a:bodyPr/>
        <a:lstStyle/>
        <a:p>
          <a:endParaRPr lang="en-US"/>
        </a:p>
      </dgm:t>
    </dgm:pt>
    <dgm:pt modelId="{3A4E5C69-6A4E-4836-8D4F-F6C0474F4EB9}" type="sibTrans" cxnId="{638BBFAB-0907-44BF-8063-06F43FB95427}">
      <dgm:prSet/>
      <dgm:spPr/>
      <dgm:t>
        <a:bodyPr/>
        <a:lstStyle/>
        <a:p>
          <a:endParaRPr lang="en-US"/>
        </a:p>
      </dgm:t>
    </dgm:pt>
    <dgm:pt modelId="{FAE519E1-C4EF-458E-9311-FF3B01540BA8}" type="pres">
      <dgm:prSet presAssocID="{B3B6466B-3FA6-4FDF-8F72-4B1FA2D85B91}" presName="root" presStyleCnt="0">
        <dgm:presLayoutVars>
          <dgm:dir/>
          <dgm:resizeHandles val="exact"/>
        </dgm:presLayoutVars>
      </dgm:prSet>
      <dgm:spPr/>
    </dgm:pt>
    <dgm:pt modelId="{3E915887-596F-4F07-8549-CC922858C012}" type="pres">
      <dgm:prSet presAssocID="{70F6150A-832C-4899-A851-9CFFA2686E0A}" presName="compNode" presStyleCnt="0"/>
      <dgm:spPr/>
    </dgm:pt>
    <dgm:pt modelId="{36247D9C-8634-4D36-828F-D682AE6FFC10}" type="pres">
      <dgm:prSet presAssocID="{70F6150A-832C-4899-A851-9CFFA2686E0A}" presName="bgRect" presStyleLbl="bgShp" presStyleIdx="0" presStyleCnt="3"/>
      <dgm:spPr/>
    </dgm:pt>
    <dgm:pt modelId="{CCDD6A4B-A6E4-45DA-85F4-220137392882}" type="pres">
      <dgm:prSet presAssocID="{70F6150A-832C-4899-A851-9CFFA2686E0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CEE0E68D-3AAF-403E-B40E-22DACA813D09}" type="pres">
      <dgm:prSet presAssocID="{70F6150A-832C-4899-A851-9CFFA2686E0A}" presName="spaceRect" presStyleCnt="0"/>
      <dgm:spPr/>
    </dgm:pt>
    <dgm:pt modelId="{683B2093-2E60-4CF2-BB10-B56A59FED864}" type="pres">
      <dgm:prSet presAssocID="{70F6150A-832C-4899-A851-9CFFA2686E0A}" presName="parTx" presStyleLbl="revTx" presStyleIdx="0" presStyleCnt="3">
        <dgm:presLayoutVars>
          <dgm:chMax val="0"/>
          <dgm:chPref val="0"/>
        </dgm:presLayoutVars>
      </dgm:prSet>
      <dgm:spPr/>
    </dgm:pt>
    <dgm:pt modelId="{F0389514-46A9-4E79-8D22-BB4AE6DA7A93}" type="pres">
      <dgm:prSet presAssocID="{0269EC3C-776D-427F-8A97-D4D625702617}" presName="sibTrans" presStyleCnt="0"/>
      <dgm:spPr/>
    </dgm:pt>
    <dgm:pt modelId="{9CBEC605-B302-480F-BD17-13EE402BB47D}" type="pres">
      <dgm:prSet presAssocID="{E94022E7-AAFE-45A4-8167-32950B93B668}" presName="compNode" presStyleCnt="0"/>
      <dgm:spPr/>
    </dgm:pt>
    <dgm:pt modelId="{D66266EE-4D2B-451A-BE6D-798766B8909E}" type="pres">
      <dgm:prSet presAssocID="{E94022E7-AAFE-45A4-8167-32950B93B668}" presName="bgRect" presStyleLbl="bgShp" presStyleIdx="1" presStyleCnt="3"/>
      <dgm:spPr/>
    </dgm:pt>
    <dgm:pt modelId="{22CEA78C-0114-4976-B15C-3235B223324F}" type="pres">
      <dgm:prSet presAssocID="{E94022E7-AAFE-45A4-8167-32950B93B66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F70CC072-C2B5-4C79-9F87-23C6D1A1C0BD}" type="pres">
      <dgm:prSet presAssocID="{E94022E7-AAFE-45A4-8167-32950B93B668}" presName="spaceRect" presStyleCnt="0"/>
      <dgm:spPr/>
    </dgm:pt>
    <dgm:pt modelId="{D96B59A9-E9FF-4652-9C6A-A815D1ED6243}" type="pres">
      <dgm:prSet presAssocID="{E94022E7-AAFE-45A4-8167-32950B93B668}" presName="parTx" presStyleLbl="revTx" presStyleIdx="1" presStyleCnt="3">
        <dgm:presLayoutVars>
          <dgm:chMax val="0"/>
          <dgm:chPref val="0"/>
        </dgm:presLayoutVars>
      </dgm:prSet>
      <dgm:spPr/>
    </dgm:pt>
    <dgm:pt modelId="{E166F87F-5E68-4279-980D-A7D2742B76C8}" type="pres">
      <dgm:prSet presAssocID="{A3FCD078-9401-4D95-96A1-5AA2E3C51D4B}" presName="sibTrans" presStyleCnt="0"/>
      <dgm:spPr/>
    </dgm:pt>
    <dgm:pt modelId="{ABD3619C-7249-4F1B-A35C-4D3AF12DF2CF}" type="pres">
      <dgm:prSet presAssocID="{0880410D-6D2D-4172-92BB-2C01C339A24A}" presName="compNode" presStyleCnt="0"/>
      <dgm:spPr/>
    </dgm:pt>
    <dgm:pt modelId="{4F796BA2-18D5-415A-BE79-875EA7C60627}" type="pres">
      <dgm:prSet presAssocID="{0880410D-6D2D-4172-92BB-2C01C339A24A}" presName="bgRect" presStyleLbl="bgShp" presStyleIdx="2" presStyleCnt="3"/>
      <dgm:spPr/>
    </dgm:pt>
    <dgm:pt modelId="{30FB4891-2D5A-4BAF-BDBB-C2B3F58EEE20}" type="pres">
      <dgm:prSet presAssocID="{0880410D-6D2D-4172-92BB-2C01C339A24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A0CE8E80-7569-4D3E-88E8-83F27F2DA65B}" type="pres">
      <dgm:prSet presAssocID="{0880410D-6D2D-4172-92BB-2C01C339A24A}" presName="spaceRect" presStyleCnt="0"/>
      <dgm:spPr/>
    </dgm:pt>
    <dgm:pt modelId="{27658C10-2A95-4140-94E4-6A9BD3F6BCCE}" type="pres">
      <dgm:prSet presAssocID="{0880410D-6D2D-4172-92BB-2C01C339A24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501D127-9944-48B1-84A9-A61A3CFA0560}" srcId="{B3B6466B-3FA6-4FDF-8F72-4B1FA2D85B91}" destId="{70F6150A-832C-4899-A851-9CFFA2686E0A}" srcOrd="0" destOrd="0" parTransId="{F3141386-ACA2-4EFE-BC89-73D9A13F46B5}" sibTransId="{0269EC3C-776D-427F-8A97-D4D625702617}"/>
    <dgm:cxn modelId="{B232E23E-F653-4C6D-8E00-85A1B7097B58}" srcId="{B3B6466B-3FA6-4FDF-8F72-4B1FA2D85B91}" destId="{E94022E7-AAFE-45A4-8167-32950B93B668}" srcOrd="1" destOrd="0" parTransId="{70569FD0-F0E9-4425-B104-32E2A01C641D}" sibTransId="{A3FCD078-9401-4D95-96A1-5AA2E3C51D4B}"/>
    <dgm:cxn modelId="{4D13F64F-8B4D-4222-862C-454944506A79}" type="presOf" srcId="{B3B6466B-3FA6-4FDF-8F72-4B1FA2D85B91}" destId="{FAE519E1-C4EF-458E-9311-FF3B01540BA8}" srcOrd="0" destOrd="0" presId="urn:microsoft.com/office/officeart/2018/2/layout/IconVerticalSolidList"/>
    <dgm:cxn modelId="{4337C779-57C2-4FE5-A11E-71F0849E5D18}" type="presOf" srcId="{0880410D-6D2D-4172-92BB-2C01C339A24A}" destId="{27658C10-2A95-4140-94E4-6A9BD3F6BCCE}" srcOrd="0" destOrd="0" presId="urn:microsoft.com/office/officeart/2018/2/layout/IconVerticalSolidList"/>
    <dgm:cxn modelId="{8CEC1288-6FF0-4479-B496-C83DA97B4939}" type="presOf" srcId="{70F6150A-832C-4899-A851-9CFFA2686E0A}" destId="{683B2093-2E60-4CF2-BB10-B56A59FED864}" srcOrd="0" destOrd="0" presId="urn:microsoft.com/office/officeart/2018/2/layout/IconVerticalSolidList"/>
    <dgm:cxn modelId="{3F8B4E8B-7FC3-4B40-8D33-644AAB58CAEF}" type="presOf" srcId="{E94022E7-AAFE-45A4-8167-32950B93B668}" destId="{D96B59A9-E9FF-4652-9C6A-A815D1ED6243}" srcOrd="0" destOrd="0" presId="urn:microsoft.com/office/officeart/2018/2/layout/IconVerticalSolidList"/>
    <dgm:cxn modelId="{638BBFAB-0907-44BF-8063-06F43FB95427}" srcId="{B3B6466B-3FA6-4FDF-8F72-4B1FA2D85B91}" destId="{0880410D-6D2D-4172-92BB-2C01C339A24A}" srcOrd="2" destOrd="0" parTransId="{D7A537C3-DBCB-4170-B5A8-F9C454377813}" sibTransId="{3A4E5C69-6A4E-4836-8D4F-F6C0474F4EB9}"/>
    <dgm:cxn modelId="{6E77CEA6-B3B5-4E0B-AFEE-76304A99DF63}" type="presParOf" srcId="{FAE519E1-C4EF-458E-9311-FF3B01540BA8}" destId="{3E915887-596F-4F07-8549-CC922858C012}" srcOrd="0" destOrd="0" presId="urn:microsoft.com/office/officeart/2018/2/layout/IconVerticalSolidList"/>
    <dgm:cxn modelId="{2D750B69-2050-4638-AC79-106E9C8556CE}" type="presParOf" srcId="{3E915887-596F-4F07-8549-CC922858C012}" destId="{36247D9C-8634-4D36-828F-D682AE6FFC10}" srcOrd="0" destOrd="0" presId="urn:microsoft.com/office/officeart/2018/2/layout/IconVerticalSolidList"/>
    <dgm:cxn modelId="{C81C984A-9012-4CA4-A174-F177513C3672}" type="presParOf" srcId="{3E915887-596F-4F07-8549-CC922858C012}" destId="{CCDD6A4B-A6E4-45DA-85F4-220137392882}" srcOrd="1" destOrd="0" presId="urn:microsoft.com/office/officeart/2018/2/layout/IconVerticalSolidList"/>
    <dgm:cxn modelId="{7CCE3E53-52AE-4BCD-89E0-89A06614CB49}" type="presParOf" srcId="{3E915887-596F-4F07-8549-CC922858C012}" destId="{CEE0E68D-3AAF-403E-B40E-22DACA813D09}" srcOrd="2" destOrd="0" presId="urn:microsoft.com/office/officeart/2018/2/layout/IconVerticalSolidList"/>
    <dgm:cxn modelId="{BE66CDF3-0A5F-44AB-A373-A0282E4775AE}" type="presParOf" srcId="{3E915887-596F-4F07-8549-CC922858C012}" destId="{683B2093-2E60-4CF2-BB10-B56A59FED864}" srcOrd="3" destOrd="0" presId="urn:microsoft.com/office/officeart/2018/2/layout/IconVerticalSolidList"/>
    <dgm:cxn modelId="{6A012E1D-EA2A-438C-B84F-F9C95B86995F}" type="presParOf" srcId="{FAE519E1-C4EF-458E-9311-FF3B01540BA8}" destId="{F0389514-46A9-4E79-8D22-BB4AE6DA7A93}" srcOrd="1" destOrd="0" presId="urn:microsoft.com/office/officeart/2018/2/layout/IconVerticalSolidList"/>
    <dgm:cxn modelId="{5AD8A22B-FFA5-478C-98CC-118650BBBC16}" type="presParOf" srcId="{FAE519E1-C4EF-458E-9311-FF3B01540BA8}" destId="{9CBEC605-B302-480F-BD17-13EE402BB47D}" srcOrd="2" destOrd="0" presId="urn:microsoft.com/office/officeart/2018/2/layout/IconVerticalSolidList"/>
    <dgm:cxn modelId="{94E14E15-CF2F-4C00-A1E7-55740B087CF0}" type="presParOf" srcId="{9CBEC605-B302-480F-BD17-13EE402BB47D}" destId="{D66266EE-4D2B-451A-BE6D-798766B8909E}" srcOrd="0" destOrd="0" presId="urn:microsoft.com/office/officeart/2018/2/layout/IconVerticalSolidList"/>
    <dgm:cxn modelId="{405E5A98-B5D6-4563-A0E8-9C39D1D2E723}" type="presParOf" srcId="{9CBEC605-B302-480F-BD17-13EE402BB47D}" destId="{22CEA78C-0114-4976-B15C-3235B223324F}" srcOrd="1" destOrd="0" presId="urn:microsoft.com/office/officeart/2018/2/layout/IconVerticalSolidList"/>
    <dgm:cxn modelId="{522C5D4B-F455-4774-98CC-7C1108103750}" type="presParOf" srcId="{9CBEC605-B302-480F-BD17-13EE402BB47D}" destId="{F70CC072-C2B5-4C79-9F87-23C6D1A1C0BD}" srcOrd="2" destOrd="0" presId="urn:microsoft.com/office/officeart/2018/2/layout/IconVerticalSolidList"/>
    <dgm:cxn modelId="{6006DF81-057F-4C24-A042-9BA9DEDB7063}" type="presParOf" srcId="{9CBEC605-B302-480F-BD17-13EE402BB47D}" destId="{D96B59A9-E9FF-4652-9C6A-A815D1ED6243}" srcOrd="3" destOrd="0" presId="urn:microsoft.com/office/officeart/2018/2/layout/IconVerticalSolidList"/>
    <dgm:cxn modelId="{B94AF63B-C3C2-4313-BE29-FC54CD3ED6F7}" type="presParOf" srcId="{FAE519E1-C4EF-458E-9311-FF3B01540BA8}" destId="{E166F87F-5E68-4279-980D-A7D2742B76C8}" srcOrd="3" destOrd="0" presId="urn:microsoft.com/office/officeart/2018/2/layout/IconVerticalSolidList"/>
    <dgm:cxn modelId="{F66C76B3-A46A-413F-B83D-55BC2F29E376}" type="presParOf" srcId="{FAE519E1-C4EF-458E-9311-FF3B01540BA8}" destId="{ABD3619C-7249-4F1B-A35C-4D3AF12DF2CF}" srcOrd="4" destOrd="0" presId="urn:microsoft.com/office/officeart/2018/2/layout/IconVerticalSolidList"/>
    <dgm:cxn modelId="{4BCC0EAC-9CDC-440C-AE31-458EEB268871}" type="presParOf" srcId="{ABD3619C-7249-4F1B-A35C-4D3AF12DF2CF}" destId="{4F796BA2-18D5-415A-BE79-875EA7C60627}" srcOrd="0" destOrd="0" presId="urn:microsoft.com/office/officeart/2018/2/layout/IconVerticalSolidList"/>
    <dgm:cxn modelId="{D5AB00E5-D1C3-4A3B-94E1-A1F9FCA8C57E}" type="presParOf" srcId="{ABD3619C-7249-4F1B-A35C-4D3AF12DF2CF}" destId="{30FB4891-2D5A-4BAF-BDBB-C2B3F58EEE20}" srcOrd="1" destOrd="0" presId="urn:microsoft.com/office/officeart/2018/2/layout/IconVerticalSolidList"/>
    <dgm:cxn modelId="{6E115322-D1B4-49E0-B808-897C1C756080}" type="presParOf" srcId="{ABD3619C-7249-4F1B-A35C-4D3AF12DF2CF}" destId="{A0CE8E80-7569-4D3E-88E8-83F27F2DA65B}" srcOrd="2" destOrd="0" presId="urn:microsoft.com/office/officeart/2018/2/layout/IconVerticalSolidList"/>
    <dgm:cxn modelId="{F9D5DB34-3E12-45D8-86ED-B3D9B2C89727}" type="presParOf" srcId="{ABD3619C-7249-4F1B-A35C-4D3AF12DF2CF}" destId="{27658C10-2A95-4140-94E4-6A9BD3F6BC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FF7D3BE-610B-43AF-B9F8-C259B1D928A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897E05B-CB94-41E4-AD17-A80E1C3F13EF}">
      <dgm:prSet/>
      <dgm:spPr/>
      <dgm:t>
        <a:bodyPr/>
        <a:lstStyle/>
        <a:p>
          <a:pPr>
            <a:defRPr cap="all"/>
          </a:pPr>
          <a:r>
            <a:rPr lang="en-US"/>
            <a:t>Secure by default; only you have access unless modified.</a:t>
          </a:r>
        </a:p>
      </dgm:t>
    </dgm:pt>
    <dgm:pt modelId="{367EAEB2-7F66-47EA-8CB6-CA149C8E124B}" type="parTrans" cxnId="{38859790-AB92-4AFD-AEF3-A19782A37F85}">
      <dgm:prSet/>
      <dgm:spPr/>
      <dgm:t>
        <a:bodyPr/>
        <a:lstStyle/>
        <a:p>
          <a:endParaRPr lang="en-US"/>
        </a:p>
      </dgm:t>
    </dgm:pt>
    <dgm:pt modelId="{6AF34BFF-A462-46FA-94B4-84FDDE7AD542}" type="sibTrans" cxnId="{38859790-AB92-4AFD-AEF3-A19782A37F85}">
      <dgm:prSet/>
      <dgm:spPr/>
      <dgm:t>
        <a:bodyPr/>
        <a:lstStyle/>
        <a:p>
          <a:endParaRPr lang="en-US"/>
        </a:p>
      </dgm:t>
    </dgm:pt>
    <dgm:pt modelId="{D8115933-0031-48B4-9A84-AEBE65763CAF}">
      <dgm:prSet/>
      <dgm:spPr/>
      <dgm:t>
        <a:bodyPr/>
        <a:lstStyle/>
        <a:p>
          <a:pPr>
            <a:defRPr cap="all"/>
          </a:pPr>
          <a:r>
            <a:rPr lang="en-US"/>
            <a:t>Supports IAM, bucket policies, ACLs, VPC endpoints.</a:t>
          </a:r>
        </a:p>
      </dgm:t>
    </dgm:pt>
    <dgm:pt modelId="{958A9A8C-BA39-4C1C-B288-B0BA65CB616B}" type="parTrans" cxnId="{15AD59C7-FCDD-40CA-9A70-19D9021C08C0}">
      <dgm:prSet/>
      <dgm:spPr/>
      <dgm:t>
        <a:bodyPr/>
        <a:lstStyle/>
        <a:p>
          <a:endParaRPr lang="en-US"/>
        </a:p>
      </dgm:t>
    </dgm:pt>
    <dgm:pt modelId="{5B59F651-E1F5-4D59-8E70-046D08C9FE70}" type="sibTrans" cxnId="{15AD59C7-FCDD-40CA-9A70-19D9021C08C0}">
      <dgm:prSet/>
      <dgm:spPr/>
      <dgm:t>
        <a:bodyPr/>
        <a:lstStyle/>
        <a:p>
          <a:endParaRPr lang="en-US"/>
        </a:p>
      </dgm:t>
    </dgm:pt>
    <dgm:pt modelId="{E5AA3E11-CC1A-4A7B-9B89-EA17BD348B0B}">
      <dgm:prSet/>
      <dgm:spPr/>
      <dgm:t>
        <a:bodyPr/>
        <a:lstStyle/>
        <a:p>
          <a:pPr>
            <a:defRPr cap="all"/>
          </a:pPr>
          <a:r>
            <a:rPr lang="en-US"/>
            <a:t>Encryption by default with SSE‑S3; additional options available.</a:t>
          </a:r>
        </a:p>
      </dgm:t>
    </dgm:pt>
    <dgm:pt modelId="{8CFB0E21-759A-454A-98D0-F3477065CF47}" type="parTrans" cxnId="{D913DC1F-7819-41EB-A1E5-F252BCB8E028}">
      <dgm:prSet/>
      <dgm:spPr/>
      <dgm:t>
        <a:bodyPr/>
        <a:lstStyle/>
        <a:p>
          <a:endParaRPr lang="en-US"/>
        </a:p>
      </dgm:t>
    </dgm:pt>
    <dgm:pt modelId="{22646A9C-BD61-4AB8-932F-E64C7DE3A7ED}" type="sibTrans" cxnId="{D913DC1F-7819-41EB-A1E5-F252BCB8E028}">
      <dgm:prSet/>
      <dgm:spPr/>
      <dgm:t>
        <a:bodyPr/>
        <a:lstStyle/>
        <a:p>
          <a:endParaRPr lang="en-US"/>
        </a:p>
      </dgm:t>
    </dgm:pt>
    <dgm:pt modelId="{1EE63C5E-C1DE-4921-B694-626EE75C1FC3}" type="pres">
      <dgm:prSet presAssocID="{BFF7D3BE-610B-43AF-B9F8-C259B1D928A7}" presName="root" presStyleCnt="0">
        <dgm:presLayoutVars>
          <dgm:dir/>
          <dgm:resizeHandles val="exact"/>
        </dgm:presLayoutVars>
      </dgm:prSet>
      <dgm:spPr/>
    </dgm:pt>
    <dgm:pt modelId="{76E627E8-EC85-447F-A68E-93A7984D7342}" type="pres">
      <dgm:prSet presAssocID="{6897E05B-CB94-41E4-AD17-A80E1C3F13EF}" presName="compNode" presStyleCnt="0"/>
      <dgm:spPr/>
    </dgm:pt>
    <dgm:pt modelId="{710FFF27-66B8-489D-906B-D5C99A1B77E2}" type="pres">
      <dgm:prSet presAssocID="{6897E05B-CB94-41E4-AD17-A80E1C3F13E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FD6E86E-142C-48A8-9D83-E7BBEACF6EE8}" type="pres">
      <dgm:prSet presAssocID="{6897E05B-CB94-41E4-AD17-A80E1C3F13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3105129-CFD9-4F6F-AC8A-8E39D9D467B2}" type="pres">
      <dgm:prSet presAssocID="{6897E05B-CB94-41E4-AD17-A80E1C3F13EF}" presName="spaceRect" presStyleCnt="0"/>
      <dgm:spPr/>
    </dgm:pt>
    <dgm:pt modelId="{6C9D2DFC-66E2-4574-85D1-2957D3056FB3}" type="pres">
      <dgm:prSet presAssocID="{6897E05B-CB94-41E4-AD17-A80E1C3F13EF}" presName="textRect" presStyleLbl="revTx" presStyleIdx="0" presStyleCnt="3">
        <dgm:presLayoutVars>
          <dgm:chMax val="1"/>
          <dgm:chPref val="1"/>
        </dgm:presLayoutVars>
      </dgm:prSet>
      <dgm:spPr/>
    </dgm:pt>
    <dgm:pt modelId="{38AAC012-15F9-4EF6-943F-62FDA5541F8C}" type="pres">
      <dgm:prSet presAssocID="{6AF34BFF-A462-46FA-94B4-84FDDE7AD542}" presName="sibTrans" presStyleCnt="0"/>
      <dgm:spPr/>
    </dgm:pt>
    <dgm:pt modelId="{B790DC20-867A-4682-AFD1-A550F97E706F}" type="pres">
      <dgm:prSet presAssocID="{D8115933-0031-48B4-9A84-AEBE65763CAF}" presName="compNode" presStyleCnt="0"/>
      <dgm:spPr/>
    </dgm:pt>
    <dgm:pt modelId="{8DBF37FB-8AB6-4BD0-8E9F-6CF0D3DC9F16}" type="pres">
      <dgm:prSet presAssocID="{D8115933-0031-48B4-9A84-AEBE65763CA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29B65CA-8C8E-4B4C-800A-15792C268C51}" type="pres">
      <dgm:prSet presAssocID="{D8115933-0031-48B4-9A84-AEBE65763CA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F9BB34E-C678-40A1-B0D9-BF0C66269F27}" type="pres">
      <dgm:prSet presAssocID="{D8115933-0031-48B4-9A84-AEBE65763CAF}" presName="spaceRect" presStyleCnt="0"/>
      <dgm:spPr/>
    </dgm:pt>
    <dgm:pt modelId="{E2231A50-79D5-40E4-90CB-EDC8FECF282B}" type="pres">
      <dgm:prSet presAssocID="{D8115933-0031-48B4-9A84-AEBE65763CAF}" presName="textRect" presStyleLbl="revTx" presStyleIdx="1" presStyleCnt="3">
        <dgm:presLayoutVars>
          <dgm:chMax val="1"/>
          <dgm:chPref val="1"/>
        </dgm:presLayoutVars>
      </dgm:prSet>
      <dgm:spPr/>
    </dgm:pt>
    <dgm:pt modelId="{A8E298A1-202F-4051-80B0-B11DD9257117}" type="pres">
      <dgm:prSet presAssocID="{5B59F651-E1F5-4D59-8E70-046D08C9FE70}" presName="sibTrans" presStyleCnt="0"/>
      <dgm:spPr/>
    </dgm:pt>
    <dgm:pt modelId="{48BC46F6-23A0-4DD6-9C6F-4B3AF094D9B7}" type="pres">
      <dgm:prSet presAssocID="{E5AA3E11-CC1A-4A7B-9B89-EA17BD348B0B}" presName="compNode" presStyleCnt="0"/>
      <dgm:spPr/>
    </dgm:pt>
    <dgm:pt modelId="{55F726FD-64AD-43EB-A99E-48DE31CFA0D0}" type="pres">
      <dgm:prSet presAssocID="{E5AA3E11-CC1A-4A7B-9B89-EA17BD348B0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7DECED1-8702-4CED-8474-E1E77981F4B5}" type="pres">
      <dgm:prSet presAssocID="{E5AA3E11-CC1A-4A7B-9B89-EA17BD348B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53371E51-3DCF-475A-AB1B-64BB1FD6A07E}" type="pres">
      <dgm:prSet presAssocID="{E5AA3E11-CC1A-4A7B-9B89-EA17BD348B0B}" presName="spaceRect" presStyleCnt="0"/>
      <dgm:spPr/>
    </dgm:pt>
    <dgm:pt modelId="{64B16E6F-7DE8-461A-A71A-AFD3D3A7C5EC}" type="pres">
      <dgm:prSet presAssocID="{E5AA3E11-CC1A-4A7B-9B89-EA17BD348B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913DC1F-7819-41EB-A1E5-F252BCB8E028}" srcId="{BFF7D3BE-610B-43AF-B9F8-C259B1D928A7}" destId="{E5AA3E11-CC1A-4A7B-9B89-EA17BD348B0B}" srcOrd="2" destOrd="0" parTransId="{8CFB0E21-759A-454A-98D0-F3477065CF47}" sibTransId="{22646A9C-BD61-4AB8-932F-E64C7DE3A7ED}"/>
    <dgm:cxn modelId="{F03EFE4E-7E50-4962-A22D-C90829FAFF31}" type="presOf" srcId="{BFF7D3BE-610B-43AF-B9F8-C259B1D928A7}" destId="{1EE63C5E-C1DE-4921-B694-626EE75C1FC3}" srcOrd="0" destOrd="0" presId="urn:microsoft.com/office/officeart/2018/5/layout/IconLeafLabelList"/>
    <dgm:cxn modelId="{C552D674-47B4-4959-ABE8-C1296A77507A}" type="presOf" srcId="{6897E05B-CB94-41E4-AD17-A80E1C3F13EF}" destId="{6C9D2DFC-66E2-4574-85D1-2957D3056FB3}" srcOrd="0" destOrd="0" presId="urn:microsoft.com/office/officeart/2018/5/layout/IconLeafLabelList"/>
    <dgm:cxn modelId="{38859790-AB92-4AFD-AEF3-A19782A37F85}" srcId="{BFF7D3BE-610B-43AF-B9F8-C259B1D928A7}" destId="{6897E05B-CB94-41E4-AD17-A80E1C3F13EF}" srcOrd="0" destOrd="0" parTransId="{367EAEB2-7F66-47EA-8CB6-CA149C8E124B}" sibTransId="{6AF34BFF-A462-46FA-94B4-84FDDE7AD542}"/>
    <dgm:cxn modelId="{15AD59C7-FCDD-40CA-9A70-19D9021C08C0}" srcId="{BFF7D3BE-610B-43AF-B9F8-C259B1D928A7}" destId="{D8115933-0031-48B4-9A84-AEBE65763CAF}" srcOrd="1" destOrd="0" parTransId="{958A9A8C-BA39-4C1C-B288-B0BA65CB616B}" sibTransId="{5B59F651-E1F5-4D59-8E70-046D08C9FE70}"/>
    <dgm:cxn modelId="{F5EF35E1-FBF0-422F-B18F-9FC4C40AF99E}" type="presOf" srcId="{D8115933-0031-48B4-9A84-AEBE65763CAF}" destId="{E2231A50-79D5-40E4-90CB-EDC8FECF282B}" srcOrd="0" destOrd="0" presId="urn:microsoft.com/office/officeart/2018/5/layout/IconLeafLabelList"/>
    <dgm:cxn modelId="{69926FF9-2921-4316-9490-CF3A8E79ACE8}" type="presOf" srcId="{E5AA3E11-CC1A-4A7B-9B89-EA17BD348B0B}" destId="{64B16E6F-7DE8-461A-A71A-AFD3D3A7C5EC}" srcOrd="0" destOrd="0" presId="urn:microsoft.com/office/officeart/2018/5/layout/IconLeafLabelList"/>
    <dgm:cxn modelId="{5171F515-16A2-407F-9F02-7CD334275345}" type="presParOf" srcId="{1EE63C5E-C1DE-4921-B694-626EE75C1FC3}" destId="{76E627E8-EC85-447F-A68E-93A7984D7342}" srcOrd="0" destOrd="0" presId="urn:microsoft.com/office/officeart/2018/5/layout/IconLeafLabelList"/>
    <dgm:cxn modelId="{F14984E0-B637-40CF-A1EE-54D05626B097}" type="presParOf" srcId="{76E627E8-EC85-447F-A68E-93A7984D7342}" destId="{710FFF27-66B8-489D-906B-D5C99A1B77E2}" srcOrd="0" destOrd="0" presId="urn:microsoft.com/office/officeart/2018/5/layout/IconLeafLabelList"/>
    <dgm:cxn modelId="{68E18665-848F-4AF2-8210-F20960059FF4}" type="presParOf" srcId="{76E627E8-EC85-447F-A68E-93A7984D7342}" destId="{8FD6E86E-142C-48A8-9D83-E7BBEACF6EE8}" srcOrd="1" destOrd="0" presId="urn:microsoft.com/office/officeart/2018/5/layout/IconLeafLabelList"/>
    <dgm:cxn modelId="{74E16730-03E9-45EE-850E-13FDCDFAF485}" type="presParOf" srcId="{76E627E8-EC85-447F-A68E-93A7984D7342}" destId="{E3105129-CFD9-4F6F-AC8A-8E39D9D467B2}" srcOrd="2" destOrd="0" presId="urn:microsoft.com/office/officeart/2018/5/layout/IconLeafLabelList"/>
    <dgm:cxn modelId="{E65EA3BA-6882-466F-928C-637238A6CA9A}" type="presParOf" srcId="{76E627E8-EC85-447F-A68E-93A7984D7342}" destId="{6C9D2DFC-66E2-4574-85D1-2957D3056FB3}" srcOrd="3" destOrd="0" presId="urn:microsoft.com/office/officeart/2018/5/layout/IconLeafLabelList"/>
    <dgm:cxn modelId="{DA423188-64BE-4F92-A1A6-24C008B1E4C4}" type="presParOf" srcId="{1EE63C5E-C1DE-4921-B694-626EE75C1FC3}" destId="{38AAC012-15F9-4EF6-943F-62FDA5541F8C}" srcOrd="1" destOrd="0" presId="urn:microsoft.com/office/officeart/2018/5/layout/IconLeafLabelList"/>
    <dgm:cxn modelId="{F63A9DB8-4A01-4957-8DC6-A319D0E1814A}" type="presParOf" srcId="{1EE63C5E-C1DE-4921-B694-626EE75C1FC3}" destId="{B790DC20-867A-4682-AFD1-A550F97E706F}" srcOrd="2" destOrd="0" presId="urn:microsoft.com/office/officeart/2018/5/layout/IconLeafLabelList"/>
    <dgm:cxn modelId="{2A7FDB48-0066-4E5E-B2C4-F56175E7BA74}" type="presParOf" srcId="{B790DC20-867A-4682-AFD1-A550F97E706F}" destId="{8DBF37FB-8AB6-4BD0-8E9F-6CF0D3DC9F16}" srcOrd="0" destOrd="0" presId="urn:microsoft.com/office/officeart/2018/5/layout/IconLeafLabelList"/>
    <dgm:cxn modelId="{38AF1C95-4D2F-415E-BFE6-612067C15A14}" type="presParOf" srcId="{B790DC20-867A-4682-AFD1-A550F97E706F}" destId="{429B65CA-8C8E-4B4C-800A-15792C268C51}" srcOrd="1" destOrd="0" presId="urn:microsoft.com/office/officeart/2018/5/layout/IconLeafLabelList"/>
    <dgm:cxn modelId="{057BA84D-76FB-476B-B143-86658930774B}" type="presParOf" srcId="{B790DC20-867A-4682-AFD1-A550F97E706F}" destId="{EF9BB34E-C678-40A1-B0D9-BF0C66269F27}" srcOrd="2" destOrd="0" presId="urn:microsoft.com/office/officeart/2018/5/layout/IconLeafLabelList"/>
    <dgm:cxn modelId="{D44A87A3-ED8F-4FD7-A683-9A80DFB9E274}" type="presParOf" srcId="{B790DC20-867A-4682-AFD1-A550F97E706F}" destId="{E2231A50-79D5-40E4-90CB-EDC8FECF282B}" srcOrd="3" destOrd="0" presId="urn:microsoft.com/office/officeart/2018/5/layout/IconLeafLabelList"/>
    <dgm:cxn modelId="{01064320-6AA0-4009-8ECF-79D3006B8361}" type="presParOf" srcId="{1EE63C5E-C1DE-4921-B694-626EE75C1FC3}" destId="{A8E298A1-202F-4051-80B0-B11DD9257117}" srcOrd="3" destOrd="0" presId="urn:microsoft.com/office/officeart/2018/5/layout/IconLeafLabelList"/>
    <dgm:cxn modelId="{77C1167B-3F7D-4249-9555-8304859EE095}" type="presParOf" srcId="{1EE63C5E-C1DE-4921-B694-626EE75C1FC3}" destId="{48BC46F6-23A0-4DD6-9C6F-4B3AF094D9B7}" srcOrd="4" destOrd="0" presId="urn:microsoft.com/office/officeart/2018/5/layout/IconLeafLabelList"/>
    <dgm:cxn modelId="{DA9248CA-75BA-4798-9893-E5279E8EE5B9}" type="presParOf" srcId="{48BC46F6-23A0-4DD6-9C6F-4B3AF094D9B7}" destId="{55F726FD-64AD-43EB-A99E-48DE31CFA0D0}" srcOrd="0" destOrd="0" presId="urn:microsoft.com/office/officeart/2018/5/layout/IconLeafLabelList"/>
    <dgm:cxn modelId="{F048CB98-7A79-48E1-AE47-C86CB43DE05D}" type="presParOf" srcId="{48BC46F6-23A0-4DD6-9C6F-4B3AF094D9B7}" destId="{B7DECED1-8702-4CED-8474-E1E77981F4B5}" srcOrd="1" destOrd="0" presId="urn:microsoft.com/office/officeart/2018/5/layout/IconLeafLabelList"/>
    <dgm:cxn modelId="{5706E7CE-E2A1-4EF1-BFD7-A1B7AF69DD48}" type="presParOf" srcId="{48BC46F6-23A0-4DD6-9C6F-4B3AF094D9B7}" destId="{53371E51-3DCF-475A-AB1B-64BB1FD6A07E}" srcOrd="2" destOrd="0" presId="urn:microsoft.com/office/officeart/2018/5/layout/IconLeafLabelList"/>
    <dgm:cxn modelId="{92774162-4901-40FE-9929-24713FC76E6D}" type="presParOf" srcId="{48BC46F6-23A0-4DD6-9C6F-4B3AF094D9B7}" destId="{64B16E6F-7DE8-461A-A71A-AFD3D3A7C5E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B5040E2-B131-4B6C-87DE-18858D06373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34F3AE15-6839-4BB6-B599-9CE7AD3592C3}">
      <dgm:prSet/>
      <dgm:spPr/>
      <dgm:t>
        <a:bodyPr/>
        <a:lstStyle/>
        <a:p>
          <a:r>
            <a:rPr lang="en-US"/>
            <a:t>Access via gateway or interface VPC endpoints.</a:t>
          </a:r>
        </a:p>
      </dgm:t>
    </dgm:pt>
    <dgm:pt modelId="{78613C0F-C920-4070-BD77-F174C92E8B0A}" type="parTrans" cxnId="{890F4C01-8E85-4FD2-9F05-536EFE1A34A0}">
      <dgm:prSet/>
      <dgm:spPr/>
      <dgm:t>
        <a:bodyPr/>
        <a:lstStyle/>
        <a:p>
          <a:endParaRPr lang="en-US"/>
        </a:p>
      </dgm:t>
    </dgm:pt>
    <dgm:pt modelId="{26C3BB76-EFC0-4EB5-95E2-E7ECEE2E0BB5}" type="sibTrans" cxnId="{890F4C01-8E85-4FD2-9F05-536EFE1A34A0}">
      <dgm:prSet/>
      <dgm:spPr/>
      <dgm:t>
        <a:bodyPr/>
        <a:lstStyle/>
        <a:p>
          <a:endParaRPr lang="en-US"/>
        </a:p>
      </dgm:t>
    </dgm:pt>
    <dgm:pt modelId="{62584C7C-DA00-48AD-97CB-C9347AF60ADE}">
      <dgm:prSet/>
      <dgm:spPr/>
      <dgm:t>
        <a:bodyPr/>
        <a:lstStyle/>
        <a:p>
          <a:r>
            <a:rPr lang="en-US"/>
            <a:t>Bucket policies can restrict to specific endpoints.</a:t>
          </a:r>
        </a:p>
      </dgm:t>
    </dgm:pt>
    <dgm:pt modelId="{C93BFE86-63B2-4DED-9392-5F9112AA6C15}" type="parTrans" cxnId="{C7D39611-E9E6-4D57-9ECE-5C49AD0AFC55}">
      <dgm:prSet/>
      <dgm:spPr/>
      <dgm:t>
        <a:bodyPr/>
        <a:lstStyle/>
        <a:p>
          <a:endParaRPr lang="en-US"/>
        </a:p>
      </dgm:t>
    </dgm:pt>
    <dgm:pt modelId="{32E09209-EA12-4984-88C6-89B718F36FF3}" type="sibTrans" cxnId="{C7D39611-E9E6-4D57-9ECE-5C49AD0AFC55}">
      <dgm:prSet/>
      <dgm:spPr/>
      <dgm:t>
        <a:bodyPr/>
        <a:lstStyle/>
        <a:p>
          <a:endParaRPr lang="en-US"/>
        </a:p>
      </dgm:t>
    </dgm:pt>
    <dgm:pt modelId="{5DCB26A8-5FF3-4C6C-B3B4-3A08851410EB}">
      <dgm:prSet/>
      <dgm:spPr/>
      <dgm:t>
        <a:bodyPr/>
        <a:lstStyle/>
        <a:p>
          <a:r>
            <a:rPr lang="en-US"/>
            <a:t>PrivateLink allows on‑premises access without internet.</a:t>
          </a:r>
        </a:p>
      </dgm:t>
    </dgm:pt>
    <dgm:pt modelId="{24F56D41-965A-41D6-95D3-D2BE938E9689}" type="parTrans" cxnId="{B7AE257C-E6E1-4268-848B-5CB30203A59A}">
      <dgm:prSet/>
      <dgm:spPr/>
      <dgm:t>
        <a:bodyPr/>
        <a:lstStyle/>
        <a:p>
          <a:endParaRPr lang="en-US"/>
        </a:p>
      </dgm:t>
    </dgm:pt>
    <dgm:pt modelId="{7F1F0685-2CF4-4696-9EE9-D2D586DB6732}" type="sibTrans" cxnId="{B7AE257C-E6E1-4268-848B-5CB30203A59A}">
      <dgm:prSet/>
      <dgm:spPr/>
      <dgm:t>
        <a:bodyPr/>
        <a:lstStyle/>
        <a:p>
          <a:endParaRPr lang="en-US"/>
        </a:p>
      </dgm:t>
    </dgm:pt>
    <dgm:pt modelId="{CF8FCE7C-ABFC-437C-B40D-510FC846B4EC}" type="pres">
      <dgm:prSet presAssocID="{DB5040E2-B131-4B6C-87DE-18858D063737}" presName="root" presStyleCnt="0">
        <dgm:presLayoutVars>
          <dgm:dir/>
          <dgm:resizeHandles val="exact"/>
        </dgm:presLayoutVars>
      </dgm:prSet>
      <dgm:spPr/>
    </dgm:pt>
    <dgm:pt modelId="{8633BB42-415E-48D0-9E7B-49AD446ADE6B}" type="pres">
      <dgm:prSet presAssocID="{34F3AE15-6839-4BB6-B599-9CE7AD3592C3}" presName="compNode" presStyleCnt="0"/>
      <dgm:spPr/>
    </dgm:pt>
    <dgm:pt modelId="{58875F27-617F-4134-9B4D-5EDD71A76C00}" type="pres">
      <dgm:prSet presAssocID="{34F3AE15-6839-4BB6-B599-9CE7AD3592C3}" presName="bgRect" presStyleLbl="bgShp" presStyleIdx="0" presStyleCnt="3"/>
      <dgm:spPr/>
    </dgm:pt>
    <dgm:pt modelId="{91B2139D-4279-4BD3-BE7C-430717203379}" type="pres">
      <dgm:prSet presAssocID="{34F3AE15-6839-4BB6-B599-9CE7AD3592C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59CDF7A-97B1-49B2-9405-B710AA086643}" type="pres">
      <dgm:prSet presAssocID="{34F3AE15-6839-4BB6-B599-9CE7AD3592C3}" presName="spaceRect" presStyleCnt="0"/>
      <dgm:spPr/>
    </dgm:pt>
    <dgm:pt modelId="{7661ACFC-D47F-44D4-A0C9-32D3D53A9AEB}" type="pres">
      <dgm:prSet presAssocID="{34F3AE15-6839-4BB6-B599-9CE7AD3592C3}" presName="parTx" presStyleLbl="revTx" presStyleIdx="0" presStyleCnt="3">
        <dgm:presLayoutVars>
          <dgm:chMax val="0"/>
          <dgm:chPref val="0"/>
        </dgm:presLayoutVars>
      </dgm:prSet>
      <dgm:spPr/>
    </dgm:pt>
    <dgm:pt modelId="{AE171925-3731-496F-A1C1-9A284B3732B0}" type="pres">
      <dgm:prSet presAssocID="{26C3BB76-EFC0-4EB5-95E2-E7ECEE2E0BB5}" presName="sibTrans" presStyleCnt="0"/>
      <dgm:spPr/>
    </dgm:pt>
    <dgm:pt modelId="{11D9C905-E9FC-442A-8773-7C931A5B0A3A}" type="pres">
      <dgm:prSet presAssocID="{62584C7C-DA00-48AD-97CB-C9347AF60ADE}" presName="compNode" presStyleCnt="0"/>
      <dgm:spPr/>
    </dgm:pt>
    <dgm:pt modelId="{A292BDC1-D85A-4339-B103-5435E16A72D8}" type="pres">
      <dgm:prSet presAssocID="{62584C7C-DA00-48AD-97CB-C9347AF60ADE}" presName="bgRect" presStyleLbl="bgShp" presStyleIdx="1" presStyleCnt="3"/>
      <dgm:spPr/>
    </dgm:pt>
    <dgm:pt modelId="{C8D5A602-FD62-4873-960D-D68E5F79AACE}" type="pres">
      <dgm:prSet presAssocID="{62584C7C-DA00-48AD-97CB-C9347AF60AD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A551F6C-3F9C-4409-B0EC-EEBF03F15131}" type="pres">
      <dgm:prSet presAssocID="{62584C7C-DA00-48AD-97CB-C9347AF60ADE}" presName="spaceRect" presStyleCnt="0"/>
      <dgm:spPr/>
    </dgm:pt>
    <dgm:pt modelId="{965D2309-E459-470C-94E6-4503D32B15AC}" type="pres">
      <dgm:prSet presAssocID="{62584C7C-DA00-48AD-97CB-C9347AF60ADE}" presName="parTx" presStyleLbl="revTx" presStyleIdx="1" presStyleCnt="3">
        <dgm:presLayoutVars>
          <dgm:chMax val="0"/>
          <dgm:chPref val="0"/>
        </dgm:presLayoutVars>
      </dgm:prSet>
      <dgm:spPr/>
    </dgm:pt>
    <dgm:pt modelId="{8D6B7A1B-F8F0-4AFC-9416-EBC6C5654CD4}" type="pres">
      <dgm:prSet presAssocID="{32E09209-EA12-4984-88C6-89B718F36FF3}" presName="sibTrans" presStyleCnt="0"/>
      <dgm:spPr/>
    </dgm:pt>
    <dgm:pt modelId="{BC1FE2E7-8BAF-458F-A867-56A04B508D7C}" type="pres">
      <dgm:prSet presAssocID="{5DCB26A8-5FF3-4C6C-B3B4-3A08851410EB}" presName="compNode" presStyleCnt="0"/>
      <dgm:spPr/>
    </dgm:pt>
    <dgm:pt modelId="{3A109A6E-98DD-403D-B5E7-A084BDFE249F}" type="pres">
      <dgm:prSet presAssocID="{5DCB26A8-5FF3-4C6C-B3B4-3A08851410EB}" presName="bgRect" presStyleLbl="bgShp" presStyleIdx="2" presStyleCnt="3"/>
      <dgm:spPr/>
    </dgm:pt>
    <dgm:pt modelId="{1BC03499-6843-4714-924D-895B8FA1EAEA}" type="pres">
      <dgm:prSet presAssocID="{5DCB26A8-5FF3-4C6C-B3B4-3A08851410E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9334A516-14B1-4466-A5C6-0BB34A6EDC95}" type="pres">
      <dgm:prSet presAssocID="{5DCB26A8-5FF3-4C6C-B3B4-3A08851410EB}" presName="spaceRect" presStyleCnt="0"/>
      <dgm:spPr/>
    </dgm:pt>
    <dgm:pt modelId="{4E1313FB-ECCB-4ACC-9C9F-426D19D2623A}" type="pres">
      <dgm:prSet presAssocID="{5DCB26A8-5FF3-4C6C-B3B4-3A08851410E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90F4C01-8E85-4FD2-9F05-536EFE1A34A0}" srcId="{DB5040E2-B131-4B6C-87DE-18858D063737}" destId="{34F3AE15-6839-4BB6-B599-9CE7AD3592C3}" srcOrd="0" destOrd="0" parTransId="{78613C0F-C920-4070-BD77-F174C92E8B0A}" sibTransId="{26C3BB76-EFC0-4EB5-95E2-E7ECEE2E0BB5}"/>
    <dgm:cxn modelId="{C7D39611-E9E6-4D57-9ECE-5C49AD0AFC55}" srcId="{DB5040E2-B131-4B6C-87DE-18858D063737}" destId="{62584C7C-DA00-48AD-97CB-C9347AF60ADE}" srcOrd="1" destOrd="0" parTransId="{C93BFE86-63B2-4DED-9392-5F9112AA6C15}" sibTransId="{32E09209-EA12-4984-88C6-89B718F36FF3}"/>
    <dgm:cxn modelId="{B7AE257C-E6E1-4268-848B-5CB30203A59A}" srcId="{DB5040E2-B131-4B6C-87DE-18858D063737}" destId="{5DCB26A8-5FF3-4C6C-B3B4-3A08851410EB}" srcOrd="2" destOrd="0" parTransId="{24F56D41-965A-41D6-95D3-D2BE938E9689}" sibTransId="{7F1F0685-2CF4-4696-9EE9-D2D586DB6732}"/>
    <dgm:cxn modelId="{FC88A6BB-B988-4624-863E-6F1A40BC0BB8}" type="presOf" srcId="{34F3AE15-6839-4BB6-B599-9CE7AD3592C3}" destId="{7661ACFC-D47F-44D4-A0C9-32D3D53A9AEB}" srcOrd="0" destOrd="0" presId="urn:microsoft.com/office/officeart/2018/2/layout/IconVerticalSolidList"/>
    <dgm:cxn modelId="{C5D607D9-EAC6-4DCB-94EC-AF92646DC4C9}" type="presOf" srcId="{DB5040E2-B131-4B6C-87DE-18858D063737}" destId="{CF8FCE7C-ABFC-437C-B40D-510FC846B4EC}" srcOrd="0" destOrd="0" presId="urn:microsoft.com/office/officeart/2018/2/layout/IconVerticalSolidList"/>
    <dgm:cxn modelId="{C5B890DB-C647-40A6-9631-81A359B9B132}" type="presOf" srcId="{5DCB26A8-5FF3-4C6C-B3B4-3A08851410EB}" destId="{4E1313FB-ECCB-4ACC-9C9F-426D19D2623A}" srcOrd="0" destOrd="0" presId="urn:microsoft.com/office/officeart/2018/2/layout/IconVerticalSolidList"/>
    <dgm:cxn modelId="{D5A0F8FE-4E84-4B43-8BE5-934C265F955D}" type="presOf" srcId="{62584C7C-DA00-48AD-97CB-C9347AF60ADE}" destId="{965D2309-E459-470C-94E6-4503D32B15AC}" srcOrd="0" destOrd="0" presId="urn:microsoft.com/office/officeart/2018/2/layout/IconVerticalSolidList"/>
    <dgm:cxn modelId="{7A981799-AE97-4A3D-85B4-E512866F4731}" type="presParOf" srcId="{CF8FCE7C-ABFC-437C-B40D-510FC846B4EC}" destId="{8633BB42-415E-48D0-9E7B-49AD446ADE6B}" srcOrd="0" destOrd="0" presId="urn:microsoft.com/office/officeart/2018/2/layout/IconVerticalSolidList"/>
    <dgm:cxn modelId="{1599FA71-E3EF-42BC-9541-B44026A98950}" type="presParOf" srcId="{8633BB42-415E-48D0-9E7B-49AD446ADE6B}" destId="{58875F27-617F-4134-9B4D-5EDD71A76C00}" srcOrd="0" destOrd="0" presId="urn:microsoft.com/office/officeart/2018/2/layout/IconVerticalSolidList"/>
    <dgm:cxn modelId="{504A2CDE-F4F4-4AFF-AF2B-C605EDD074DF}" type="presParOf" srcId="{8633BB42-415E-48D0-9E7B-49AD446ADE6B}" destId="{91B2139D-4279-4BD3-BE7C-430717203379}" srcOrd="1" destOrd="0" presId="urn:microsoft.com/office/officeart/2018/2/layout/IconVerticalSolidList"/>
    <dgm:cxn modelId="{57697275-E6D8-411B-9072-90E8D4ABFF51}" type="presParOf" srcId="{8633BB42-415E-48D0-9E7B-49AD446ADE6B}" destId="{F59CDF7A-97B1-49B2-9405-B710AA086643}" srcOrd="2" destOrd="0" presId="urn:microsoft.com/office/officeart/2018/2/layout/IconVerticalSolidList"/>
    <dgm:cxn modelId="{E298A034-69A9-499E-9E07-8715535DA64F}" type="presParOf" srcId="{8633BB42-415E-48D0-9E7B-49AD446ADE6B}" destId="{7661ACFC-D47F-44D4-A0C9-32D3D53A9AEB}" srcOrd="3" destOrd="0" presId="urn:microsoft.com/office/officeart/2018/2/layout/IconVerticalSolidList"/>
    <dgm:cxn modelId="{690A4AAF-F2E5-420A-99F3-7BD0DD91BEA1}" type="presParOf" srcId="{CF8FCE7C-ABFC-437C-B40D-510FC846B4EC}" destId="{AE171925-3731-496F-A1C1-9A284B3732B0}" srcOrd="1" destOrd="0" presId="urn:microsoft.com/office/officeart/2018/2/layout/IconVerticalSolidList"/>
    <dgm:cxn modelId="{A2AE8961-E6A5-49DA-96F3-076F80C4CEF3}" type="presParOf" srcId="{CF8FCE7C-ABFC-437C-B40D-510FC846B4EC}" destId="{11D9C905-E9FC-442A-8773-7C931A5B0A3A}" srcOrd="2" destOrd="0" presId="urn:microsoft.com/office/officeart/2018/2/layout/IconVerticalSolidList"/>
    <dgm:cxn modelId="{C909743A-B91D-4201-956E-8EB40BA9EC3F}" type="presParOf" srcId="{11D9C905-E9FC-442A-8773-7C931A5B0A3A}" destId="{A292BDC1-D85A-4339-B103-5435E16A72D8}" srcOrd="0" destOrd="0" presId="urn:microsoft.com/office/officeart/2018/2/layout/IconVerticalSolidList"/>
    <dgm:cxn modelId="{A41ECE02-0153-4866-A3B8-4588CB78D5B5}" type="presParOf" srcId="{11D9C905-E9FC-442A-8773-7C931A5B0A3A}" destId="{C8D5A602-FD62-4873-960D-D68E5F79AACE}" srcOrd="1" destOrd="0" presId="urn:microsoft.com/office/officeart/2018/2/layout/IconVerticalSolidList"/>
    <dgm:cxn modelId="{366E2EB5-11D9-44B2-8EE1-28319087DA33}" type="presParOf" srcId="{11D9C905-E9FC-442A-8773-7C931A5B0A3A}" destId="{9A551F6C-3F9C-4409-B0EC-EEBF03F15131}" srcOrd="2" destOrd="0" presId="urn:microsoft.com/office/officeart/2018/2/layout/IconVerticalSolidList"/>
    <dgm:cxn modelId="{0E72880A-3A1F-4AF2-9830-50AF46D0F9C1}" type="presParOf" srcId="{11D9C905-E9FC-442A-8773-7C931A5B0A3A}" destId="{965D2309-E459-470C-94E6-4503D32B15AC}" srcOrd="3" destOrd="0" presId="urn:microsoft.com/office/officeart/2018/2/layout/IconVerticalSolidList"/>
    <dgm:cxn modelId="{B8556350-6254-4D4D-B6F2-D1AA6D2EFE80}" type="presParOf" srcId="{CF8FCE7C-ABFC-437C-B40D-510FC846B4EC}" destId="{8D6B7A1B-F8F0-4AFC-9416-EBC6C5654CD4}" srcOrd="3" destOrd="0" presId="urn:microsoft.com/office/officeart/2018/2/layout/IconVerticalSolidList"/>
    <dgm:cxn modelId="{A34359FF-0FFE-4890-AE3D-F068B9086740}" type="presParOf" srcId="{CF8FCE7C-ABFC-437C-B40D-510FC846B4EC}" destId="{BC1FE2E7-8BAF-458F-A867-56A04B508D7C}" srcOrd="4" destOrd="0" presId="urn:microsoft.com/office/officeart/2018/2/layout/IconVerticalSolidList"/>
    <dgm:cxn modelId="{6F1FD9AB-EF67-4EB3-BEB6-C161CCF22DC6}" type="presParOf" srcId="{BC1FE2E7-8BAF-458F-A867-56A04B508D7C}" destId="{3A109A6E-98DD-403D-B5E7-A084BDFE249F}" srcOrd="0" destOrd="0" presId="urn:microsoft.com/office/officeart/2018/2/layout/IconVerticalSolidList"/>
    <dgm:cxn modelId="{13EF2B7F-C8F1-4EBD-8737-8DF2B7B5A2C3}" type="presParOf" srcId="{BC1FE2E7-8BAF-458F-A867-56A04B508D7C}" destId="{1BC03499-6843-4714-924D-895B8FA1EAEA}" srcOrd="1" destOrd="0" presId="urn:microsoft.com/office/officeart/2018/2/layout/IconVerticalSolidList"/>
    <dgm:cxn modelId="{167D260A-A310-41D3-9723-AB03868BB7A1}" type="presParOf" srcId="{BC1FE2E7-8BAF-458F-A867-56A04B508D7C}" destId="{9334A516-14B1-4466-A5C6-0BB34A6EDC95}" srcOrd="2" destOrd="0" presId="urn:microsoft.com/office/officeart/2018/2/layout/IconVerticalSolidList"/>
    <dgm:cxn modelId="{9E3F2FFC-CE1C-47B1-A4CC-295D1834A43D}" type="presParOf" srcId="{BC1FE2E7-8BAF-458F-A867-56A04B508D7C}" destId="{4E1313FB-ECCB-4ACC-9C9F-426D19D262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62C475F-E76B-4ED2-B00E-D02E340020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9BEFD1B-EB7D-4442-8744-8F1A823AE2BC}">
      <dgm:prSet/>
      <dgm:spPr/>
      <dgm:t>
        <a:bodyPr/>
        <a:lstStyle/>
        <a:p>
          <a:r>
            <a:rPr lang="en-US"/>
            <a:t>S3 Access Points simplify multi‑user access management.</a:t>
          </a:r>
        </a:p>
      </dgm:t>
    </dgm:pt>
    <dgm:pt modelId="{D4E35F5E-DC7F-466B-B140-BCCFD051442A}" type="parTrans" cxnId="{38629545-1DDC-4ED9-AC65-E3C6B5EA05AE}">
      <dgm:prSet/>
      <dgm:spPr/>
      <dgm:t>
        <a:bodyPr/>
        <a:lstStyle/>
        <a:p>
          <a:endParaRPr lang="en-US"/>
        </a:p>
      </dgm:t>
    </dgm:pt>
    <dgm:pt modelId="{CE73821D-492B-4C98-AB17-5B7B6DBC2D79}" type="sibTrans" cxnId="{38629545-1DDC-4ED9-AC65-E3C6B5EA05AE}">
      <dgm:prSet/>
      <dgm:spPr/>
      <dgm:t>
        <a:bodyPr/>
        <a:lstStyle/>
        <a:p>
          <a:endParaRPr lang="en-US"/>
        </a:p>
      </dgm:t>
    </dgm:pt>
    <dgm:pt modelId="{292964AA-8366-4F07-8C11-9AEB48C022CE}">
      <dgm:prSet/>
      <dgm:spPr/>
      <dgm:t>
        <a:bodyPr/>
        <a:lstStyle/>
        <a:p>
          <a:r>
            <a:rPr lang="en-US"/>
            <a:t>Each access point has unique permissions and hostname.</a:t>
          </a:r>
        </a:p>
      </dgm:t>
    </dgm:pt>
    <dgm:pt modelId="{2DFDB52D-2498-42DE-B08C-F0941296095B}" type="parTrans" cxnId="{7DD19BD8-59ED-4F4D-809D-F3A83033C9B3}">
      <dgm:prSet/>
      <dgm:spPr/>
      <dgm:t>
        <a:bodyPr/>
        <a:lstStyle/>
        <a:p>
          <a:endParaRPr lang="en-US"/>
        </a:p>
      </dgm:t>
    </dgm:pt>
    <dgm:pt modelId="{4F357671-C3F3-4EA4-92ED-E05FFFA3A92C}" type="sibTrans" cxnId="{7DD19BD8-59ED-4F4D-809D-F3A83033C9B3}">
      <dgm:prSet/>
      <dgm:spPr/>
      <dgm:t>
        <a:bodyPr/>
        <a:lstStyle/>
        <a:p>
          <a:endParaRPr lang="en-US"/>
        </a:p>
      </dgm:t>
    </dgm:pt>
    <dgm:pt modelId="{D5031E91-C5F5-43D6-B24C-42314B9D7CEA}">
      <dgm:prSet/>
      <dgm:spPr/>
      <dgm:t>
        <a:bodyPr/>
        <a:lstStyle/>
        <a:p>
          <a:r>
            <a:rPr lang="en-US"/>
            <a:t>Ideal for cross‑account dataset sharing.</a:t>
          </a:r>
        </a:p>
      </dgm:t>
    </dgm:pt>
    <dgm:pt modelId="{E8B3DD9B-4AE3-49B6-BD0A-F644D62883C9}" type="parTrans" cxnId="{1D31C6F9-0CEF-4036-A266-C4D07F3CB565}">
      <dgm:prSet/>
      <dgm:spPr/>
      <dgm:t>
        <a:bodyPr/>
        <a:lstStyle/>
        <a:p>
          <a:endParaRPr lang="en-US"/>
        </a:p>
      </dgm:t>
    </dgm:pt>
    <dgm:pt modelId="{CCEE9C58-ADFC-46A5-A6E0-C569220E37BC}" type="sibTrans" cxnId="{1D31C6F9-0CEF-4036-A266-C4D07F3CB565}">
      <dgm:prSet/>
      <dgm:spPr/>
      <dgm:t>
        <a:bodyPr/>
        <a:lstStyle/>
        <a:p>
          <a:endParaRPr lang="en-US"/>
        </a:p>
      </dgm:t>
    </dgm:pt>
    <dgm:pt modelId="{42801A70-C64C-4DE5-94D5-97C539DB0AD2}" type="pres">
      <dgm:prSet presAssocID="{662C475F-E76B-4ED2-B00E-D02E3400203B}" presName="root" presStyleCnt="0">
        <dgm:presLayoutVars>
          <dgm:dir/>
          <dgm:resizeHandles val="exact"/>
        </dgm:presLayoutVars>
      </dgm:prSet>
      <dgm:spPr/>
    </dgm:pt>
    <dgm:pt modelId="{D9D91D8C-9142-4FC9-9284-286EE34DB69B}" type="pres">
      <dgm:prSet presAssocID="{09BEFD1B-EB7D-4442-8744-8F1A823AE2BC}" presName="compNode" presStyleCnt="0"/>
      <dgm:spPr/>
    </dgm:pt>
    <dgm:pt modelId="{ED031942-9910-4BA1-94DE-702548AB74ED}" type="pres">
      <dgm:prSet presAssocID="{09BEFD1B-EB7D-4442-8744-8F1A823AE2BC}" presName="bgRect" presStyleLbl="bgShp" presStyleIdx="0" presStyleCnt="3"/>
      <dgm:spPr/>
    </dgm:pt>
    <dgm:pt modelId="{D9BAAE9D-C9FF-4962-A39B-0D6E770F9DCC}" type="pres">
      <dgm:prSet presAssocID="{09BEFD1B-EB7D-4442-8744-8F1A823AE2B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841E462-4211-4574-9078-B74EC3D4C1D0}" type="pres">
      <dgm:prSet presAssocID="{09BEFD1B-EB7D-4442-8744-8F1A823AE2BC}" presName="spaceRect" presStyleCnt="0"/>
      <dgm:spPr/>
    </dgm:pt>
    <dgm:pt modelId="{0A5F029B-3BF8-483B-B86C-FAD3221388D4}" type="pres">
      <dgm:prSet presAssocID="{09BEFD1B-EB7D-4442-8744-8F1A823AE2BC}" presName="parTx" presStyleLbl="revTx" presStyleIdx="0" presStyleCnt="3">
        <dgm:presLayoutVars>
          <dgm:chMax val="0"/>
          <dgm:chPref val="0"/>
        </dgm:presLayoutVars>
      </dgm:prSet>
      <dgm:spPr/>
    </dgm:pt>
    <dgm:pt modelId="{72819415-D696-4B05-9F33-702BEC22421B}" type="pres">
      <dgm:prSet presAssocID="{CE73821D-492B-4C98-AB17-5B7B6DBC2D79}" presName="sibTrans" presStyleCnt="0"/>
      <dgm:spPr/>
    </dgm:pt>
    <dgm:pt modelId="{DE78DDA5-CEC8-4FF7-97C3-81FDD7242C8A}" type="pres">
      <dgm:prSet presAssocID="{292964AA-8366-4F07-8C11-9AEB48C022CE}" presName="compNode" presStyleCnt="0"/>
      <dgm:spPr/>
    </dgm:pt>
    <dgm:pt modelId="{1931840D-95B2-4111-9E77-804D76B7BC31}" type="pres">
      <dgm:prSet presAssocID="{292964AA-8366-4F07-8C11-9AEB48C022CE}" presName="bgRect" presStyleLbl="bgShp" presStyleIdx="1" presStyleCnt="3"/>
      <dgm:spPr/>
    </dgm:pt>
    <dgm:pt modelId="{9347DE39-784F-48A1-B50E-BA3579AD8157}" type="pres">
      <dgm:prSet presAssocID="{292964AA-8366-4F07-8C11-9AEB48C022C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E228FF3B-B811-41BB-BF50-92254C4387E9}" type="pres">
      <dgm:prSet presAssocID="{292964AA-8366-4F07-8C11-9AEB48C022CE}" presName="spaceRect" presStyleCnt="0"/>
      <dgm:spPr/>
    </dgm:pt>
    <dgm:pt modelId="{A006C30C-BA2F-4DF6-BFC4-6C20B46B023D}" type="pres">
      <dgm:prSet presAssocID="{292964AA-8366-4F07-8C11-9AEB48C022CE}" presName="parTx" presStyleLbl="revTx" presStyleIdx="1" presStyleCnt="3">
        <dgm:presLayoutVars>
          <dgm:chMax val="0"/>
          <dgm:chPref val="0"/>
        </dgm:presLayoutVars>
      </dgm:prSet>
      <dgm:spPr/>
    </dgm:pt>
    <dgm:pt modelId="{94AEBDA0-065D-447D-86AA-CC03D0F49159}" type="pres">
      <dgm:prSet presAssocID="{4F357671-C3F3-4EA4-92ED-E05FFFA3A92C}" presName="sibTrans" presStyleCnt="0"/>
      <dgm:spPr/>
    </dgm:pt>
    <dgm:pt modelId="{C54D8BE4-BE61-4A00-A96B-81FDF5605E63}" type="pres">
      <dgm:prSet presAssocID="{D5031E91-C5F5-43D6-B24C-42314B9D7CEA}" presName="compNode" presStyleCnt="0"/>
      <dgm:spPr/>
    </dgm:pt>
    <dgm:pt modelId="{B18588AB-727B-4CE6-8946-E4E63D9FF3AC}" type="pres">
      <dgm:prSet presAssocID="{D5031E91-C5F5-43D6-B24C-42314B9D7CEA}" presName="bgRect" presStyleLbl="bgShp" presStyleIdx="2" presStyleCnt="3"/>
      <dgm:spPr/>
    </dgm:pt>
    <dgm:pt modelId="{DFFEEA4D-F65D-49BA-A40A-A5DAE08C7813}" type="pres">
      <dgm:prSet presAssocID="{D5031E91-C5F5-43D6-B24C-42314B9D7C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878A2F94-8062-4030-99E2-CD24DD16E1BF}" type="pres">
      <dgm:prSet presAssocID="{D5031E91-C5F5-43D6-B24C-42314B9D7CEA}" presName="spaceRect" presStyleCnt="0"/>
      <dgm:spPr/>
    </dgm:pt>
    <dgm:pt modelId="{EFB186BB-7DA9-4015-A6EE-EC2DCC024EA0}" type="pres">
      <dgm:prSet presAssocID="{D5031E91-C5F5-43D6-B24C-42314B9D7CE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FE51D05-FFA6-49C1-B20D-CAB95D573FC5}" type="presOf" srcId="{662C475F-E76B-4ED2-B00E-D02E3400203B}" destId="{42801A70-C64C-4DE5-94D5-97C539DB0AD2}" srcOrd="0" destOrd="0" presId="urn:microsoft.com/office/officeart/2018/2/layout/IconVerticalSolidList"/>
    <dgm:cxn modelId="{DBA61218-B668-4198-A50F-7F12BBA519A1}" type="presOf" srcId="{D5031E91-C5F5-43D6-B24C-42314B9D7CEA}" destId="{EFB186BB-7DA9-4015-A6EE-EC2DCC024EA0}" srcOrd="0" destOrd="0" presId="urn:microsoft.com/office/officeart/2018/2/layout/IconVerticalSolidList"/>
    <dgm:cxn modelId="{3271F33E-C39A-43C6-BC4F-6AB702E6361E}" type="presOf" srcId="{09BEFD1B-EB7D-4442-8744-8F1A823AE2BC}" destId="{0A5F029B-3BF8-483B-B86C-FAD3221388D4}" srcOrd="0" destOrd="0" presId="urn:microsoft.com/office/officeart/2018/2/layout/IconVerticalSolidList"/>
    <dgm:cxn modelId="{38629545-1DDC-4ED9-AC65-E3C6B5EA05AE}" srcId="{662C475F-E76B-4ED2-B00E-D02E3400203B}" destId="{09BEFD1B-EB7D-4442-8744-8F1A823AE2BC}" srcOrd="0" destOrd="0" parTransId="{D4E35F5E-DC7F-466B-B140-BCCFD051442A}" sibTransId="{CE73821D-492B-4C98-AB17-5B7B6DBC2D79}"/>
    <dgm:cxn modelId="{695F1E89-31BD-477B-AF11-DB84A7191A57}" type="presOf" srcId="{292964AA-8366-4F07-8C11-9AEB48C022CE}" destId="{A006C30C-BA2F-4DF6-BFC4-6C20B46B023D}" srcOrd="0" destOrd="0" presId="urn:microsoft.com/office/officeart/2018/2/layout/IconVerticalSolidList"/>
    <dgm:cxn modelId="{7DD19BD8-59ED-4F4D-809D-F3A83033C9B3}" srcId="{662C475F-E76B-4ED2-B00E-D02E3400203B}" destId="{292964AA-8366-4F07-8C11-9AEB48C022CE}" srcOrd="1" destOrd="0" parTransId="{2DFDB52D-2498-42DE-B08C-F0941296095B}" sibTransId="{4F357671-C3F3-4EA4-92ED-E05FFFA3A92C}"/>
    <dgm:cxn modelId="{1D31C6F9-0CEF-4036-A266-C4D07F3CB565}" srcId="{662C475F-E76B-4ED2-B00E-D02E3400203B}" destId="{D5031E91-C5F5-43D6-B24C-42314B9D7CEA}" srcOrd="2" destOrd="0" parTransId="{E8B3DD9B-4AE3-49B6-BD0A-F644D62883C9}" sibTransId="{CCEE9C58-ADFC-46A5-A6E0-C569220E37BC}"/>
    <dgm:cxn modelId="{7E09F18A-ABB7-4B6E-AAF4-140B0E3E7B6D}" type="presParOf" srcId="{42801A70-C64C-4DE5-94D5-97C539DB0AD2}" destId="{D9D91D8C-9142-4FC9-9284-286EE34DB69B}" srcOrd="0" destOrd="0" presId="urn:microsoft.com/office/officeart/2018/2/layout/IconVerticalSolidList"/>
    <dgm:cxn modelId="{E111E349-EDF4-479E-A677-6C970FD10D79}" type="presParOf" srcId="{D9D91D8C-9142-4FC9-9284-286EE34DB69B}" destId="{ED031942-9910-4BA1-94DE-702548AB74ED}" srcOrd="0" destOrd="0" presId="urn:microsoft.com/office/officeart/2018/2/layout/IconVerticalSolidList"/>
    <dgm:cxn modelId="{EB0B6E66-E2D9-412D-BA09-D1E3F6BA5B6B}" type="presParOf" srcId="{D9D91D8C-9142-4FC9-9284-286EE34DB69B}" destId="{D9BAAE9D-C9FF-4962-A39B-0D6E770F9DCC}" srcOrd="1" destOrd="0" presId="urn:microsoft.com/office/officeart/2018/2/layout/IconVerticalSolidList"/>
    <dgm:cxn modelId="{4F7E0150-E8E7-426E-B7CC-2AD83DD896BE}" type="presParOf" srcId="{D9D91D8C-9142-4FC9-9284-286EE34DB69B}" destId="{2841E462-4211-4574-9078-B74EC3D4C1D0}" srcOrd="2" destOrd="0" presId="urn:microsoft.com/office/officeart/2018/2/layout/IconVerticalSolidList"/>
    <dgm:cxn modelId="{AB23371F-A1B3-426A-85EF-12D280A9DB65}" type="presParOf" srcId="{D9D91D8C-9142-4FC9-9284-286EE34DB69B}" destId="{0A5F029B-3BF8-483B-B86C-FAD3221388D4}" srcOrd="3" destOrd="0" presId="urn:microsoft.com/office/officeart/2018/2/layout/IconVerticalSolidList"/>
    <dgm:cxn modelId="{D410C273-204C-437E-BFF4-249D00DED82E}" type="presParOf" srcId="{42801A70-C64C-4DE5-94D5-97C539DB0AD2}" destId="{72819415-D696-4B05-9F33-702BEC22421B}" srcOrd="1" destOrd="0" presId="urn:microsoft.com/office/officeart/2018/2/layout/IconVerticalSolidList"/>
    <dgm:cxn modelId="{AF67DB03-50E8-4D0E-9E76-55BE04E0A35B}" type="presParOf" srcId="{42801A70-C64C-4DE5-94D5-97C539DB0AD2}" destId="{DE78DDA5-CEC8-4FF7-97C3-81FDD7242C8A}" srcOrd="2" destOrd="0" presId="urn:microsoft.com/office/officeart/2018/2/layout/IconVerticalSolidList"/>
    <dgm:cxn modelId="{8E96B9B0-675D-4D71-9467-8B82010C83B8}" type="presParOf" srcId="{DE78DDA5-CEC8-4FF7-97C3-81FDD7242C8A}" destId="{1931840D-95B2-4111-9E77-804D76B7BC31}" srcOrd="0" destOrd="0" presId="urn:microsoft.com/office/officeart/2018/2/layout/IconVerticalSolidList"/>
    <dgm:cxn modelId="{890A6A92-3493-48EF-BC03-8631E316C01B}" type="presParOf" srcId="{DE78DDA5-CEC8-4FF7-97C3-81FDD7242C8A}" destId="{9347DE39-784F-48A1-B50E-BA3579AD8157}" srcOrd="1" destOrd="0" presId="urn:microsoft.com/office/officeart/2018/2/layout/IconVerticalSolidList"/>
    <dgm:cxn modelId="{CBB97462-30AB-4814-B117-B16E31FF8A19}" type="presParOf" srcId="{DE78DDA5-CEC8-4FF7-97C3-81FDD7242C8A}" destId="{E228FF3B-B811-41BB-BF50-92254C4387E9}" srcOrd="2" destOrd="0" presId="urn:microsoft.com/office/officeart/2018/2/layout/IconVerticalSolidList"/>
    <dgm:cxn modelId="{93469387-CAFE-41CB-A40C-A80EFA97F1FE}" type="presParOf" srcId="{DE78DDA5-CEC8-4FF7-97C3-81FDD7242C8A}" destId="{A006C30C-BA2F-4DF6-BFC4-6C20B46B023D}" srcOrd="3" destOrd="0" presId="urn:microsoft.com/office/officeart/2018/2/layout/IconVerticalSolidList"/>
    <dgm:cxn modelId="{AD48F4D7-2208-4E00-A671-B5C1EAA241DA}" type="presParOf" srcId="{42801A70-C64C-4DE5-94D5-97C539DB0AD2}" destId="{94AEBDA0-065D-447D-86AA-CC03D0F49159}" srcOrd="3" destOrd="0" presId="urn:microsoft.com/office/officeart/2018/2/layout/IconVerticalSolidList"/>
    <dgm:cxn modelId="{9E6C1B50-BF6E-45EC-8159-D79D4C8AFA62}" type="presParOf" srcId="{42801A70-C64C-4DE5-94D5-97C539DB0AD2}" destId="{C54D8BE4-BE61-4A00-A96B-81FDF5605E63}" srcOrd="4" destOrd="0" presId="urn:microsoft.com/office/officeart/2018/2/layout/IconVerticalSolidList"/>
    <dgm:cxn modelId="{A1C4DC5D-185D-40E3-A3A2-15A939A2F77A}" type="presParOf" srcId="{C54D8BE4-BE61-4A00-A96B-81FDF5605E63}" destId="{B18588AB-727B-4CE6-8946-E4E63D9FF3AC}" srcOrd="0" destOrd="0" presId="urn:microsoft.com/office/officeart/2018/2/layout/IconVerticalSolidList"/>
    <dgm:cxn modelId="{A2B5A7CE-6B48-428C-B449-63DDAABF84F7}" type="presParOf" srcId="{C54D8BE4-BE61-4A00-A96B-81FDF5605E63}" destId="{DFFEEA4D-F65D-49BA-A40A-A5DAE08C7813}" srcOrd="1" destOrd="0" presId="urn:microsoft.com/office/officeart/2018/2/layout/IconVerticalSolidList"/>
    <dgm:cxn modelId="{1EC68F48-8EE3-449E-91E5-A7AE6F5A802F}" type="presParOf" srcId="{C54D8BE4-BE61-4A00-A96B-81FDF5605E63}" destId="{878A2F94-8062-4030-99E2-CD24DD16E1BF}" srcOrd="2" destOrd="0" presId="urn:microsoft.com/office/officeart/2018/2/layout/IconVerticalSolidList"/>
    <dgm:cxn modelId="{1A4160EA-BB7F-4B4E-A64B-DE91386224EF}" type="presParOf" srcId="{C54D8BE4-BE61-4A00-A96B-81FDF5605E63}" destId="{EFB186BB-7DA9-4015-A6EE-EC2DCC024E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F499E76-5B48-4BF8-B9E8-0BEF66F711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A8CA813-5A98-4966-B09C-E6919DD61DD0}">
      <dgm:prSet/>
      <dgm:spPr/>
      <dgm:t>
        <a:bodyPr/>
        <a:lstStyle/>
        <a:p>
          <a:r>
            <a:rPr lang="en-US"/>
            <a:t>Trigger events (PUT, COPY, DELETE) to Lambda, SNS, SQS, or EventBridge.</a:t>
          </a:r>
        </a:p>
      </dgm:t>
    </dgm:pt>
    <dgm:pt modelId="{FAFA6F90-3C13-43CF-BD40-D33A3C49C45C}" type="parTrans" cxnId="{771EF30C-60A1-40A4-9CE4-67EF8CC92A32}">
      <dgm:prSet/>
      <dgm:spPr/>
      <dgm:t>
        <a:bodyPr/>
        <a:lstStyle/>
        <a:p>
          <a:endParaRPr lang="en-US"/>
        </a:p>
      </dgm:t>
    </dgm:pt>
    <dgm:pt modelId="{8BEC3BA9-7ADE-4B1C-874D-1FF945BB5ED8}" type="sibTrans" cxnId="{771EF30C-60A1-40A4-9CE4-67EF8CC92A32}">
      <dgm:prSet/>
      <dgm:spPr/>
      <dgm:t>
        <a:bodyPr/>
        <a:lstStyle/>
        <a:p>
          <a:endParaRPr lang="en-US"/>
        </a:p>
      </dgm:t>
    </dgm:pt>
    <dgm:pt modelId="{E015DB79-1C83-4849-97E3-3AF1705E710D}">
      <dgm:prSet/>
      <dgm:spPr/>
      <dgm:t>
        <a:bodyPr/>
        <a:lstStyle/>
        <a:p>
          <a:r>
            <a:rPr lang="en-US"/>
            <a:t>Enable automation and workflows without polling.</a:t>
          </a:r>
        </a:p>
      </dgm:t>
    </dgm:pt>
    <dgm:pt modelId="{1AD5FF5D-64B8-4E20-9B49-D2D4C3A9D0EE}" type="parTrans" cxnId="{5052C7CA-39F4-436D-99D0-98D1536908E3}">
      <dgm:prSet/>
      <dgm:spPr/>
      <dgm:t>
        <a:bodyPr/>
        <a:lstStyle/>
        <a:p>
          <a:endParaRPr lang="en-US"/>
        </a:p>
      </dgm:t>
    </dgm:pt>
    <dgm:pt modelId="{4AF730B6-72A8-42B1-BF92-28D1102707DF}" type="sibTrans" cxnId="{5052C7CA-39F4-436D-99D0-98D1536908E3}">
      <dgm:prSet/>
      <dgm:spPr/>
      <dgm:t>
        <a:bodyPr/>
        <a:lstStyle/>
        <a:p>
          <a:endParaRPr lang="en-US"/>
        </a:p>
      </dgm:t>
    </dgm:pt>
    <dgm:pt modelId="{BEE88992-D9E3-4894-8AA6-20F2B2DC46F0}" type="pres">
      <dgm:prSet presAssocID="{7F499E76-5B48-4BF8-B9E8-0BEF66F71167}" presName="root" presStyleCnt="0">
        <dgm:presLayoutVars>
          <dgm:dir/>
          <dgm:resizeHandles val="exact"/>
        </dgm:presLayoutVars>
      </dgm:prSet>
      <dgm:spPr/>
    </dgm:pt>
    <dgm:pt modelId="{EEEAB97C-74B8-42AE-A428-21F0535BCBB2}" type="pres">
      <dgm:prSet presAssocID="{9A8CA813-5A98-4966-B09C-E6919DD61DD0}" presName="compNode" presStyleCnt="0"/>
      <dgm:spPr/>
    </dgm:pt>
    <dgm:pt modelId="{F34457BB-5752-4F5B-939C-89B6A49582C8}" type="pres">
      <dgm:prSet presAssocID="{9A8CA813-5A98-4966-B09C-E6919DD61DD0}" presName="bgRect" presStyleLbl="bgShp" presStyleIdx="0" presStyleCnt="2"/>
      <dgm:spPr/>
    </dgm:pt>
    <dgm:pt modelId="{7440C569-4742-4F4B-A209-7278BD1992D0}" type="pres">
      <dgm:prSet presAssocID="{9A8CA813-5A98-4966-B09C-E6919DD61DD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D4DCAF8-E0CD-4188-A311-3CB27BED6DAA}" type="pres">
      <dgm:prSet presAssocID="{9A8CA813-5A98-4966-B09C-E6919DD61DD0}" presName="spaceRect" presStyleCnt="0"/>
      <dgm:spPr/>
    </dgm:pt>
    <dgm:pt modelId="{61394CBC-E72E-4ABA-88EE-0371BF3874E3}" type="pres">
      <dgm:prSet presAssocID="{9A8CA813-5A98-4966-B09C-E6919DD61DD0}" presName="parTx" presStyleLbl="revTx" presStyleIdx="0" presStyleCnt="2">
        <dgm:presLayoutVars>
          <dgm:chMax val="0"/>
          <dgm:chPref val="0"/>
        </dgm:presLayoutVars>
      </dgm:prSet>
      <dgm:spPr/>
    </dgm:pt>
    <dgm:pt modelId="{D29DAF17-4E71-4F19-B204-925842585AC4}" type="pres">
      <dgm:prSet presAssocID="{8BEC3BA9-7ADE-4B1C-874D-1FF945BB5ED8}" presName="sibTrans" presStyleCnt="0"/>
      <dgm:spPr/>
    </dgm:pt>
    <dgm:pt modelId="{C338B21F-6DB6-46F8-AA27-033537544DD3}" type="pres">
      <dgm:prSet presAssocID="{E015DB79-1C83-4849-97E3-3AF1705E710D}" presName="compNode" presStyleCnt="0"/>
      <dgm:spPr/>
    </dgm:pt>
    <dgm:pt modelId="{BDF77E7C-6E03-41CF-BD37-DC3879FBF3D5}" type="pres">
      <dgm:prSet presAssocID="{E015DB79-1C83-4849-97E3-3AF1705E710D}" presName="bgRect" presStyleLbl="bgShp" presStyleIdx="1" presStyleCnt="2"/>
      <dgm:spPr/>
    </dgm:pt>
    <dgm:pt modelId="{BF68860D-8E5B-4022-AB8B-5E598C30F1C7}" type="pres">
      <dgm:prSet presAssocID="{E015DB79-1C83-4849-97E3-3AF1705E710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C6AFFC1-FDD8-4F4D-AB81-3C802C480C7F}" type="pres">
      <dgm:prSet presAssocID="{E015DB79-1C83-4849-97E3-3AF1705E710D}" presName="spaceRect" presStyleCnt="0"/>
      <dgm:spPr/>
    </dgm:pt>
    <dgm:pt modelId="{CAEF1A9F-B3C1-4358-86B4-0AC69DDA945F}" type="pres">
      <dgm:prSet presAssocID="{E015DB79-1C83-4849-97E3-3AF1705E710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71EF30C-60A1-40A4-9CE4-67EF8CC92A32}" srcId="{7F499E76-5B48-4BF8-B9E8-0BEF66F71167}" destId="{9A8CA813-5A98-4966-B09C-E6919DD61DD0}" srcOrd="0" destOrd="0" parTransId="{FAFA6F90-3C13-43CF-BD40-D33A3C49C45C}" sibTransId="{8BEC3BA9-7ADE-4B1C-874D-1FF945BB5ED8}"/>
    <dgm:cxn modelId="{D4E0DA26-EA88-4B1B-B6C2-7B1BA7C98C8B}" type="presOf" srcId="{9A8CA813-5A98-4966-B09C-E6919DD61DD0}" destId="{61394CBC-E72E-4ABA-88EE-0371BF3874E3}" srcOrd="0" destOrd="0" presId="urn:microsoft.com/office/officeart/2018/2/layout/IconVerticalSolidList"/>
    <dgm:cxn modelId="{46BF1C6E-7412-47FE-9E00-E9B94F0FCAA4}" type="presOf" srcId="{E015DB79-1C83-4849-97E3-3AF1705E710D}" destId="{CAEF1A9F-B3C1-4358-86B4-0AC69DDA945F}" srcOrd="0" destOrd="0" presId="urn:microsoft.com/office/officeart/2018/2/layout/IconVerticalSolidList"/>
    <dgm:cxn modelId="{D5E9C59C-2AED-4BE6-9D6D-4398DA6D6A5A}" type="presOf" srcId="{7F499E76-5B48-4BF8-B9E8-0BEF66F71167}" destId="{BEE88992-D9E3-4894-8AA6-20F2B2DC46F0}" srcOrd="0" destOrd="0" presId="urn:microsoft.com/office/officeart/2018/2/layout/IconVerticalSolidList"/>
    <dgm:cxn modelId="{5052C7CA-39F4-436D-99D0-98D1536908E3}" srcId="{7F499E76-5B48-4BF8-B9E8-0BEF66F71167}" destId="{E015DB79-1C83-4849-97E3-3AF1705E710D}" srcOrd="1" destOrd="0" parTransId="{1AD5FF5D-64B8-4E20-9B49-D2D4C3A9D0EE}" sibTransId="{4AF730B6-72A8-42B1-BF92-28D1102707DF}"/>
    <dgm:cxn modelId="{202604F3-8D01-49EA-A8B0-3B838E6B5862}" type="presParOf" srcId="{BEE88992-D9E3-4894-8AA6-20F2B2DC46F0}" destId="{EEEAB97C-74B8-42AE-A428-21F0535BCBB2}" srcOrd="0" destOrd="0" presId="urn:microsoft.com/office/officeart/2018/2/layout/IconVerticalSolidList"/>
    <dgm:cxn modelId="{1E9E5EF7-76D0-4909-9F98-D667F7DCDA2C}" type="presParOf" srcId="{EEEAB97C-74B8-42AE-A428-21F0535BCBB2}" destId="{F34457BB-5752-4F5B-939C-89B6A49582C8}" srcOrd="0" destOrd="0" presId="urn:microsoft.com/office/officeart/2018/2/layout/IconVerticalSolidList"/>
    <dgm:cxn modelId="{8CAB99C0-4513-43D7-AD7C-7CE09439E0A5}" type="presParOf" srcId="{EEEAB97C-74B8-42AE-A428-21F0535BCBB2}" destId="{7440C569-4742-4F4B-A209-7278BD1992D0}" srcOrd="1" destOrd="0" presId="urn:microsoft.com/office/officeart/2018/2/layout/IconVerticalSolidList"/>
    <dgm:cxn modelId="{DFBEF2BA-0F3C-4DF8-8701-6B8EACDD7F26}" type="presParOf" srcId="{EEEAB97C-74B8-42AE-A428-21F0535BCBB2}" destId="{8D4DCAF8-E0CD-4188-A311-3CB27BED6DAA}" srcOrd="2" destOrd="0" presId="urn:microsoft.com/office/officeart/2018/2/layout/IconVerticalSolidList"/>
    <dgm:cxn modelId="{FF32CD3D-EF84-420C-B238-6F5564513E60}" type="presParOf" srcId="{EEEAB97C-74B8-42AE-A428-21F0535BCBB2}" destId="{61394CBC-E72E-4ABA-88EE-0371BF3874E3}" srcOrd="3" destOrd="0" presId="urn:microsoft.com/office/officeart/2018/2/layout/IconVerticalSolidList"/>
    <dgm:cxn modelId="{5CED6C68-CFA0-40BB-BC76-F8718B3E5A5E}" type="presParOf" srcId="{BEE88992-D9E3-4894-8AA6-20F2B2DC46F0}" destId="{D29DAF17-4E71-4F19-B204-925842585AC4}" srcOrd="1" destOrd="0" presId="urn:microsoft.com/office/officeart/2018/2/layout/IconVerticalSolidList"/>
    <dgm:cxn modelId="{7761A009-CB71-43E0-8499-41CF19E839C3}" type="presParOf" srcId="{BEE88992-D9E3-4894-8AA6-20F2B2DC46F0}" destId="{C338B21F-6DB6-46F8-AA27-033537544DD3}" srcOrd="2" destOrd="0" presId="urn:microsoft.com/office/officeart/2018/2/layout/IconVerticalSolidList"/>
    <dgm:cxn modelId="{38A445A4-A3F1-43C0-B224-F0891EAFB5A2}" type="presParOf" srcId="{C338B21F-6DB6-46F8-AA27-033537544DD3}" destId="{BDF77E7C-6E03-41CF-BD37-DC3879FBF3D5}" srcOrd="0" destOrd="0" presId="urn:microsoft.com/office/officeart/2018/2/layout/IconVerticalSolidList"/>
    <dgm:cxn modelId="{19E463A5-405D-41FC-B877-A1086F67DB1D}" type="presParOf" srcId="{C338B21F-6DB6-46F8-AA27-033537544DD3}" destId="{BF68860D-8E5B-4022-AB8B-5E598C30F1C7}" srcOrd="1" destOrd="0" presId="urn:microsoft.com/office/officeart/2018/2/layout/IconVerticalSolidList"/>
    <dgm:cxn modelId="{5D56C273-2462-4E1F-9CD4-EDB958F2C6E4}" type="presParOf" srcId="{C338B21F-6DB6-46F8-AA27-033537544DD3}" destId="{4C6AFFC1-FDD8-4F4D-AB81-3C802C480C7F}" srcOrd="2" destOrd="0" presId="urn:microsoft.com/office/officeart/2018/2/layout/IconVerticalSolidList"/>
    <dgm:cxn modelId="{61B2ADC8-DC3C-4A17-96B9-2C7FD2342323}" type="presParOf" srcId="{C338B21F-6DB6-46F8-AA27-033537544DD3}" destId="{CAEF1A9F-B3C1-4358-86B4-0AC69DDA945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06879D8-DE6C-4020-A950-5DD4D7CCF71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CB44E2E-4848-4940-8F7B-44002C109624}">
      <dgm:prSet/>
      <dgm:spPr/>
      <dgm:t>
        <a:bodyPr/>
        <a:lstStyle/>
        <a:p>
          <a:r>
            <a:rPr lang="en-US"/>
            <a:t>Uses AWS Edge Locations to speed long‑distance transfers.</a:t>
          </a:r>
        </a:p>
      </dgm:t>
    </dgm:pt>
    <dgm:pt modelId="{620E9C1B-83DE-406C-A2C8-8A772FEA624D}" type="parTrans" cxnId="{D13CF528-8614-41B4-B66A-0C516B593600}">
      <dgm:prSet/>
      <dgm:spPr/>
      <dgm:t>
        <a:bodyPr/>
        <a:lstStyle/>
        <a:p>
          <a:endParaRPr lang="en-US"/>
        </a:p>
      </dgm:t>
    </dgm:pt>
    <dgm:pt modelId="{4660CF91-7AC2-4965-A0B8-29C63F6353AB}" type="sibTrans" cxnId="{D13CF528-8614-41B4-B66A-0C516B593600}">
      <dgm:prSet/>
      <dgm:spPr/>
      <dgm:t>
        <a:bodyPr/>
        <a:lstStyle/>
        <a:p>
          <a:endParaRPr lang="en-US"/>
        </a:p>
      </dgm:t>
    </dgm:pt>
    <dgm:pt modelId="{24ED5CF5-0B25-4DE3-897F-08A3C5481728}">
      <dgm:prSet/>
      <dgm:spPr/>
      <dgm:t>
        <a:bodyPr/>
        <a:lstStyle/>
        <a:p>
          <a:r>
            <a:rPr lang="en-US"/>
            <a:t>Automatically falls back if acceleration not beneficial.</a:t>
          </a:r>
        </a:p>
      </dgm:t>
    </dgm:pt>
    <dgm:pt modelId="{86A8A789-3117-4EE6-A0B3-A67B853BEF54}" type="parTrans" cxnId="{8B176F34-89EE-4150-A613-2AB28BDB5E29}">
      <dgm:prSet/>
      <dgm:spPr/>
      <dgm:t>
        <a:bodyPr/>
        <a:lstStyle/>
        <a:p>
          <a:endParaRPr lang="en-US"/>
        </a:p>
      </dgm:t>
    </dgm:pt>
    <dgm:pt modelId="{561C8BB5-F936-41DC-B527-29273B0196F2}" type="sibTrans" cxnId="{8B176F34-89EE-4150-A613-2AB28BDB5E29}">
      <dgm:prSet/>
      <dgm:spPr/>
      <dgm:t>
        <a:bodyPr/>
        <a:lstStyle/>
        <a:p>
          <a:endParaRPr lang="en-US"/>
        </a:p>
      </dgm:t>
    </dgm:pt>
    <dgm:pt modelId="{1B317CAF-9BD9-4741-9C00-2011ECE6EE9F}" type="pres">
      <dgm:prSet presAssocID="{C06879D8-DE6C-4020-A950-5DD4D7CCF718}" presName="root" presStyleCnt="0">
        <dgm:presLayoutVars>
          <dgm:dir/>
          <dgm:resizeHandles val="exact"/>
        </dgm:presLayoutVars>
      </dgm:prSet>
      <dgm:spPr/>
    </dgm:pt>
    <dgm:pt modelId="{D5D82296-324E-411B-9D82-EBC4F5DFA674}" type="pres">
      <dgm:prSet presAssocID="{1CB44E2E-4848-4940-8F7B-44002C109624}" presName="compNode" presStyleCnt="0"/>
      <dgm:spPr/>
    </dgm:pt>
    <dgm:pt modelId="{1BF46773-C1B1-4ED8-8398-08A1830C008C}" type="pres">
      <dgm:prSet presAssocID="{1CB44E2E-4848-4940-8F7B-44002C109624}" presName="bgRect" presStyleLbl="bgShp" presStyleIdx="0" presStyleCnt="2"/>
      <dgm:spPr/>
    </dgm:pt>
    <dgm:pt modelId="{2A66D928-1449-4B09-AF20-F6C6BBD77B9B}" type="pres">
      <dgm:prSet presAssocID="{1CB44E2E-4848-4940-8F7B-44002C10962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8967C916-1D17-4519-AC64-4E0F1AAEDB6F}" type="pres">
      <dgm:prSet presAssocID="{1CB44E2E-4848-4940-8F7B-44002C109624}" presName="spaceRect" presStyleCnt="0"/>
      <dgm:spPr/>
    </dgm:pt>
    <dgm:pt modelId="{ED12BC35-3DB9-4371-A392-C4B02D9C0076}" type="pres">
      <dgm:prSet presAssocID="{1CB44E2E-4848-4940-8F7B-44002C109624}" presName="parTx" presStyleLbl="revTx" presStyleIdx="0" presStyleCnt="2">
        <dgm:presLayoutVars>
          <dgm:chMax val="0"/>
          <dgm:chPref val="0"/>
        </dgm:presLayoutVars>
      </dgm:prSet>
      <dgm:spPr/>
    </dgm:pt>
    <dgm:pt modelId="{85550B70-914B-4D6C-83FC-779756841898}" type="pres">
      <dgm:prSet presAssocID="{4660CF91-7AC2-4965-A0B8-29C63F6353AB}" presName="sibTrans" presStyleCnt="0"/>
      <dgm:spPr/>
    </dgm:pt>
    <dgm:pt modelId="{A835253B-01C1-4ECD-97D9-4013E54134AB}" type="pres">
      <dgm:prSet presAssocID="{24ED5CF5-0B25-4DE3-897F-08A3C5481728}" presName="compNode" presStyleCnt="0"/>
      <dgm:spPr/>
    </dgm:pt>
    <dgm:pt modelId="{D53704A0-1472-4F8A-9B50-E60D0889CF48}" type="pres">
      <dgm:prSet presAssocID="{24ED5CF5-0B25-4DE3-897F-08A3C5481728}" presName="bgRect" presStyleLbl="bgShp" presStyleIdx="1" presStyleCnt="2"/>
      <dgm:spPr/>
    </dgm:pt>
    <dgm:pt modelId="{6B73397F-010A-45C4-A5CE-CCF5AFEF8AEE}" type="pres">
      <dgm:prSet presAssocID="{24ED5CF5-0B25-4DE3-897F-08A3C548172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hill skiing"/>
        </a:ext>
      </dgm:extLst>
    </dgm:pt>
    <dgm:pt modelId="{C4EC1580-F401-44E8-AAD4-66F58DDD10E7}" type="pres">
      <dgm:prSet presAssocID="{24ED5CF5-0B25-4DE3-897F-08A3C5481728}" presName="spaceRect" presStyleCnt="0"/>
      <dgm:spPr/>
    </dgm:pt>
    <dgm:pt modelId="{E6722C3C-3CF6-4188-BFC8-39EDB0C3898A}" type="pres">
      <dgm:prSet presAssocID="{24ED5CF5-0B25-4DE3-897F-08A3C548172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C753A0A-B2C9-4F55-BEA3-9FD140BBBC8E}" type="presOf" srcId="{24ED5CF5-0B25-4DE3-897F-08A3C5481728}" destId="{E6722C3C-3CF6-4188-BFC8-39EDB0C3898A}" srcOrd="0" destOrd="0" presId="urn:microsoft.com/office/officeart/2018/2/layout/IconVerticalSolidList"/>
    <dgm:cxn modelId="{D13CF528-8614-41B4-B66A-0C516B593600}" srcId="{C06879D8-DE6C-4020-A950-5DD4D7CCF718}" destId="{1CB44E2E-4848-4940-8F7B-44002C109624}" srcOrd="0" destOrd="0" parTransId="{620E9C1B-83DE-406C-A2C8-8A772FEA624D}" sibTransId="{4660CF91-7AC2-4965-A0B8-29C63F6353AB}"/>
    <dgm:cxn modelId="{8B176F34-89EE-4150-A613-2AB28BDB5E29}" srcId="{C06879D8-DE6C-4020-A950-5DD4D7CCF718}" destId="{24ED5CF5-0B25-4DE3-897F-08A3C5481728}" srcOrd="1" destOrd="0" parTransId="{86A8A789-3117-4EE6-A0B3-A67B853BEF54}" sibTransId="{561C8BB5-F936-41DC-B527-29273B0196F2}"/>
    <dgm:cxn modelId="{D94FE46F-DDD7-40FA-A116-22FC84C8B7CC}" type="presOf" srcId="{C06879D8-DE6C-4020-A950-5DD4D7CCF718}" destId="{1B317CAF-9BD9-4741-9C00-2011ECE6EE9F}" srcOrd="0" destOrd="0" presId="urn:microsoft.com/office/officeart/2018/2/layout/IconVerticalSolidList"/>
    <dgm:cxn modelId="{779F9B52-6BFB-4006-AF72-03E416968096}" type="presOf" srcId="{1CB44E2E-4848-4940-8F7B-44002C109624}" destId="{ED12BC35-3DB9-4371-A392-C4B02D9C0076}" srcOrd="0" destOrd="0" presId="urn:microsoft.com/office/officeart/2018/2/layout/IconVerticalSolidList"/>
    <dgm:cxn modelId="{5DC38FB9-2893-401E-A722-09EADB60579B}" type="presParOf" srcId="{1B317CAF-9BD9-4741-9C00-2011ECE6EE9F}" destId="{D5D82296-324E-411B-9D82-EBC4F5DFA674}" srcOrd="0" destOrd="0" presId="urn:microsoft.com/office/officeart/2018/2/layout/IconVerticalSolidList"/>
    <dgm:cxn modelId="{EFF3176B-1D69-4FB8-AA6A-0BC4B7B16285}" type="presParOf" srcId="{D5D82296-324E-411B-9D82-EBC4F5DFA674}" destId="{1BF46773-C1B1-4ED8-8398-08A1830C008C}" srcOrd="0" destOrd="0" presId="urn:microsoft.com/office/officeart/2018/2/layout/IconVerticalSolidList"/>
    <dgm:cxn modelId="{621DF35A-F8DD-4708-91F6-BA7DB2D00FFE}" type="presParOf" srcId="{D5D82296-324E-411B-9D82-EBC4F5DFA674}" destId="{2A66D928-1449-4B09-AF20-F6C6BBD77B9B}" srcOrd="1" destOrd="0" presId="urn:microsoft.com/office/officeart/2018/2/layout/IconVerticalSolidList"/>
    <dgm:cxn modelId="{19BD51F8-CE60-4FDA-ABD1-7A72EB734976}" type="presParOf" srcId="{D5D82296-324E-411B-9D82-EBC4F5DFA674}" destId="{8967C916-1D17-4519-AC64-4E0F1AAEDB6F}" srcOrd="2" destOrd="0" presId="urn:microsoft.com/office/officeart/2018/2/layout/IconVerticalSolidList"/>
    <dgm:cxn modelId="{AFA5C14D-DFFC-4CDB-AA64-9369B46E13AE}" type="presParOf" srcId="{D5D82296-324E-411B-9D82-EBC4F5DFA674}" destId="{ED12BC35-3DB9-4371-A392-C4B02D9C0076}" srcOrd="3" destOrd="0" presId="urn:microsoft.com/office/officeart/2018/2/layout/IconVerticalSolidList"/>
    <dgm:cxn modelId="{8FB21064-B7AA-4599-A6F1-2D3496DB19F5}" type="presParOf" srcId="{1B317CAF-9BD9-4741-9C00-2011ECE6EE9F}" destId="{85550B70-914B-4D6C-83FC-779756841898}" srcOrd="1" destOrd="0" presId="urn:microsoft.com/office/officeart/2018/2/layout/IconVerticalSolidList"/>
    <dgm:cxn modelId="{74E7C5EB-C066-425D-BC76-FE5420FD22C8}" type="presParOf" srcId="{1B317CAF-9BD9-4741-9C00-2011ECE6EE9F}" destId="{A835253B-01C1-4ECD-97D9-4013E54134AB}" srcOrd="2" destOrd="0" presId="urn:microsoft.com/office/officeart/2018/2/layout/IconVerticalSolidList"/>
    <dgm:cxn modelId="{30008823-3655-404C-87EE-41B96DD25574}" type="presParOf" srcId="{A835253B-01C1-4ECD-97D9-4013E54134AB}" destId="{D53704A0-1472-4F8A-9B50-E60D0889CF48}" srcOrd="0" destOrd="0" presId="urn:microsoft.com/office/officeart/2018/2/layout/IconVerticalSolidList"/>
    <dgm:cxn modelId="{2D0473E7-8A76-463D-BF0D-44479CD703E5}" type="presParOf" srcId="{A835253B-01C1-4ECD-97D9-4013E54134AB}" destId="{6B73397F-010A-45C4-A5CE-CCF5AFEF8AEE}" srcOrd="1" destOrd="0" presId="urn:microsoft.com/office/officeart/2018/2/layout/IconVerticalSolidList"/>
    <dgm:cxn modelId="{3691A24A-BCF7-4D40-B2E0-CDEF6610CCE5}" type="presParOf" srcId="{A835253B-01C1-4ECD-97D9-4013E54134AB}" destId="{C4EC1580-F401-44E8-AAD4-66F58DDD10E7}" srcOrd="2" destOrd="0" presId="urn:microsoft.com/office/officeart/2018/2/layout/IconVerticalSolidList"/>
    <dgm:cxn modelId="{221D6C67-40B7-4728-BCF0-552C57A43DF1}" type="presParOf" srcId="{A835253B-01C1-4ECD-97D9-4013E54134AB}" destId="{E6722C3C-3CF6-4188-BFC8-39EDB0C389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DC9CC81-6980-4B7F-978D-CC16EE1975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6E936F-2F23-4C85-A03E-5D3DD2B7FFEF}">
      <dgm:prSet/>
      <dgm:spPr/>
      <dgm:t>
        <a:bodyPr/>
        <a:lstStyle/>
        <a:p>
          <a:r>
            <a:rPr lang="en-US"/>
            <a:t>S3 Standard – frequent access.</a:t>
          </a:r>
        </a:p>
      </dgm:t>
    </dgm:pt>
    <dgm:pt modelId="{1B426129-9FF4-478B-9AA8-254AA7703A2F}" type="parTrans" cxnId="{4E2A60DD-500C-4A04-BD7A-FDCDCAD097FB}">
      <dgm:prSet/>
      <dgm:spPr/>
      <dgm:t>
        <a:bodyPr/>
        <a:lstStyle/>
        <a:p>
          <a:endParaRPr lang="en-US"/>
        </a:p>
      </dgm:t>
    </dgm:pt>
    <dgm:pt modelId="{ED73171E-0568-4AA3-8F8D-829543972EDA}" type="sibTrans" cxnId="{4E2A60DD-500C-4A04-BD7A-FDCDCAD097FB}">
      <dgm:prSet/>
      <dgm:spPr/>
      <dgm:t>
        <a:bodyPr/>
        <a:lstStyle/>
        <a:p>
          <a:endParaRPr lang="en-US"/>
        </a:p>
      </dgm:t>
    </dgm:pt>
    <dgm:pt modelId="{35A5642A-14A1-41C5-A7B9-CF82CD7EB758}">
      <dgm:prSet/>
      <dgm:spPr/>
      <dgm:t>
        <a:bodyPr/>
        <a:lstStyle/>
        <a:p>
          <a:r>
            <a:rPr lang="en-US"/>
            <a:t>Intelligent‑Tiering – unknown patterns.</a:t>
          </a:r>
        </a:p>
      </dgm:t>
    </dgm:pt>
    <dgm:pt modelId="{A64AABDB-411F-441A-9E3B-2A0364FA6684}" type="parTrans" cxnId="{DD7CD61B-F8A7-406F-B49E-26D976916167}">
      <dgm:prSet/>
      <dgm:spPr/>
      <dgm:t>
        <a:bodyPr/>
        <a:lstStyle/>
        <a:p>
          <a:endParaRPr lang="en-US"/>
        </a:p>
      </dgm:t>
    </dgm:pt>
    <dgm:pt modelId="{0BC1D0F6-FD82-4246-A284-5E9C69E92685}" type="sibTrans" cxnId="{DD7CD61B-F8A7-406F-B49E-26D976916167}">
      <dgm:prSet/>
      <dgm:spPr/>
      <dgm:t>
        <a:bodyPr/>
        <a:lstStyle/>
        <a:p>
          <a:endParaRPr lang="en-US"/>
        </a:p>
      </dgm:t>
    </dgm:pt>
    <dgm:pt modelId="{37976671-7B24-4709-99F4-B2DCEFFFC5E4}">
      <dgm:prSet/>
      <dgm:spPr/>
      <dgm:t>
        <a:bodyPr/>
        <a:lstStyle/>
        <a:p>
          <a:r>
            <a:rPr lang="en-US"/>
            <a:t>Standard‑IA / One Zone‑IA – infrequent access.</a:t>
          </a:r>
        </a:p>
      </dgm:t>
    </dgm:pt>
    <dgm:pt modelId="{3FF16DBC-5A49-4F65-A127-5B9822F33FAE}" type="parTrans" cxnId="{0E6FA74D-29CC-4F9E-AE9E-90AE78BD0557}">
      <dgm:prSet/>
      <dgm:spPr/>
      <dgm:t>
        <a:bodyPr/>
        <a:lstStyle/>
        <a:p>
          <a:endParaRPr lang="en-US"/>
        </a:p>
      </dgm:t>
    </dgm:pt>
    <dgm:pt modelId="{E2E1DF45-F76C-4DC3-9F13-15F72A9504CA}" type="sibTrans" cxnId="{0E6FA74D-29CC-4F9E-AE9E-90AE78BD0557}">
      <dgm:prSet/>
      <dgm:spPr/>
      <dgm:t>
        <a:bodyPr/>
        <a:lstStyle/>
        <a:p>
          <a:endParaRPr lang="en-US"/>
        </a:p>
      </dgm:t>
    </dgm:pt>
    <dgm:pt modelId="{5FCD2AA6-E470-4280-9C7F-276FEB7CAF17}">
      <dgm:prSet/>
      <dgm:spPr/>
      <dgm:t>
        <a:bodyPr/>
        <a:lstStyle/>
        <a:p>
          <a:r>
            <a:rPr lang="en-US"/>
            <a:t>Glacier – archival storage.</a:t>
          </a:r>
        </a:p>
      </dgm:t>
    </dgm:pt>
    <dgm:pt modelId="{DB384D33-8C34-4485-93E0-41676490BF23}" type="parTrans" cxnId="{41C234B8-920D-4470-BC57-1F44CE92160A}">
      <dgm:prSet/>
      <dgm:spPr/>
      <dgm:t>
        <a:bodyPr/>
        <a:lstStyle/>
        <a:p>
          <a:endParaRPr lang="en-US"/>
        </a:p>
      </dgm:t>
    </dgm:pt>
    <dgm:pt modelId="{FA86B35D-CF79-4A30-8A06-D51E225F1A57}" type="sibTrans" cxnId="{41C234B8-920D-4470-BC57-1F44CE92160A}">
      <dgm:prSet/>
      <dgm:spPr/>
      <dgm:t>
        <a:bodyPr/>
        <a:lstStyle/>
        <a:p>
          <a:endParaRPr lang="en-US"/>
        </a:p>
      </dgm:t>
    </dgm:pt>
    <dgm:pt modelId="{02580E6D-D525-4725-94A3-BF07B12E7DB2}" type="pres">
      <dgm:prSet presAssocID="{3DC9CC81-6980-4B7F-978D-CC16EE19756E}" presName="root" presStyleCnt="0">
        <dgm:presLayoutVars>
          <dgm:dir/>
          <dgm:resizeHandles val="exact"/>
        </dgm:presLayoutVars>
      </dgm:prSet>
      <dgm:spPr/>
    </dgm:pt>
    <dgm:pt modelId="{5070ABBE-8EB1-41DA-8769-36EA7BE12A6D}" type="pres">
      <dgm:prSet presAssocID="{466E936F-2F23-4C85-A03E-5D3DD2B7FFEF}" presName="compNode" presStyleCnt="0"/>
      <dgm:spPr/>
    </dgm:pt>
    <dgm:pt modelId="{53E65052-F201-49B9-B8D7-0229321A0ED9}" type="pres">
      <dgm:prSet presAssocID="{466E936F-2F23-4C85-A03E-5D3DD2B7FFEF}" presName="bgRect" presStyleLbl="bgShp" presStyleIdx="0" presStyleCnt="4"/>
      <dgm:spPr/>
    </dgm:pt>
    <dgm:pt modelId="{436E6688-EDD4-41BC-A83D-15BC69AC2AFC}" type="pres">
      <dgm:prSet presAssocID="{466E936F-2F23-4C85-A03E-5D3DD2B7FFE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D2B896A-3AD3-4684-A975-6DEACDCE12A1}" type="pres">
      <dgm:prSet presAssocID="{466E936F-2F23-4C85-A03E-5D3DD2B7FFEF}" presName="spaceRect" presStyleCnt="0"/>
      <dgm:spPr/>
    </dgm:pt>
    <dgm:pt modelId="{490B9ED7-1981-40C6-9791-E07F0AD2FBFB}" type="pres">
      <dgm:prSet presAssocID="{466E936F-2F23-4C85-A03E-5D3DD2B7FFEF}" presName="parTx" presStyleLbl="revTx" presStyleIdx="0" presStyleCnt="4">
        <dgm:presLayoutVars>
          <dgm:chMax val="0"/>
          <dgm:chPref val="0"/>
        </dgm:presLayoutVars>
      </dgm:prSet>
      <dgm:spPr/>
    </dgm:pt>
    <dgm:pt modelId="{BCCCF8BB-2E6C-45BC-AEBC-F249A0245F8A}" type="pres">
      <dgm:prSet presAssocID="{ED73171E-0568-4AA3-8F8D-829543972EDA}" presName="sibTrans" presStyleCnt="0"/>
      <dgm:spPr/>
    </dgm:pt>
    <dgm:pt modelId="{DB75AA92-5A29-48AD-8A5E-8AF5EF05BFCB}" type="pres">
      <dgm:prSet presAssocID="{35A5642A-14A1-41C5-A7B9-CF82CD7EB758}" presName="compNode" presStyleCnt="0"/>
      <dgm:spPr/>
    </dgm:pt>
    <dgm:pt modelId="{DFDE91A1-3887-4B2A-832D-6D1190B93869}" type="pres">
      <dgm:prSet presAssocID="{35A5642A-14A1-41C5-A7B9-CF82CD7EB758}" presName="bgRect" presStyleLbl="bgShp" presStyleIdx="1" presStyleCnt="4"/>
      <dgm:spPr/>
    </dgm:pt>
    <dgm:pt modelId="{99333D2C-6139-4818-A121-3FB954E21D81}" type="pres">
      <dgm:prSet presAssocID="{35A5642A-14A1-41C5-A7B9-CF82CD7EB75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16CDCC8-37B2-42F7-931A-F7AC31F2077A}" type="pres">
      <dgm:prSet presAssocID="{35A5642A-14A1-41C5-A7B9-CF82CD7EB758}" presName="spaceRect" presStyleCnt="0"/>
      <dgm:spPr/>
    </dgm:pt>
    <dgm:pt modelId="{ED718762-D83C-4BA9-BE9C-C47095EECE87}" type="pres">
      <dgm:prSet presAssocID="{35A5642A-14A1-41C5-A7B9-CF82CD7EB758}" presName="parTx" presStyleLbl="revTx" presStyleIdx="1" presStyleCnt="4">
        <dgm:presLayoutVars>
          <dgm:chMax val="0"/>
          <dgm:chPref val="0"/>
        </dgm:presLayoutVars>
      </dgm:prSet>
      <dgm:spPr/>
    </dgm:pt>
    <dgm:pt modelId="{C6D024F7-2845-49B8-BE0F-BA284E830D19}" type="pres">
      <dgm:prSet presAssocID="{0BC1D0F6-FD82-4246-A284-5E9C69E92685}" presName="sibTrans" presStyleCnt="0"/>
      <dgm:spPr/>
    </dgm:pt>
    <dgm:pt modelId="{32C7D4AA-A8F6-490B-8119-737C437F4D8D}" type="pres">
      <dgm:prSet presAssocID="{37976671-7B24-4709-99F4-B2DCEFFFC5E4}" presName="compNode" presStyleCnt="0"/>
      <dgm:spPr/>
    </dgm:pt>
    <dgm:pt modelId="{AA160B1F-060D-4F6E-ABBA-24EA84A42DC2}" type="pres">
      <dgm:prSet presAssocID="{37976671-7B24-4709-99F4-B2DCEFFFC5E4}" presName="bgRect" presStyleLbl="bgShp" presStyleIdx="2" presStyleCnt="4"/>
      <dgm:spPr/>
    </dgm:pt>
    <dgm:pt modelId="{77280036-88E5-4FA8-BBA2-EDD35F2A89F9}" type="pres">
      <dgm:prSet presAssocID="{37976671-7B24-4709-99F4-B2DCEFFFC5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86539D0-CB70-4E86-A437-0C574132AF59}" type="pres">
      <dgm:prSet presAssocID="{37976671-7B24-4709-99F4-B2DCEFFFC5E4}" presName="spaceRect" presStyleCnt="0"/>
      <dgm:spPr/>
    </dgm:pt>
    <dgm:pt modelId="{3FD1F2D2-593C-439F-B2E7-912D7B3E720F}" type="pres">
      <dgm:prSet presAssocID="{37976671-7B24-4709-99F4-B2DCEFFFC5E4}" presName="parTx" presStyleLbl="revTx" presStyleIdx="2" presStyleCnt="4">
        <dgm:presLayoutVars>
          <dgm:chMax val="0"/>
          <dgm:chPref val="0"/>
        </dgm:presLayoutVars>
      </dgm:prSet>
      <dgm:spPr/>
    </dgm:pt>
    <dgm:pt modelId="{236E22B8-3A4F-4D8E-A2A7-841D05AE4D51}" type="pres">
      <dgm:prSet presAssocID="{E2E1DF45-F76C-4DC3-9F13-15F72A9504CA}" presName="sibTrans" presStyleCnt="0"/>
      <dgm:spPr/>
    </dgm:pt>
    <dgm:pt modelId="{B07059E8-FEC6-4A80-8B9E-5B51422324F0}" type="pres">
      <dgm:prSet presAssocID="{5FCD2AA6-E470-4280-9C7F-276FEB7CAF17}" presName="compNode" presStyleCnt="0"/>
      <dgm:spPr/>
    </dgm:pt>
    <dgm:pt modelId="{4F510445-E80F-421B-AD65-E687D10F68CB}" type="pres">
      <dgm:prSet presAssocID="{5FCD2AA6-E470-4280-9C7F-276FEB7CAF17}" presName="bgRect" presStyleLbl="bgShp" presStyleIdx="3" presStyleCnt="4"/>
      <dgm:spPr/>
    </dgm:pt>
    <dgm:pt modelId="{7BFA065B-CF96-4C3D-89A3-F508B94CB39E}" type="pres">
      <dgm:prSet presAssocID="{5FCD2AA6-E470-4280-9C7F-276FEB7CAF1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5932CA3B-8F69-4A50-AF7B-57C9A4671432}" type="pres">
      <dgm:prSet presAssocID="{5FCD2AA6-E470-4280-9C7F-276FEB7CAF17}" presName="spaceRect" presStyleCnt="0"/>
      <dgm:spPr/>
    </dgm:pt>
    <dgm:pt modelId="{7631ED45-495A-4C9E-A73B-63DA3A7B0435}" type="pres">
      <dgm:prSet presAssocID="{5FCD2AA6-E470-4280-9C7F-276FEB7CAF1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D7CD61B-F8A7-406F-B49E-26D976916167}" srcId="{3DC9CC81-6980-4B7F-978D-CC16EE19756E}" destId="{35A5642A-14A1-41C5-A7B9-CF82CD7EB758}" srcOrd="1" destOrd="0" parTransId="{A64AABDB-411F-441A-9E3B-2A0364FA6684}" sibTransId="{0BC1D0F6-FD82-4246-A284-5E9C69E92685}"/>
    <dgm:cxn modelId="{C7EFAD47-4685-409E-AB9D-103735AC66A1}" type="presOf" srcId="{37976671-7B24-4709-99F4-B2DCEFFFC5E4}" destId="{3FD1F2D2-593C-439F-B2E7-912D7B3E720F}" srcOrd="0" destOrd="0" presId="urn:microsoft.com/office/officeart/2018/2/layout/IconVerticalSolidList"/>
    <dgm:cxn modelId="{0E6FA74D-29CC-4F9E-AE9E-90AE78BD0557}" srcId="{3DC9CC81-6980-4B7F-978D-CC16EE19756E}" destId="{37976671-7B24-4709-99F4-B2DCEFFFC5E4}" srcOrd="2" destOrd="0" parTransId="{3FF16DBC-5A49-4F65-A127-5B9822F33FAE}" sibTransId="{E2E1DF45-F76C-4DC3-9F13-15F72A9504CA}"/>
    <dgm:cxn modelId="{41FED075-51A6-4893-9187-C1B64FAE2AE2}" type="presOf" srcId="{35A5642A-14A1-41C5-A7B9-CF82CD7EB758}" destId="{ED718762-D83C-4BA9-BE9C-C47095EECE87}" srcOrd="0" destOrd="0" presId="urn:microsoft.com/office/officeart/2018/2/layout/IconVerticalSolidList"/>
    <dgm:cxn modelId="{EC71BF9E-7DD7-415E-9A77-927304AC7F71}" type="presOf" srcId="{5FCD2AA6-E470-4280-9C7F-276FEB7CAF17}" destId="{7631ED45-495A-4C9E-A73B-63DA3A7B0435}" srcOrd="0" destOrd="0" presId="urn:microsoft.com/office/officeart/2018/2/layout/IconVerticalSolidList"/>
    <dgm:cxn modelId="{5600C0A9-90C9-4628-9607-F6D0C127C83B}" type="presOf" srcId="{3DC9CC81-6980-4B7F-978D-CC16EE19756E}" destId="{02580E6D-D525-4725-94A3-BF07B12E7DB2}" srcOrd="0" destOrd="0" presId="urn:microsoft.com/office/officeart/2018/2/layout/IconVerticalSolidList"/>
    <dgm:cxn modelId="{41C234B8-920D-4470-BC57-1F44CE92160A}" srcId="{3DC9CC81-6980-4B7F-978D-CC16EE19756E}" destId="{5FCD2AA6-E470-4280-9C7F-276FEB7CAF17}" srcOrd="3" destOrd="0" parTransId="{DB384D33-8C34-4485-93E0-41676490BF23}" sibTransId="{FA86B35D-CF79-4A30-8A06-D51E225F1A57}"/>
    <dgm:cxn modelId="{5F0E2FCB-60AA-4B0D-9115-4808AF9405B4}" type="presOf" srcId="{466E936F-2F23-4C85-A03E-5D3DD2B7FFEF}" destId="{490B9ED7-1981-40C6-9791-E07F0AD2FBFB}" srcOrd="0" destOrd="0" presId="urn:microsoft.com/office/officeart/2018/2/layout/IconVerticalSolidList"/>
    <dgm:cxn modelId="{4E2A60DD-500C-4A04-BD7A-FDCDCAD097FB}" srcId="{3DC9CC81-6980-4B7F-978D-CC16EE19756E}" destId="{466E936F-2F23-4C85-A03E-5D3DD2B7FFEF}" srcOrd="0" destOrd="0" parTransId="{1B426129-9FF4-478B-9AA8-254AA7703A2F}" sibTransId="{ED73171E-0568-4AA3-8F8D-829543972EDA}"/>
    <dgm:cxn modelId="{9EB03EF9-1E3C-4E8A-8792-AAE356EEDFB0}" type="presParOf" srcId="{02580E6D-D525-4725-94A3-BF07B12E7DB2}" destId="{5070ABBE-8EB1-41DA-8769-36EA7BE12A6D}" srcOrd="0" destOrd="0" presId="urn:microsoft.com/office/officeart/2018/2/layout/IconVerticalSolidList"/>
    <dgm:cxn modelId="{84F4B5CE-ED24-49A3-BE66-B6706DA2D1A4}" type="presParOf" srcId="{5070ABBE-8EB1-41DA-8769-36EA7BE12A6D}" destId="{53E65052-F201-49B9-B8D7-0229321A0ED9}" srcOrd="0" destOrd="0" presId="urn:microsoft.com/office/officeart/2018/2/layout/IconVerticalSolidList"/>
    <dgm:cxn modelId="{65EA56AA-2360-403F-8A03-9F50528BAF77}" type="presParOf" srcId="{5070ABBE-8EB1-41DA-8769-36EA7BE12A6D}" destId="{436E6688-EDD4-41BC-A83D-15BC69AC2AFC}" srcOrd="1" destOrd="0" presId="urn:microsoft.com/office/officeart/2018/2/layout/IconVerticalSolidList"/>
    <dgm:cxn modelId="{519CE3CC-5EF1-44F1-979F-EB2B77CE0CF7}" type="presParOf" srcId="{5070ABBE-8EB1-41DA-8769-36EA7BE12A6D}" destId="{6D2B896A-3AD3-4684-A975-6DEACDCE12A1}" srcOrd="2" destOrd="0" presId="urn:microsoft.com/office/officeart/2018/2/layout/IconVerticalSolidList"/>
    <dgm:cxn modelId="{BB6936A2-F7DF-417B-8C46-B77F1C0EB52E}" type="presParOf" srcId="{5070ABBE-8EB1-41DA-8769-36EA7BE12A6D}" destId="{490B9ED7-1981-40C6-9791-E07F0AD2FBFB}" srcOrd="3" destOrd="0" presId="urn:microsoft.com/office/officeart/2018/2/layout/IconVerticalSolidList"/>
    <dgm:cxn modelId="{D760C617-0F76-49CB-8C4D-B6E663039A6C}" type="presParOf" srcId="{02580E6D-D525-4725-94A3-BF07B12E7DB2}" destId="{BCCCF8BB-2E6C-45BC-AEBC-F249A0245F8A}" srcOrd="1" destOrd="0" presId="urn:microsoft.com/office/officeart/2018/2/layout/IconVerticalSolidList"/>
    <dgm:cxn modelId="{36E6BFBB-C843-4365-BD75-5BB5EF0210DD}" type="presParOf" srcId="{02580E6D-D525-4725-94A3-BF07B12E7DB2}" destId="{DB75AA92-5A29-48AD-8A5E-8AF5EF05BFCB}" srcOrd="2" destOrd="0" presId="urn:microsoft.com/office/officeart/2018/2/layout/IconVerticalSolidList"/>
    <dgm:cxn modelId="{BEDBEA03-096F-4C22-9EAC-74E330000284}" type="presParOf" srcId="{DB75AA92-5A29-48AD-8A5E-8AF5EF05BFCB}" destId="{DFDE91A1-3887-4B2A-832D-6D1190B93869}" srcOrd="0" destOrd="0" presId="urn:microsoft.com/office/officeart/2018/2/layout/IconVerticalSolidList"/>
    <dgm:cxn modelId="{BD6E4D73-220D-43A4-82B2-6E98EC722985}" type="presParOf" srcId="{DB75AA92-5A29-48AD-8A5E-8AF5EF05BFCB}" destId="{99333D2C-6139-4818-A121-3FB954E21D81}" srcOrd="1" destOrd="0" presId="urn:microsoft.com/office/officeart/2018/2/layout/IconVerticalSolidList"/>
    <dgm:cxn modelId="{255F0E53-DACA-4C7C-81C2-2DA65CB9AF2E}" type="presParOf" srcId="{DB75AA92-5A29-48AD-8A5E-8AF5EF05BFCB}" destId="{C16CDCC8-37B2-42F7-931A-F7AC31F2077A}" srcOrd="2" destOrd="0" presId="urn:microsoft.com/office/officeart/2018/2/layout/IconVerticalSolidList"/>
    <dgm:cxn modelId="{78195315-05A7-4B87-B4DB-CBA36371B6AE}" type="presParOf" srcId="{DB75AA92-5A29-48AD-8A5E-8AF5EF05BFCB}" destId="{ED718762-D83C-4BA9-BE9C-C47095EECE87}" srcOrd="3" destOrd="0" presId="urn:microsoft.com/office/officeart/2018/2/layout/IconVerticalSolidList"/>
    <dgm:cxn modelId="{659161AD-99A4-470B-879D-79B6BB4C4A46}" type="presParOf" srcId="{02580E6D-D525-4725-94A3-BF07B12E7DB2}" destId="{C6D024F7-2845-49B8-BE0F-BA284E830D19}" srcOrd="3" destOrd="0" presId="urn:microsoft.com/office/officeart/2018/2/layout/IconVerticalSolidList"/>
    <dgm:cxn modelId="{E34DFEEA-3160-4BC3-B8F9-80AA671DC68E}" type="presParOf" srcId="{02580E6D-D525-4725-94A3-BF07B12E7DB2}" destId="{32C7D4AA-A8F6-490B-8119-737C437F4D8D}" srcOrd="4" destOrd="0" presId="urn:microsoft.com/office/officeart/2018/2/layout/IconVerticalSolidList"/>
    <dgm:cxn modelId="{0B80A63A-6EC1-4560-B64C-7BBB2557AA0E}" type="presParOf" srcId="{32C7D4AA-A8F6-490B-8119-737C437F4D8D}" destId="{AA160B1F-060D-4F6E-ABBA-24EA84A42DC2}" srcOrd="0" destOrd="0" presId="urn:microsoft.com/office/officeart/2018/2/layout/IconVerticalSolidList"/>
    <dgm:cxn modelId="{6AD06C97-C809-4EDA-8102-E9A46784110C}" type="presParOf" srcId="{32C7D4AA-A8F6-490B-8119-737C437F4D8D}" destId="{77280036-88E5-4FA8-BBA2-EDD35F2A89F9}" srcOrd="1" destOrd="0" presId="urn:microsoft.com/office/officeart/2018/2/layout/IconVerticalSolidList"/>
    <dgm:cxn modelId="{200AE1E8-9773-4034-8664-F2BC6322DA3D}" type="presParOf" srcId="{32C7D4AA-A8F6-490B-8119-737C437F4D8D}" destId="{886539D0-CB70-4E86-A437-0C574132AF59}" srcOrd="2" destOrd="0" presId="urn:microsoft.com/office/officeart/2018/2/layout/IconVerticalSolidList"/>
    <dgm:cxn modelId="{14D29F60-18AC-471A-A4EF-0847C0D69D6D}" type="presParOf" srcId="{32C7D4AA-A8F6-490B-8119-737C437F4D8D}" destId="{3FD1F2D2-593C-439F-B2E7-912D7B3E720F}" srcOrd="3" destOrd="0" presId="urn:microsoft.com/office/officeart/2018/2/layout/IconVerticalSolidList"/>
    <dgm:cxn modelId="{50554FC8-408B-405A-869B-D6DE57E3EA61}" type="presParOf" srcId="{02580E6D-D525-4725-94A3-BF07B12E7DB2}" destId="{236E22B8-3A4F-4D8E-A2A7-841D05AE4D51}" srcOrd="5" destOrd="0" presId="urn:microsoft.com/office/officeart/2018/2/layout/IconVerticalSolidList"/>
    <dgm:cxn modelId="{2F97B2A7-3A4E-40F0-BF62-CB55265B6969}" type="presParOf" srcId="{02580E6D-D525-4725-94A3-BF07B12E7DB2}" destId="{B07059E8-FEC6-4A80-8B9E-5B51422324F0}" srcOrd="6" destOrd="0" presId="urn:microsoft.com/office/officeart/2018/2/layout/IconVerticalSolidList"/>
    <dgm:cxn modelId="{A4D5BCF9-B67B-464A-80B9-5F0CB74133EF}" type="presParOf" srcId="{B07059E8-FEC6-4A80-8B9E-5B51422324F0}" destId="{4F510445-E80F-421B-AD65-E687D10F68CB}" srcOrd="0" destOrd="0" presId="urn:microsoft.com/office/officeart/2018/2/layout/IconVerticalSolidList"/>
    <dgm:cxn modelId="{2581B1BF-E0B9-4A0C-96AC-E5379090967E}" type="presParOf" srcId="{B07059E8-FEC6-4A80-8B9E-5B51422324F0}" destId="{7BFA065B-CF96-4C3D-89A3-F508B94CB39E}" srcOrd="1" destOrd="0" presId="urn:microsoft.com/office/officeart/2018/2/layout/IconVerticalSolidList"/>
    <dgm:cxn modelId="{6D7B90D1-7060-4C55-BF8F-57109ABDC947}" type="presParOf" srcId="{B07059E8-FEC6-4A80-8B9E-5B51422324F0}" destId="{5932CA3B-8F69-4A50-AF7B-57C9A4671432}" srcOrd="2" destOrd="0" presId="urn:microsoft.com/office/officeart/2018/2/layout/IconVerticalSolidList"/>
    <dgm:cxn modelId="{0E288A5C-C276-4F99-8CDF-A152DA18271A}" type="presParOf" srcId="{B07059E8-FEC6-4A80-8B9E-5B51422324F0}" destId="{7631ED45-495A-4C9E-A73B-63DA3A7B04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AF800E2-86E4-4864-ABBB-D43FF026E6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DFF8635-A8CC-44FF-8CDF-C8C13DB5CDFC}">
      <dgm:prSet/>
      <dgm:spPr/>
      <dgm:t>
        <a:bodyPr/>
        <a:lstStyle/>
        <a:p>
          <a:r>
            <a:rPr lang="en-US"/>
            <a:t>Standard for hot data.</a:t>
          </a:r>
        </a:p>
      </dgm:t>
    </dgm:pt>
    <dgm:pt modelId="{7A6A676D-457E-4714-AD37-1510DD254470}" type="parTrans" cxnId="{DAB99D83-1860-4867-951F-B097677C3F94}">
      <dgm:prSet/>
      <dgm:spPr/>
      <dgm:t>
        <a:bodyPr/>
        <a:lstStyle/>
        <a:p>
          <a:endParaRPr lang="en-US"/>
        </a:p>
      </dgm:t>
    </dgm:pt>
    <dgm:pt modelId="{6ED02C7A-E808-4B5E-BD00-D2671E838505}" type="sibTrans" cxnId="{DAB99D83-1860-4867-951F-B097677C3F94}">
      <dgm:prSet/>
      <dgm:spPr/>
      <dgm:t>
        <a:bodyPr/>
        <a:lstStyle/>
        <a:p>
          <a:endParaRPr lang="en-US"/>
        </a:p>
      </dgm:t>
    </dgm:pt>
    <dgm:pt modelId="{EE795D62-3892-4261-815E-112E94E4AE7A}">
      <dgm:prSet/>
      <dgm:spPr/>
      <dgm:t>
        <a:bodyPr/>
        <a:lstStyle/>
        <a:p>
          <a:r>
            <a:rPr lang="en-US"/>
            <a:t>Intelligent‑Tiering for unpredictable usage.</a:t>
          </a:r>
        </a:p>
      </dgm:t>
    </dgm:pt>
    <dgm:pt modelId="{9E08C351-D35B-4A5D-8B20-B3B9A0687594}" type="parTrans" cxnId="{6F5F9760-4C88-41C1-89B2-C113BCA54B3F}">
      <dgm:prSet/>
      <dgm:spPr/>
      <dgm:t>
        <a:bodyPr/>
        <a:lstStyle/>
        <a:p>
          <a:endParaRPr lang="en-US"/>
        </a:p>
      </dgm:t>
    </dgm:pt>
    <dgm:pt modelId="{99BAA480-E530-4131-A946-9FE9AA0FA3AE}" type="sibTrans" cxnId="{6F5F9760-4C88-41C1-89B2-C113BCA54B3F}">
      <dgm:prSet/>
      <dgm:spPr/>
      <dgm:t>
        <a:bodyPr/>
        <a:lstStyle/>
        <a:p>
          <a:endParaRPr lang="en-US"/>
        </a:p>
      </dgm:t>
    </dgm:pt>
    <dgm:pt modelId="{B8EE15DB-FEDA-42E8-B8B2-2768908AFD77}">
      <dgm:prSet/>
      <dgm:spPr/>
      <dgm:t>
        <a:bodyPr/>
        <a:lstStyle/>
        <a:p>
          <a:r>
            <a:rPr lang="en-US"/>
            <a:t>IA/One Zone‑IA for infrequent access.</a:t>
          </a:r>
        </a:p>
      </dgm:t>
    </dgm:pt>
    <dgm:pt modelId="{BB6C27C4-56D0-4E2A-9C8A-64D631791153}" type="parTrans" cxnId="{7F47BC7A-6778-4836-B192-541D4F517F8E}">
      <dgm:prSet/>
      <dgm:spPr/>
      <dgm:t>
        <a:bodyPr/>
        <a:lstStyle/>
        <a:p>
          <a:endParaRPr lang="en-US"/>
        </a:p>
      </dgm:t>
    </dgm:pt>
    <dgm:pt modelId="{EC93B65B-8414-4D5C-9F20-0EAA6A5D5955}" type="sibTrans" cxnId="{7F47BC7A-6778-4836-B192-541D4F517F8E}">
      <dgm:prSet/>
      <dgm:spPr/>
      <dgm:t>
        <a:bodyPr/>
        <a:lstStyle/>
        <a:p>
          <a:endParaRPr lang="en-US"/>
        </a:p>
      </dgm:t>
    </dgm:pt>
    <dgm:pt modelId="{8D74DBDC-339E-4BE3-99B8-4EBD37146114}">
      <dgm:prSet/>
      <dgm:spPr/>
      <dgm:t>
        <a:bodyPr/>
        <a:lstStyle/>
        <a:p>
          <a:r>
            <a:rPr lang="en-US"/>
            <a:t>Glacier for archival.</a:t>
          </a:r>
        </a:p>
      </dgm:t>
    </dgm:pt>
    <dgm:pt modelId="{5B6C1123-6BF9-4FD6-9DF2-9FADA77B6CAE}" type="parTrans" cxnId="{68B6A672-DAF8-4078-9417-A1736F2E8968}">
      <dgm:prSet/>
      <dgm:spPr/>
      <dgm:t>
        <a:bodyPr/>
        <a:lstStyle/>
        <a:p>
          <a:endParaRPr lang="en-US"/>
        </a:p>
      </dgm:t>
    </dgm:pt>
    <dgm:pt modelId="{D51C476E-80AA-4AA0-B183-A06F4A36434F}" type="sibTrans" cxnId="{68B6A672-DAF8-4078-9417-A1736F2E8968}">
      <dgm:prSet/>
      <dgm:spPr/>
      <dgm:t>
        <a:bodyPr/>
        <a:lstStyle/>
        <a:p>
          <a:endParaRPr lang="en-US"/>
        </a:p>
      </dgm:t>
    </dgm:pt>
    <dgm:pt modelId="{3B54D423-ECB9-4F96-9B35-550407CA4AEF}" type="pres">
      <dgm:prSet presAssocID="{AAF800E2-86E4-4864-ABBB-D43FF026E625}" presName="root" presStyleCnt="0">
        <dgm:presLayoutVars>
          <dgm:dir/>
          <dgm:resizeHandles val="exact"/>
        </dgm:presLayoutVars>
      </dgm:prSet>
      <dgm:spPr/>
    </dgm:pt>
    <dgm:pt modelId="{5A403C09-C138-4D99-A758-C160D7A2E6BF}" type="pres">
      <dgm:prSet presAssocID="{6DFF8635-A8CC-44FF-8CDF-C8C13DB5CDFC}" presName="compNode" presStyleCnt="0"/>
      <dgm:spPr/>
    </dgm:pt>
    <dgm:pt modelId="{A51BF66C-38B9-40EC-B036-5919DAE35300}" type="pres">
      <dgm:prSet presAssocID="{6DFF8635-A8CC-44FF-8CDF-C8C13DB5CDFC}" presName="bgRect" presStyleLbl="bgShp" presStyleIdx="0" presStyleCnt="4"/>
      <dgm:spPr/>
    </dgm:pt>
    <dgm:pt modelId="{E90DC3B3-56E0-4AEF-9364-AE2CA2A849F2}" type="pres">
      <dgm:prSet presAssocID="{6DFF8635-A8CC-44FF-8CDF-C8C13DB5CD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FF6674C7-8ACA-451C-89BC-A1935CEBE350}" type="pres">
      <dgm:prSet presAssocID="{6DFF8635-A8CC-44FF-8CDF-C8C13DB5CDFC}" presName="spaceRect" presStyleCnt="0"/>
      <dgm:spPr/>
    </dgm:pt>
    <dgm:pt modelId="{4CE0794E-8E2D-44DA-A8A5-FB73DE8806C1}" type="pres">
      <dgm:prSet presAssocID="{6DFF8635-A8CC-44FF-8CDF-C8C13DB5CDFC}" presName="parTx" presStyleLbl="revTx" presStyleIdx="0" presStyleCnt="4">
        <dgm:presLayoutVars>
          <dgm:chMax val="0"/>
          <dgm:chPref val="0"/>
        </dgm:presLayoutVars>
      </dgm:prSet>
      <dgm:spPr/>
    </dgm:pt>
    <dgm:pt modelId="{99972B2C-2807-48F7-B3E9-A76B0BE6DDC6}" type="pres">
      <dgm:prSet presAssocID="{6ED02C7A-E808-4B5E-BD00-D2671E838505}" presName="sibTrans" presStyleCnt="0"/>
      <dgm:spPr/>
    </dgm:pt>
    <dgm:pt modelId="{EAA4AAD5-9AE6-4486-8FD1-8522D7C12673}" type="pres">
      <dgm:prSet presAssocID="{EE795D62-3892-4261-815E-112E94E4AE7A}" presName="compNode" presStyleCnt="0"/>
      <dgm:spPr/>
    </dgm:pt>
    <dgm:pt modelId="{DBA0201B-3598-4969-A3C4-AC8695A67D72}" type="pres">
      <dgm:prSet presAssocID="{EE795D62-3892-4261-815E-112E94E4AE7A}" presName="bgRect" presStyleLbl="bgShp" presStyleIdx="1" presStyleCnt="4"/>
      <dgm:spPr/>
    </dgm:pt>
    <dgm:pt modelId="{4E1C5EFF-D2DA-4504-9B15-D85B3F43CCC2}" type="pres">
      <dgm:prSet presAssocID="{EE795D62-3892-4261-815E-112E94E4AE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icorn"/>
        </a:ext>
      </dgm:extLst>
    </dgm:pt>
    <dgm:pt modelId="{75EFB2A8-BF8D-453F-9567-C0625B9253D5}" type="pres">
      <dgm:prSet presAssocID="{EE795D62-3892-4261-815E-112E94E4AE7A}" presName="spaceRect" presStyleCnt="0"/>
      <dgm:spPr/>
    </dgm:pt>
    <dgm:pt modelId="{FEECDE2D-A473-4673-89FE-D0098E17181A}" type="pres">
      <dgm:prSet presAssocID="{EE795D62-3892-4261-815E-112E94E4AE7A}" presName="parTx" presStyleLbl="revTx" presStyleIdx="1" presStyleCnt="4">
        <dgm:presLayoutVars>
          <dgm:chMax val="0"/>
          <dgm:chPref val="0"/>
        </dgm:presLayoutVars>
      </dgm:prSet>
      <dgm:spPr/>
    </dgm:pt>
    <dgm:pt modelId="{EFDDAE36-4124-47A6-8552-18E90A546043}" type="pres">
      <dgm:prSet presAssocID="{99BAA480-E530-4131-A946-9FE9AA0FA3AE}" presName="sibTrans" presStyleCnt="0"/>
      <dgm:spPr/>
    </dgm:pt>
    <dgm:pt modelId="{54AD5C83-3B74-4643-AFFC-1297AEB98E90}" type="pres">
      <dgm:prSet presAssocID="{B8EE15DB-FEDA-42E8-B8B2-2768908AFD77}" presName="compNode" presStyleCnt="0"/>
      <dgm:spPr/>
    </dgm:pt>
    <dgm:pt modelId="{5ECFE774-FEAF-4608-93FF-C83A977B0CD5}" type="pres">
      <dgm:prSet presAssocID="{B8EE15DB-FEDA-42E8-B8B2-2768908AFD77}" presName="bgRect" presStyleLbl="bgShp" presStyleIdx="2" presStyleCnt="4"/>
      <dgm:spPr/>
    </dgm:pt>
    <dgm:pt modelId="{38683118-576E-40CB-AA7B-E2E354174B14}" type="pres">
      <dgm:prSet presAssocID="{B8EE15DB-FEDA-42E8-B8B2-2768908AFD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4789F7C-AEA2-402E-8276-3911FD1108CB}" type="pres">
      <dgm:prSet presAssocID="{B8EE15DB-FEDA-42E8-B8B2-2768908AFD77}" presName="spaceRect" presStyleCnt="0"/>
      <dgm:spPr/>
    </dgm:pt>
    <dgm:pt modelId="{C3A1BFF0-1118-4FEA-9C8E-811B32A47ED4}" type="pres">
      <dgm:prSet presAssocID="{B8EE15DB-FEDA-42E8-B8B2-2768908AFD77}" presName="parTx" presStyleLbl="revTx" presStyleIdx="2" presStyleCnt="4">
        <dgm:presLayoutVars>
          <dgm:chMax val="0"/>
          <dgm:chPref val="0"/>
        </dgm:presLayoutVars>
      </dgm:prSet>
      <dgm:spPr/>
    </dgm:pt>
    <dgm:pt modelId="{C710F2D6-1ADC-43BD-BC0C-F657E707BD42}" type="pres">
      <dgm:prSet presAssocID="{EC93B65B-8414-4D5C-9F20-0EAA6A5D5955}" presName="sibTrans" presStyleCnt="0"/>
      <dgm:spPr/>
    </dgm:pt>
    <dgm:pt modelId="{890A5381-3A2F-45C2-87AA-6409A8800F98}" type="pres">
      <dgm:prSet presAssocID="{8D74DBDC-339E-4BE3-99B8-4EBD37146114}" presName="compNode" presStyleCnt="0"/>
      <dgm:spPr/>
    </dgm:pt>
    <dgm:pt modelId="{3BE63063-FE1D-4CB4-B930-E51791245B46}" type="pres">
      <dgm:prSet presAssocID="{8D74DBDC-339E-4BE3-99B8-4EBD37146114}" presName="bgRect" presStyleLbl="bgShp" presStyleIdx="3" presStyleCnt="4"/>
      <dgm:spPr/>
    </dgm:pt>
    <dgm:pt modelId="{A89C76A3-2020-4BB1-8A37-65AE5E7BE60F}" type="pres">
      <dgm:prSet presAssocID="{8D74DBDC-339E-4BE3-99B8-4EBD3714611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on Viewing Ceremony"/>
        </a:ext>
      </dgm:extLst>
    </dgm:pt>
    <dgm:pt modelId="{F8404529-9373-4517-86BF-D841044F724A}" type="pres">
      <dgm:prSet presAssocID="{8D74DBDC-339E-4BE3-99B8-4EBD37146114}" presName="spaceRect" presStyleCnt="0"/>
      <dgm:spPr/>
    </dgm:pt>
    <dgm:pt modelId="{BC0F7062-1510-46E1-B149-C5B3DBDE9A9E}" type="pres">
      <dgm:prSet presAssocID="{8D74DBDC-339E-4BE3-99B8-4EBD3714611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F5F9760-4C88-41C1-89B2-C113BCA54B3F}" srcId="{AAF800E2-86E4-4864-ABBB-D43FF026E625}" destId="{EE795D62-3892-4261-815E-112E94E4AE7A}" srcOrd="1" destOrd="0" parTransId="{9E08C351-D35B-4A5D-8B20-B3B9A0687594}" sibTransId="{99BAA480-E530-4131-A946-9FE9AA0FA3AE}"/>
    <dgm:cxn modelId="{68B6A672-DAF8-4078-9417-A1736F2E8968}" srcId="{AAF800E2-86E4-4864-ABBB-D43FF026E625}" destId="{8D74DBDC-339E-4BE3-99B8-4EBD37146114}" srcOrd="3" destOrd="0" parTransId="{5B6C1123-6BF9-4FD6-9DF2-9FADA77B6CAE}" sibTransId="{D51C476E-80AA-4AA0-B183-A06F4A36434F}"/>
    <dgm:cxn modelId="{2D7D3676-22A1-4107-876E-F4FCE5913B05}" type="presOf" srcId="{AAF800E2-86E4-4864-ABBB-D43FF026E625}" destId="{3B54D423-ECB9-4F96-9B35-550407CA4AEF}" srcOrd="0" destOrd="0" presId="urn:microsoft.com/office/officeart/2018/2/layout/IconVerticalSolidList"/>
    <dgm:cxn modelId="{7F47BC7A-6778-4836-B192-541D4F517F8E}" srcId="{AAF800E2-86E4-4864-ABBB-D43FF026E625}" destId="{B8EE15DB-FEDA-42E8-B8B2-2768908AFD77}" srcOrd="2" destOrd="0" parTransId="{BB6C27C4-56D0-4E2A-9C8A-64D631791153}" sibTransId="{EC93B65B-8414-4D5C-9F20-0EAA6A5D5955}"/>
    <dgm:cxn modelId="{DAB99D83-1860-4867-951F-B097677C3F94}" srcId="{AAF800E2-86E4-4864-ABBB-D43FF026E625}" destId="{6DFF8635-A8CC-44FF-8CDF-C8C13DB5CDFC}" srcOrd="0" destOrd="0" parTransId="{7A6A676D-457E-4714-AD37-1510DD254470}" sibTransId="{6ED02C7A-E808-4B5E-BD00-D2671E838505}"/>
    <dgm:cxn modelId="{539D6294-3732-4BD7-8BEF-667A41E42D91}" type="presOf" srcId="{6DFF8635-A8CC-44FF-8CDF-C8C13DB5CDFC}" destId="{4CE0794E-8E2D-44DA-A8A5-FB73DE8806C1}" srcOrd="0" destOrd="0" presId="urn:microsoft.com/office/officeart/2018/2/layout/IconVerticalSolidList"/>
    <dgm:cxn modelId="{2E1A64A3-2FD5-45E8-B3E4-AE2E7783598C}" type="presOf" srcId="{B8EE15DB-FEDA-42E8-B8B2-2768908AFD77}" destId="{C3A1BFF0-1118-4FEA-9C8E-811B32A47ED4}" srcOrd="0" destOrd="0" presId="urn:microsoft.com/office/officeart/2018/2/layout/IconVerticalSolidList"/>
    <dgm:cxn modelId="{6C3D9FCC-14CC-4067-9D93-705C698D9DB4}" type="presOf" srcId="{EE795D62-3892-4261-815E-112E94E4AE7A}" destId="{FEECDE2D-A473-4673-89FE-D0098E17181A}" srcOrd="0" destOrd="0" presId="urn:microsoft.com/office/officeart/2018/2/layout/IconVerticalSolidList"/>
    <dgm:cxn modelId="{E60A42D7-21D6-4D0D-B10E-B3DAE0C18AB3}" type="presOf" srcId="{8D74DBDC-339E-4BE3-99B8-4EBD37146114}" destId="{BC0F7062-1510-46E1-B149-C5B3DBDE9A9E}" srcOrd="0" destOrd="0" presId="urn:microsoft.com/office/officeart/2018/2/layout/IconVerticalSolidList"/>
    <dgm:cxn modelId="{B0F2B4F7-C21E-4491-B3B7-A88A25893944}" type="presParOf" srcId="{3B54D423-ECB9-4F96-9B35-550407CA4AEF}" destId="{5A403C09-C138-4D99-A758-C160D7A2E6BF}" srcOrd="0" destOrd="0" presId="urn:microsoft.com/office/officeart/2018/2/layout/IconVerticalSolidList"/>
    <dgm:cxn modelId="{C70AEB87-B12B-494E-8468-BB2F5AEFBEF4}" type="presParOf" srcId="{5A403C09-C138-4D99-A758-C160D7A2E6BF}" destId="{A51BF66C-38B9-40EC-B036-5919DAE35300}" srcOrd="0" destOrd="0" presId="urn:microsoft.com/office/officeart/2018/2/layout/IconVerticalSolidList"/>
    <dgm:cxn modelId="{01B3062C-028F-48BA-9C18-C8F97632917E}" type="presParOf" srcId="{5A403C09-C138-4D99-A758-C160D7A2E6BF}" destId="{E90DC3B3-56E0-4AEF-9364-AE2CA2A849F2}" srcOrd="1" destOrd="0" presId="urn:microsoft.com/office/officeart/2018/2/layout/IconVerticalSolidList"/>
    <dgm:cxn modelId="{0B9887FF-B888-469B-B4D3-16527649E037}" type="presParOf" srcId="{5A403C09-C138-4D99-A758-C160D7A2E6BF}" destId="{FF6674C7-8ACA-451C-89BC-A1935CEBE350}" srcOrd="2" destOrd="0" presId="urn:microsoft.com/office/officeart/2018/2/layout/IconVerticalSolidList"/>
    <dgm:cxn modelId="{2ADA210E-C067-4189-9A23-F5DC30DB3E64}" type="presParOf" srcId="{5A403C09-C138-4D99-A758-C160D7A2E6BF}" destId="{4CE0794E-8E2D-44DA-A8A5-FB73DE8806C1}" srcOrd="3" destOrd="0" presId="urn:microsoft.com/office/officeart/2018/2/layout/IconVerticalSolidList"/>
    <dgm:cxn modelId="{2A16982F-B1BD-4157-88AB-EF6CCAC34B0B}" type="presParOf" srcId="{3B54D423-ECB9-4F96-9B35-550407CA4AEF}" destId="{99972B2C-2807-48F7-B3E9-A76B0BE6DDC6}" srcOrd="1" destOrd="0" presId="urn:microsoft.com/office/officeart/2018/2/layout/IconVerticalSolidList"/>
    <dgm:cxn modelId="{F2D46E41-BEBD-4375-A14E-DC57B879D50C}" type="presParOf" srcId="{3B54D423-ECB9-4F96-9B35-550407CA4AEF}" destId="{EAA4AAD5-9AE6-4486-8FD1-8522D7C12673}" srcOrd="2" destOrd="0" presId="urn:microsoft.com/office/officeart/2018/2/layout/IconVerticalSolidList"/>
    <dgm:cxn modelId="{AC2304DF-DB02-4702-9645-0AE1163532EC}" type="presParOf" srcId="{EAA4AAD5-9AE6-4486-8FD1-8522D7C12673}" destId="{DBA0201B-3598-4969-A3C4-AC8695A67D72}" srcOrd="0" destOrd="0" presId="urn:microsoft.com/office/officeart/2018/2/layout/IconVerticalSolidList"/>
    <dgm:cxn modelId="{1440EA3C-C188-4BB3-BE74-1B4C9D18806E}" type="presParOf" srcId="{EAA4AAD5-9AE6-4486-8FD1-8522D7C12673}" destId="{4E1C5EFF-D2DA-4504-9B15-D85B3F43CCC2}" srcOrd="1" destOrd="0" presId="urn:microsoft.com/office/officeart/2018/2/layout/IconVerticalSolidList"/>
    <dgm:cxn modelId="{58D37323-483A-495D-9B40-EF9389D4760A}" type="presParOf" srcId="{EAA4AAD5-9AE6-4486-8FD1-8522D7C12673}" destId="{75EFB2A8-BF8D-453F-9567-C0625B9253D5}" srcOrd="2" destOrd="0" presId="urn:microsoft.com/office/officeart/2018/2/layout/IconVerticalSolidList"/>
    <dgm:cxn modelId="{65DBCF5A-0411-4C12-BC8E-059B76990928}" type="presParOf" srcId="{EAA4AAD5-9AE6-4486-8FD1-8522D7C12673}" destId="{FEECDE2D-A473-4673-89FE-D0098E17181A}" srcOrd="3" destOrd="0" presId="urn:microsoft.com/office/officeart/2018/2/layout/IconVerticalSolidList"/>
    <dgm:cxn modelId="{81608745-7F52-499E-9DCD-3018355DEB09}" type="presParOf" srcId="{3B54D423-ECB9-4F96-9B35-550407CA4AEF}" destId="{EFDDAE36-4124-47A6-8552-18E90A546043}" srcOrd="3" destOrd="0" presId="urn:microsoft.com/office/officeart/2018/2/layout/IconVerticalSolidList"/>
    <dgm:cxn modelId="{F0B6F64F-72D6-4BB8-B95B-B29B27FBBFB3}" type="presParOf" srcId="{3B54D423-ECB9-4F96-9B35-550407CA4AEF}" destId="{54AD5C83-3B74-4643-AFFC-1297AEB98E90}" srcOrd="4" destOrd="0" presId="urn:microsoft.com/office/officeart/2018/2/layout/IconVerticalSolidList"/>
    <dgm:cxn modelId="{7CE40BFB-7453-4631-A013-0DDAB6383F3E}" type="presParOf" srcId="{54AD5C83-3B74-4643-AFFC-1297AEB98E90}" destId="{5ECFE774-FEAF-4608-93FF-C83A977B0CD5}" srcOrd="0" destOrd="0" presId="urn:microsoft.com/office/officeart/2018/2/layout/IconVerticalSolidList"/>
    <dgm:cxn modelId="{2FE0E9FA-0780-4FDB-9353-3FEDCE1A33CF}" type="presParOf" srcId="{54AD5C83-3B74-4643-AFFC-1297AEB98E90}" destId="{38683118-576E-40CB-AA7B-E2E354174B14}" srcOrd="1" destOrd="0" presId="urn:microsoft.com/office/officeart/2018/2/layout/IconVerticalSolidList"/>
    <dgm:cxn modelId="{A32F899A-4EEF-4F10-A5B1-F8E5B3D0E9C0}" type="presParOf" srcId="{54AD5C83-3B74-4643-AFFC-1297AEB98E90}" destId="{C4789F7C-AEA2-402E-8276-3911FD1108CB}" srcOrd="2" destOrd="0" presId="urn:microsoft.com/office/officeart/2018/2/layout/IconVerticalSolidList"/>
    <dgm:cxn modelId="{4F03D5F3-8E31-4E1D-B1E3-DC6844A15C19}" type="presParOf" srcId="{54AD5C83-3B74-4643-AFFC-1297AEB98E90}" destId="{C3A1BFF0-1118-4FEA-9C8E-811B32A47ED4}" srcOrd="3" destOrd="0" presId="urn:microsoft.com/office/officeart/2018/2/layout/IconVerticalSolidList"/>
    <dgm:cxn modelId="{2BD5C439-EF4E-4570-8101-124A541F912B}" type="presParOf" srcId="{3B54D423-ECB9-4F96-9B35-550407CA4AEF}" destId="{C710F2D6-1ADC-43BD-BC0C-F657E707BD42}" srcOrd="5" destOrd="0" presId="urn:microsoft.com/office/officeart/2018/2/layout/IconVerticalSolidList"/>
    <dgm:cxn modelId="{3C001019-216A-4359-A0E7-96250B665A40}" type="presParOf" srcId="{3B54D423-ECB9-4F96-9B35-550407CA4AEF}" destId="{890A5381-3A2F-45C2-87AA-6409A8800F98}" srcOrd="6" destOrd="0" presId="urn:microsoft.com/office/officeart/2018/2/layout/IconVerticalSolidList"/>
    <dgm:cxn modelId="{3FA47639-8A76-442A-B822-CDB80A816748}" type="presParOf" srcId="{890A5381-3A2F-45C2-87AA-6409A8800F98}" destId="{3BE63063-FE1D-4CB4-B930-E51791245B46}" srcOrd="0" destOrd="0" presId="urn:microsoft.com/office/officeart/2018/2/layout/IconVerticalSolidList"/>
    <dgm:cxn modelId="{37A7DBDF-50E4-41E6-A3E9-F2B4811AFC83}" type="presParOf" srcId="{890A5381-3A2F-45C2-87AA-6409A8800F98}" destId="{A89C76A3-2020-4BB1-8A37-65AE5E7BE60F}" srcOrd="1" destOrd="0" presId="urn:microsoft.com/office/officeart/2018/2/layout/IconVerticalSolidList"/>
    <dgm:cxn modelId="{7547356B-BD1F-41E3-A1AC-692468924B0B}" type="presParOf" srcId="{890A5381-3A2F-45C2-87AA-6409A8800F98}" destId="{F8404529-9373-4517-86BF-D841044F724A}" srcOrd="2" destOrd="0" presId="urn:microsoft.com/office/officeart/2018/2/layout/IconVerticalSolidList"/>
    <dgm:cxn modelId="{525ADE81-0285-4392-8207-5AA426272556}" type="presParOf" srcId="{890A5381-3A2F-45C2-87AA-6409A8800F98}" destId="{BC0F7062-1510-46E1-B149-C5B3DBDE9A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87C98FE-4A44-44C2-A188-1C1A6439126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26533A2-A04E-4445-9DA8-6B5A90100A0F}">
      <dgm:prSet/>
      <dgm:spPr/>
      <dgm:t>
        <a:bodyPr/>
        <a:lstStyle/>
        <a:p>
          <a:r>
            <a:rPr lang="en-US"/>
            <a:t>Lifecycle rules transition or delete objects automatically.</a:t>
          </a:r>
        </a:p>
      </dgm:t>
    </dgm:pt>
    <dgm:pt modelId="{55C8DA32-E926-4735-AAD1-B4914385C3C5}" type="parTrans" cxnId="{CB65B6CD-13A6-4B2D-89EB-F7EC9ECCB735}">
      <dgm:prSet/>
      <dgm:spPr/>
      <dgm:t>
        <a:bodyPr/>
        <a:lstStyle/>
        <a:p>
          <a:endParaRPr lang="en-US"/>
        </a:p>
      </dgm:t>
    </dgm:pt>
    <dgm:pt modelId="{836B201E-9BAB-40D6-A8B4-6C011DC2B03E}" type="sibTrans" cxnId="{CB65B6CD-13A6-4B2D-89EB-F7EC9ECCB735}">
      <dgm:prSet/>
      <dgm:spPr/>
      <dgm:t>
        <a:bodyPr/>
        <a:lstStyle/>
        <a:p>
          <a:endParaRPr lang="en-US"/>
        </a:p>
      </dgm:t>
    </dgm:pt>
    <dgm:pt modelId="{E7ED95C4-C363-410C-8FD7-A340DDA65E0F}">
      <dgm:prSet/>
      <dgm:spPr/>
      <dgm:t>
        <a:bodyPr/>
        <a:lstStyle/>
        <a:p>
          <a:r>
            <a:rPr lang="en-US"/>
            <a:t>Analyze access patterns to reduce cost.</a:t>
          </a:r>
        </a:p>
      </dgm:t>
    </dgm:pt>
    <dgm:pt modelId="{4740DFC5-28DE-4796-A7F7-C53B4CA5F7EF}" type="parTrans" cxnId="{FF16BBFF-7087-46B6-A243-A1D162570365}">
      <dgm:prSet/>
      <dgm:spPr/>
      <dgm:t>
        <a:bodyPr/>
        <a:lstStyle/>
        <a:p>
          <a:endParaRPr lang="en-US"/>
        </a:p>
      </dgm:t>
    </dgm:pt>
    <dgm:pt modelId="{DC4C4533-7D9B-4456-B992-571926814FC5}" type="sibTrans" cxnId="{FF16BBFF-7087-46B6-A243-A1D162570365}">
      <dgm:prSet/>
      <dgm:spPr/>
      <dgm:t>
        <a:bodyPr/>
        <a:lstStyle/>
        <a:p>
          <a:endParaRPr lang="en-US"/>
        </a:p>
      </dgm:t>
    </dgm:pt>
    <dgm:pt modelId="{842B9CC0-B65C-4158-A682-D0ED2A2E6863}" type="pres">
      <dgm:prSet presAssocID="{487C98FE-4A44-44C2-A188-1C1A64391262}" presName="root" presStyleCnt="0">
        <dgm:presLayoutVars>
          <dgm:dir/>
          <dgm:resizeHandles val="exact"/>
        </dgm:presLayoutVars>
      </dgm:prSet>
      <dgm:spPr/>
    </dgm:pt>
    <dgm:pt modelId="{5E0EF720-7D6B-49E2-BC9D-0D84FB3AA3FB}" type="pres">
      <dgm:prSet presAssocID="{B26533A2-A04E-4445-9DA8-6B5A90100A0F}" presName="compNode" presStyleCnt="0"/>
      <dgm:spPr/>
    </dgm:pt>
    <dgm:pt modelId="{3275F85D-511D-4C45-85AF-DD22293D28A7}" type="pres">
      <dgm:prSet presAssocID="{B26533A2-A04E-4445-9DA8-6B5A90100A0F}" presName="bgRect" presStyleLbl="bgShp" presStyleIdx="0" presStyleCnt="2"/>
      <dgm:spPr/>
    </dgm:pt>
    <dgm:pt modelId="{0CD4CF79-3FAD-4B33-B2B4-0FF8A182FE5E}" type="pres">
      <dgm:prSet presAssocID="{B26533A2-A04E-4445-9DA8-6B5A90100A0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3ABC3D40-8B51-4823-91FE-0F0CDB47429C}" type="pres">
      <dgm:prSet presAssocID="{B26533A2-A04E-4445-9DA8-6B5A90100A0F}" presName="spaceRect" presStyleCnt="0"/>
      <dgm:spPr/>
    </dgm:pt>
    <dgm:pt modelId="{921E433D-DCB3-4F69-AD2F-EDF4AF89623D}" type="pres">
      <dgm:prSet presAssocID="{B26533A2-A04E-4445-9DA8-6B5A90100A0F}" presName="parTx" presStyleLbl="revTx" presStyleIdx="0" presStyleCnt="2">
        <dgm:presLayoutVars>
          <dgm:chMax val="0"/>
          <dgm:chPref val="0"/>
        </dgm:presLayoutVars>
      </dgm:prSet>
      <dgm:spPr/>
    </dgm:pt>
    <dgm:pt modelId="{32A3B788-6DFD-44DE-B381-9F02D7DF860D}" type="pres">
      <dgm:prSet presAssocID="{836B201E-9BAB-40D6-A8B4-6C011DC2B03E}" presName="sibTrans" presStyleCnt="0"/>
      <dgm:spPr/>
    </dgm:pt>
    <dgm:pt modelId="{1250C0CC-7D86-42C4-9A60-3F9020E5486B}" type="pres">
      <dgm:prSet presAssocID="{E7ED95C4-C363-410C-8FD7-A340DDA65E0F}" presName="compNode" presStyleCnt="0"/>
      <dgm:spPr/>
    </dgm:pt>
    <dgm:pt modelId="{F309448E-84C9-4031-8F2D-DCEB0F8525DC}" type="pres">
      <dgm:prSet presAssocID="{E7ED95C4-C363-410C-8FD7-A340DDA65E0F}" presName="bgRect" presStyleLbl="bgShp" presStyleIdx="1" presStyleCnt="2"/>
      <dgm:spPr/>
    </dgm:pt>
    <dgm:pt modelId="{690A550F-AE98-4668-8964-B5B2A842BDD1}" type="pres">
      <dgm:prSet presAssocID="{E7ED95C4-C363-410C-8FD7-A340DDA65E0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77537E9E-72F2-4C8E-AA0C-405F511040D3}" type="pres">
      <dgm:prSet presAssocID="{E7ED95C4-C363-410C-8FD7-A340DDA65E0F}" presName="spaceRect" presStyleCnt="0"/>
      <dgm:spPr/>
    </dgm:pt>
    <dgm:pt modelId="{658F61FD-51B2-44D6-BFD9-325BC0CB2CFA}" type="pres">
      <dgm:prSet presAssocID="{E7ED95C4-C363-410C-8FD7-A340DDA65E0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0551C66-60C2-4647-B697-41E312E2F775}" type="presOf" srcId="{E7ED95C4-C363-410C-8FD7-A340DDA65E0F}" destId="{658F61FD-51B2-44D6-BFD9-325BC0CB2CFA}" srcOrd="0" destOrd="0" presId="urn:microsoft.com/office/officeart/2018/2/layout/IconVerticalSolidList"/>
    <dgm:cxn modelId="{2214FC9B-B37C-4EB7-90B9-7870389476C1}" type="presOf" srcId="{B26533A2-A04E-4445-9DA8-6B5A90100A0F}" destId="{921E433D-DCB3-4F69-AD2F-EDF4AF89623D}" srcOrd="0" destOrd="0" presId="urn:microsoft.com/office/officeart/2018/2/layout/IconVerticalSolidList"/>
    <dgm:cxn modelId="{A2B1F1AE-4A4B-4BF2-84F4-3D9ADD63B92B}" type="presOf" srcId="{487C98FE-4A44-44C2-A188-1C1A64391262}" destId="{842B9CC0-B65C-4158-A682-D0ED2A2E6863}" srcOrd="0" destOrd="0" presId="urn:microsoft.com/office/officeart/2018/2/layout/IconVerticalSolidList"/>
    <dgm:cxn modelId="{CB65B6CD-13A6-4B2D-89EB-F7EC9ECCB735}" srcId="{487C98FE-4A44-44C2-A188-1C1A64391262}" destId="{B26533A2-A04E-4445-9DA8-6B5A90100A0F}" srcOrd="0" destOrd="0" parTransId="{55C8DA32-E926-4735-AAD1-B4914385C3C5}" sibTransId="{836B201E-9BAB-40D6-A8B4-6C011DC2B03E}"/>
    <dgm:cxn modelId="{FF16BBFF-7087-46B6-A243-A1D162570365}" srcId="{487C98FE-4A44-44C2-A188-1C1A64391262}" destId="{E7ED95C4-C363-410C-8FD7-A340DDA65E0F}" srcOrd="1" destOrd="0" parTransId="{4740DFC5-28DE-4796-A7F7-C53B4CA5F7EF}" sibTransId="{DC4C4533-7D9B-4456-B992-571926814FC5}"/>
    <dgm:cxn modelId="{913F0A79-33D3-46E7-A2C5-3AA486C9BE71}" type="presParOf" srcId="{842B9CC0-B65C-4158-A682-D0ED2A2E6863}" destId="{5E0EF720-7D6B-49E2-BC9D-0D84FB3AA3FB}" srcOrd="0" destOrd="0" presId="urn:microsoft.com/office/officeart/2018/2/layout/IconVerticalSolidList"/>
    <dgm:cxn modelId="{537156D9-3559-4B51-B69F-D066BBF52FEC}" type="presParOf" srcId="{5E0EF720-7D6B-49E2-BC9D-0D84FB3AA3FB}" destId="{3275F85D-511D-4C45-85AF-DD22293D28A7}" srcOrd="0" destOrd="0" presId="urn:microsoft.com/office/officeart/2018/2/layout/IconVerticalSolidList"/>
    <dgm:cxn modelId="{E1A01AF7-AD30-4A79-8D4C-2E865858C649}" type="presParOf" srcId="{5E0EF720-7D6B-49E2-BC9D-0D84FB3AA3FB}" destId="{0CD4CF79-3FAD-4B33-B2B4-0FF8A182FE5E}" srcOrd="1" destOrd="0" presId="urn:microsoft.com/office/officeart/2018/2/layout/IconVerticalSolidList"/>
    <dgm:cxn modelId="{107FB2BC-AE84-4ECB-95C1-6386AB0C22D8}" type="presParOf" srcId="{5E0EF720-7D6B-49E2-BC9D-0D84FB3AA3FB}" destId="{3ABC3D40-8B51-4823-91FE-0F0CDB47429C}" srcOrd="2" destOrd="0" presId="urn:microsoft.com/office/officeart/2018/2/layout/IconVerticalSolidList"/>
    <dgm:cxn modelId="{C8E2398D-2524-4F44-962D-CA78A4C78133}" type="presParOf" srcId="{5E0EF720-7D6B-49E2-BC9D-0D84FB3AA3FB}" destId="{921E433D-DCB3-4F69-AD2F-EDF4AF89623D}" srcOrd="3" destOrd="0" presId="urn:microsoft.com/office/officeart/2018/2/layout/IconVerticalSolidList"/>
    <dgm:cxn modelId="{2EF0282F-0E02-4212-84EE-26F78544328C}" type="presParOf" srcId="{842B9CC0-B65C-4158-A682-D0ED2A2E6863}" destId="{32A3B788-6DFD-44DE-B381-9F02D7DF860D}" srcOrd="1" destOrd="0" presId="urn:microsoft.com/office/officeart/2018/2/layout/IconVerticalSolidList"/>
    <dgm:cxn modelId="{5C63A644-4C2E-4E94-8BB2-AA47A1727DF3}" type="presParOf" srcId="{842B9CC0-B65C-4158-A682-D0ED2A2E6863}" destId="{1250C0CC-7D86-42C4-9A60-3F9020E5486B}" srcOrd="2" destOrd="0" presId="urn:microsoft.com/office/officeart/2018/2/layout/IconVerticalSolidList"/>
    <dgm:cxn modelId="{AD542BED-B66C-4DD9-A5E9-D2D6AF2EB655}" type="presParOf" srcId="{1250C0CC-7D86-42C4-9A60-3F9020E5486B}" destId="{F309448E-84C9-4031-8F2D-DCEB0F8525DC}" srcOrd="0" destOrd="0" presId="urn:microsoft.com/office/officeart/2018/2/layout/IconVerticalSolidList"/>
    <dgm:cxn modelId="{BE0AF546-7AC8-4408-A7C5-A3C405588CA5}" type="presParOf" srcId="{1250C0CC-7D86-42C4-9A60-3F9020E5486B}" destId="{690A550F-AE98-4668-8964-B5B2A842BDD1}" srcOrd="1" destOrd="0" presId="urn:microsoft.com/office/officeart/2018/2/layout/IconVerticalSolidList"/>
    <dgm:cxn modelId="{F0A47EAC-090E-49AC-A63C-9F8AC09F00DB}" type="presParOf" srcId="{1250C0CC-7D86-42C4-9A60-3F9020E5486B}" destId="{77537E9E-72F2-4C8E-AA0C-405F511040D3}" srcOrd="2" destOrd="0" presId="urn:microsoft.com/office/officeart/2018/2/layout/IconVerticalSolidList"/>
    <dgm:cxn modelId="{41091C98-F684-46B5-A6E6-98BC2AC51888}" type="presParOf" srcId="{1250C0CC-7D86-42C4-9A60-3F9020E5486B}" destId="{658F61FD-51B2-44D6-BFD9-325BC0CB2C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5005095-336B-4095-A6CC-49EDF076085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F89B8F8-BA6A-409F-A789-893405DDA0CB}">
      <dgm:prSet/>
      <dgm:spPr/>
      <dgm:t>
        <a:bodyPr/>
        <a:lstStyle/>
        <a:p>
          <a:pPr>
            <a:defRPr cap="all"/>
          </a:pPr>
          <a:r>
            <a:rPr lang="en-US"/>
            <a:t>Table buckets store tabular data (Apache Iceberg).</a:t>
          </a:r>
        </a:p>
      </dgm:t>
    </dgm:pt>
    <dgm:pt modelId="{3D62C8C1-289E-4BB5-9A97-E4319CCC7EF1}" type="parTrans" cxnId="{593F8655-FC6F-4143-9F51-8BDB0FC63E9C}">
      <dgm:prSet/>
      <dgm:spPr/>
      <dgm:t>
        <a:bodyPr/>
        <a:lstStyle/>
        <a:p>
          <a:endParaRPr lang="en-US"/>
        </a:p>
      </dgm:t>
    </dgm:pt>
    <dgm:pt modelId="{DD9FF28F-32AB-4C1B-9C23-394EB2CC5667}" type="sibTrans" cxnId="{593F8655-FC6F-4143-9F51-8BDB0FC63E9C}">
      <dgm:prSet/>
      <dgm:spPr/>
      <dgm:t>
        <a:bodyPr/>
        <a:lstStyle/>
        <a:p>
          <a:endParaRPr lang="en-US"/>
        </a:p>
      </dgm:t>
    </dgm:pt>
    <dgm:pt modelId="{D317E2A7-BB14-431C-8869-0E37DC32D3AB}">
      <dgm:prSet/>
      <dgm:spPr/>
      <dgm:t>
        <a:bodyPr/>
        <a:lstStyle/>
        <a:p>
          <a:pPr>
            <a:defRPr cap="all"/>
          </a:pPr>
          <a:r>
            <a:rPr lang="en-US"/>
            <a:t>Vector buckets store/query embeddings for ML/AI.</a:t>
          </a:r>
        </a:p>
      </dgm:t>
    </dgm:pt>
    <dgm:pt modelId="{E6F8A221-965C-440E-AE06-3CECE9A5E44B}" type="parTrans" cxnId="{86E1D13B-08D9-4A0D-A310-52E21490E44B}">
      <dgm:prSet/>
      <dgm:spPr/>
      <dgm:t>
        <a:bodyPr/>
        <a:lstStyle/>
        <a:p>
          <a:endParaRPr lang="en-US"/>
        </a:p>
      </dgm:t>
    </dgm:pt>
    <dgm:pt modelId="{9B057218-EDE6-48D3-B053-00A49FA27779}" type="sibTrans" cxnId="{86E1D13B-08D9-4A0D-A310-52E21490E44B}">
      <dgm:prSet/>
      <dgm:spPr/>
      <dgm:t>
        <a:bodyPr/>
        <a:lstStyle/>
        <a:p>
          <a:endParaRPr lang="en-US"/>
        </a:p>
      </dgm:t>
    </dgm:pt>
    <dgm:pt modelId="{D4A135F2-6ACA-4AD7-9C19-2CFFD32A604D}" type="pres">
      <dgm:prSet presAssocID="{65005095-336B-4095-A6CC-49EDF0760852}" presName="root" presStyleCnt="0">
        <dgm:presLayoutVars>
          <dgm:dir/>
          <dgm:resizeHandles val="exact"/>
        </dgm:presLayoutVars>
      </dgm:prSet>
      <dgm:spPr/>
    </dgm:pt>
    <dgm:pt modelId="{40463FC7-0B52-4188-B09D-99F2C545455C}" type="pres">
      <dgm:prSet presAssocID="{3F89B8F8-BA6A-409F-A789-893405DDA0CB}" presName="compNode" presStyleCnt="0"/>
      <dgm:spPr/>
    </dgm:pt>
    <dgm:pt modelId="{80CAB047-8F16-4E5A-9CA2-FD9565298741}" type="pres">
      <dgm:prSet presAssocID="{3F89B8F8-BA6A-409F-A789-893405DDA0CB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BA222402-E5CE-4409-BF3A-C94596A07E95}" type="pres">
      <dgm:prSet presAssocID="{3F89B8F8-BA6A-409F-A789-893405DDA0C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BE61F7C-8664-4875-8426-4362701B6BE0}" type="pres">
      <dgm:prSet presAssocID="{3F89B8F8-BA6A-409F-A789-893405DDA0CB}" presName="spaceRect" presStyleCnt="0"/>
      <dgm:spPr/>
    </dgm:pt>
    <dgm:pt modelId="{66324EA3-8BFA-487E-AB13-B54A48CD990E}" type="pres">
      <dgm:prSet presAssocID="{3F89B8F8-BA6A-409F-A789-893405DDA0CB}" presName="textRect" presStyleLbl="revTx" presStyleIdx="0" presStyleCnt="2">
        <dgm:presLayoutVars>
          <dgm:chMax val="1"/>
          <dgm:chPref val="1"/>
        </dgm:presLayoutVars>
      </dgm:prSet>
      <dgm:spPr/>
    </dgm:pt>
    <dgm:pt modelId="{AF7572BD-1FDB-48F3-AF1B-153D6C9247B6}" type="pres">
      <dgm:prSet presAssocID="{DD9FF28F-32AB-4C1B-9C23-394EB2CC5667}" presName="sibTrans" presStyleCnt="0"/>
      <dgm:spPr/>
    </dgm:pt>
    <dgm:pt modelId="{F551451B-FC07-45A9-B5A4-6C2F35016D08}" type="pres">
      <dgm:prSet presAssocID="{D317E2A7-BB14-431C-8869-0E37DC32D3AB}" presName="compNode" presStyleCnt="0"/>
      <dgm:spPr/>
    </dgm:pt>
    <dgm:pt modelId="{0A9866E0-3B42-4992-805C-6D1B9E6C49F8}" type="pres">
      <dgm:prSet presAssocID="{D317E2A7-BB14-431C-8869-0E37DC32D3AB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18334F93-DB07-4816-9405-C95CC9777962}" type="pres">
      <dgm:prSet presAssocID="{D317E2A7-BB14-431C-8869-0E37DC32D3A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9D1D86B9-A241-415F-A56C-125443331215}" type="pres">
      <dgm:prSet presAssocID="{D317E2A7-BB14-431C-8869-0E37DC32D3AB}" presName="spaceRect" presStyleCnt="0"/>
      <dgm:spPr/>
    </dgm:pt>
    <dgm:pt modelId="{770EA4BF-4485-4983-B0D7-78662CC40410}" type="pres">
      <dgm:prSet presAssocID="{D317E2A7-BB14-431C-8869-0E37DC32D3A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37F070A-3477-4B7F-A002-7D3D80E688F0}" type="presOf" srcId="{D317E2A7-BB14-431C-8869-0E37DC32D3AB}" destId="{770EA4BF-4485-4983-B0D7-78662CC40410}" srcOrd="0" destOrd="0" presId="urn:microsoft.com/office/officeart/2018/5/layout/IconLeafLabelList"/>
    <dgm:cxn modelId="{86E1D13B-08D9-4A0D-A310-52E21490E44B}" srcId="{65005095-336B-4095-A6CC-49EDF0760852}" destId="{D317E2A7-BB14-431C-8869-0E37DC32D3AB}" srcOrd="1" destOrd="0" parTransId="{E6F8A221-965C-440E-AE06-3CECE9A5E44B}" sibTransId="{9B057218-EDE6-48D3-B053-00A49FA27779}"/>
    <dgm:cxn modelId="{348F0870-E7A5-4638-80E6-7885376A536C}" type="presOf" srcId="{3F89B8F8-BA6A-409F-A789-893405DDA0CB}" destId="{66324EA3-8BFA-487E-AB13-B54A48CD990E}" srcOrd="0" destOrd="0" presId="urn:microsoft.com/office/officeart/2018/5/layout/IconLeafLabelList"/>
    <dgm:cxn modelId="{BCF5B673-A8E4-46B5-8698-EA92AE165D72}" type="presOf" srcId="{65005095-336B-4095-A6CC-49EDF0760852}" destId="{D4A135F2-6ACA-4AD7-9C19-2CFFD32A604D}" srcOrd="0" destOrd="0" presId="urn:microsoft.com/office/officeart/2018/5/layout/IconLeafLabelList"/>
    <dgm:cxn modelId="{593F8655-FC6F-4143-9F51-8BDB0FC63E9C}" srcId="{65005095-336B-4095-A6CC-49EDF0760852}" destId="{3F89B8F8-BA6A-409F-A789-893405DDA0CB}" srcOrd="0" destOrd="0" parTransId="{3D62C8C1-289E-4BB5-9A97-E4319CCC7EF1}" sibTransId="{DD9FF28F-32AB-4C1B-9C23-394EB2CC5667}"/>
    <dgm:cxn modelId="{32A86397-F573-4FD7-BC73-3FF4AD06CF67}" type="presParOf" srcId="{D4A135F2-6ACA-4AD7-9C19-2CFFD32A604D}" destId="{40463FC7-0B52-4188-B09D-99F2C545455C}" srcOrd="0" destOrd="0" presId="urn:microsoft.com/office/officeart/2018/5/layout/IconLeafLabelList"/>
    <dgm:cxn modelId="{EBAFAE98-546D-4BFD-91A1-7B01774FE497}" type="presParOf" srcId="{40463FC7-0B52-4188-B09D-99F2C545455C}" destId="{80CAB047-8F16-4E5A-9CA2-FD9565298741}" srcOrd="0" destOrd="0" presId="urn:microsoft.com/office/officeart/2018/5/layout/IconLeafLabelList"/>
    <dgm:cxn modelId="{7BBAF2B6-0305-4A19-A333-17BD5727F4DD}" type="presParOf" srcId="{40463FC7-0B52-4188-B09D-99F2C545455C}" destId="{BA222402-E5CE-4409-BF3A-C94596A07E95}" srcOrd="1" destOrd="0" presId="urn:microsoft.com/office/officeart/2018/5/layout/IconLeafLabelList"/>
    <dgm:cxn modelId="{D22307CA-135F-4EE7-ADFE-9DE3AE1C9890}" type="presParOf" srcId="{40463FC7-0B52-4188-B09D-99F2C545455C}" destId="{4BE61F7C-8664-4875-8426-4362701B6BE0}" srcOrd="2" destOrd="0" presId="urn:microsoft.com/office/officeart/2018/5/layout/IconLeafLabelList"/>
    <dgm:cxn modelId="{D636BF59-E9A9-4BAE-8589-4BD866A65483}" type="presParOf" srcId="{40463FC7-0B52-4188-B09D-99F2C545455C}" destId="{66324EA3-8BFA-487E-AB13-B54A48CD990E}" srcOrd="3" destOrd="0" presId="urn:microsoft.com/office/officeart/2018/5/layout/IconLeafLabelList"/>
    <dgm:cxn modelId="{C90FF73A-FCD2-46FC-8F31-6E95BFF728B7}" type="presParOf" srcId="{D4A135F2-6ACA-4AD7-9C19-2CFFD32A604D}" destId="{AF7572BD-1FDB-48F3-AF1B-153D6C9247B6}" srcOrd="1" destOrd="0" presId="urn:microsoft.com/office/officeart/2018/5/layout/IconLeafLabelList"/>
    <dgm:cxn modelId="{14B92633-F4E1-4569-9049-A31215213A2F}" type="presParOf" srcId="{D4A135F2-6ACA-4AD7-9C19-2CFFD32A604D}" destId="{F551451B-FC07-45A9-B5A4-6C2F35016D08}" srcOrd="2" destOrd="0" presId="urn:microsoft.com/office/officeart/2018/5/layout/IconLeafLabelList"/>
    <dgm:cxn modelId="{B30788A4-2579-4EE2-958D-85CADEBE76A3}" type="presParOf" srcId="{F551451B-FC07-45A9-B5A4-6C2F35016D08}" destId="{0A9866E0-3B42-4992-805C-6D1B9E6C49F8}" srcOrd="0" destOrd="0" presId="urn:microsoft.com/office/officeart/2018/5/layout/IconLeafLabelList"/>
    <dgm:cxn modelId="{867E3406-8282-45BF-B2EF-0BE60A045CC4}" type="presParOf" srcId="{F551451B-FC07-45A9-B5A4-6C2F35016D08}" destId="{18334F93-DB07-4816-9405-C95CC9777962}" srcOrd="1" destOrd="0" presId="urn:microsoft.com/office/officeart/2018/5/layout/IconLeafLabelList"/>
    <dgm:cxn modelId="{48482CC0-918D-4B0C-9C7B-33B668170A2E}" type="presParOf" srcId="{F551451B-FC07-45A9-B5A4-6C2F35016D08}" destId="{9D1D86B9-A241-415F-A56C-125443331215}" srcOrd="2" destOrd="0" presId="urn:microsoft.com/office/officeart/2018/5/layout/IconLeafLabelList"/>
    <dgm:cxn modelId="{9899D39D-146D-42D7-89B8-CCCA3989BA3F}" type="presParOf" srcId="{F551451B-FC07-45A9-B5A4-6C2F35016D08}" destId="{770EA4BF-4485-4983-B0D7-78662CC4041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2FE3487-5602-41FF-8174-832EBA9CFB2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0B0E3A2-63FB-48F7-B443-651CEE338CAC}">
      <dgm:prSet/>
      <dgm:spPr/>
      <dgm:t>
        <a:bodyPr/>
        <a:lstStyle/>
        <a:p>
          <a:r>
            <a:rPr lang="en-US"/>
            <a:t>Versioning, replication, encryption, and logging support compliance.</a:t>
          </a:r>
        </a:p>
      </dgm:t>
    </dgm:pt>
    <dgm:pt modelId="{4227C639-C982-40E0-9A0C-9AAC6ECD8576}" type="parTrans" cxnId="{4A4931D8-5DE6-4296-A086-2127F8C1A297}">
      <dgm:prSet/>
      <dgm:spPr/>
      <dgm:t>
        <a:bodyPr/>
        <a:lstStyle/>
        <a:p>
          <a:endParaRPr lang="en-US"/>
        </a:p>
      </dgm:t>
    </dgm:pt>
    <dgm:pt modelId="{672D3DC7-D272-4702-9F25-E43B0894D2FF}" type="sibTrans" cxnId="{4A4931D8-5DE6-4296-A086-2127F8C1A297}">
      <dgm:prSet/>
      <dgm:spPr/>
      <dgm:t>
        <a:bodyPr/>
        <a:lstStyle/>
        <a:p>
          <a:endParaRPr lang="en-US"/>
        </a:p>
      </dgm:t>
    </dgm:pt>
    <dgm:pt modelId="{24DBFB1E-327C-4A62-9514-4ED43412875E}">
      <dgm:prSet/>
      <dgm:spPr/>
      <dgm:t>
        <a:bodyPr/>
        <a:lstStyle/>
        <a:p>
          <a:r>
            <a:rPr lang="en-US"/>
            <a:t>Regional choice ensures data residency.</a:t>
          </a:r>
        </a:p>
      </dgm:t>
    </dgm:pt>
    <dgm:pt modelId="{0D9D281E-E82E-4780-99BE-A04B5E9548AD}" type="parTrans" cxnId="{33DF1BD5-01CE-4A35-8A9A-F335CCBF8C79}">
      <dgm:prSet/>
      <dgm:spPr/>
      <dgm:t>
        <a:bodyPr/>
        <a:lstStyle/>
        <a:p>
          <a:endParaRPr lang="en-US"/>
        </a:p>
      </dgm:t>
    </dgm:pt>
    <dgm:pt modelId="{3A857643-F4C5-4F78-8F4B-DA0849509A1A}" type="sibTrans" cxnId="{33DF1BD5-01CE-4A35-8A9A-F335CCBF8C79}">
      <dgm:prSet/>
      <dgm:spPr/>
      <dgm:t>
        <a:bodyPr/>
        <a:lstStyle/>
        <a:p>
          <a:endParaRPr lang="en-US"/>
        </a:p>
      </dgm:t>
    </dgm:pt>
    <dgm:pt modelId="{71EE46A1-983D-431B-BBBF-A39A8C614F54}" type="pres">
      <dgm:prSet presAssocID="{72FE3487-5602-41FF-8174-832EBA9CFB2A}" presName="linear" presStyleCnt="0">
        <dgm:presLayoutVars>
          <dgm:animLvl val="lvl"/>
          <dgm:resizeHandles val="exact"/>
        </dgm:presLayoutVars>
      </dgm:prSet>
      <dgm:spPr/>
    </dgm:pt>
    <dgm:pt modelId="{F07AD4FF-FE3B-4E59-A8BF-EB355CA536D0}" type="pres">
      <dgm:prSet presAssocID="{40B0E3A2-63FB-48F7-B443-651CEE338CA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4A10254-B01D-4F9A-B0A5-7D1A867A58E2}" type="pres">
      <dgm:prSet presAssocID="{672D3DC7-D272-4702-9F25-E43B0894D2FF}" presName="spacer" presStyleCnt="0"/>
      <dgm:spPr/>
    </dgm:pt>
    <dgm:pt modelId="{E7549630-E5E4-49D8-83DB-99E0EC659201}" type="pres">
      <dgm:prSet presAssocID="{24DBFB1E-327C-4A62-9514-4ED43412875E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A4A822C-00EC-4717-BB88-EDFE43BE4801}" type="presOf" srcId="{40B0E3A2-63FB-48F7-B443-651CEE338CAC}" destId="{F07AD4FF-FE3B-4E59-A8BF-EB355CA536D0}" srcOrd="0" destOrd="0" presId="urn:microsoft.com/office/officeart/2005/8/layout/vList2"/>
    <dgm:cxn modelId="{F650BF6A-5F3B-4D68-AABD-93E7E5FA8F79}" type="presOf" srcId="{72FE3487-5602-41FF-8174-832EBA9CFB2A}" destId="{71EE46A1-983D-431B-BBBF-A39A8C614F54}" srcOrd="0" destOrd="0" presId="urn:microsoft.com/office/officeart/2005/8/layout/vList2"/>
    <dgm:cxn modelId="{38562DCB-6972-4EC1-AB12-0D13203662AD}" type="presOf" srcId="{24DBFB1E-327C-4A62-9514-4ED43412875E}" destId="{E7549630-E5E4-49D8-83DB-99E0EC659201}" srcOrd="0" destOrd="0" presId="urn:microsoft.com/office/officeart/2005/8/layout/vList2"/>
    <dgm:cxn modelId="{33DF1BD5-01CE-4A35-8A9A-F335CCBF8C79}" srcId="{72FE3487-5602-41FF-8174-832EBA9CFB2A}" destId="{24DBFB1E-327C-4A62-9514-4ED43412875E}" srcOrd="1" destOrd="0" parTransId="{0D9D281E-E82E-4780-99BE-A04B5E9548AD}" sibTransId="{3A857643-F4C5-4F78-8F4B-DA0849509A1A}"/>
    <dgm:cxn modelId="{4A4931D8-5DE6-4296-A086-2127F8C1A297}" srcId="{72FE3487-5602-41FF-8174-832EBA9CFB2A}" destId="{40B0E3A2-63FB-48F7-B443-651CEE338CAC}" srcOrd="0" destOrd="0" parTransId="{4227C639-C982-40E0-9A0C-9AAC6ECD8576}" sibTransId="{672D3DC7-D272-4702-9F25-E43B0894D2FF}"/>
    <dgm:cxn modelId="{899A05F3-9D56-4096-8675-F1BC6FD65DC3}" type="presParOf" srcId="{71EE46A1-983D-431B-BBBF-A39A8C614F54}" destId="{F07AD4FF-FE3B-4E59-A8BF-EB355CA536D0}" srcOrd="0" destOrd="0" presId="urn:microsoft.com/office/officeart/2005/8/layout/vList2"/>
    <dgm:cxn modelId="{C7B9D0F2-24AD-48AB-B8DF-34DF3EE21457}" type="presParOf" srcId="{71EE46A1-983D-431B-BBBF-A39A8C614F54}" destId="{74A10254-B01D-4F9A-B0A5-7D1A867A58E2}" srcOrd="1" destOrd="0" presId="urn:microsoft.com/office/officeart/2005/8/layout/vList2"/>
    <dgm:cxn modelId="{EF771D4A-0ECD-4B1B-95F4-8F243FEEF99E}" type="presParOf" srcId="{71EE46A1-983D-431B-BBBF-A39A8C614F54}" destId="{E7549630-E5E4-49D8-83DB-99E0EC65920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8270FEC-7310-4B03-8B6F-CF97D96AF91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6FDCE40-8379-4994-866D-3660ED05D2BB}">
      <dgm:prSet/>
      <dgm:spPr/>
      <dgm:t>
        <a:bodyPr/>
        <a:lstStyle/>
        <a:p>
          <a:r>
            <a:rPr lang="en-US"/>
            <a:t>Data lakes</a:t>
          </a:r>
        </a:p>
      </dgm:t>
    </dgm:pt>
    <dgm:pt modelId="{FE52A127-999A-4FFE-8416-7F80C75B0227}" type="parTrans" cxnId="{3254D24E-E86C-4890-B9AA-C0E30875A89B}">
      <dgm:prSet/>
      <dgm:spPr/>
      <dgm:t>
        <a:bodyPr/>
        <a:lstStyle/>
        <a:p>
          <a:endParaRPr lang="en-US"/>
        </a:p>
      </dgm:t>
    </dgm:pt>
    <dgm:pt modelId="{E130C7C7-3C25-4F3B-8CDF-298632D4AE8C}" type="sibTrans" cxnId="{3254D24E-E86C-4890-B9AA-C0E30875A89B}">
      <dgm:prSet/>
      <dgm:spPr/>
      <dgm:t>
        <a:bodyPr/>
        <a:lstStyle/>
        <a:p>
          <a:endParaRPr lang="en-US"/>
        </a:p>
      </dgm:t>
    </dgm:pt>
    <dgm:pt modelId="{19B77850-BD6B-449F-B079-AF3B9FED2706}">
      <dgm:prSet/>
      <dgm:spPr/>
      <dgm:t>
        <a:bodyPr/>
        <a:lstStyle/>
        <a:p>
          <a:r>
            <a:rPr lang="en-US"/>
            <a:t>Backups</a:t>
          </a:r>
        </a:p>
      </dgm:t>
    </dgm:pt>
    <dgm:pt modelId="{C90E1B95-06DC-459B-A656-A90CC2054DFF}" type="parTrans" cxnId="{183C2B0D-A72E-461A-9D9E-C8848FC0EF2E}">
      <dgm:prSet/>
      <dgm:spPr/>
      <dgm:t>
        <a:bodyPr/>
        <a:lstStyle/>
        <a:p>
          <a:endParaRPr lang="en-US"/>
        </a:p>
      </dgm:t>
    </dgm:pt>
    <dgm:pt modelId="{BAC2266C-3748-46A4-A38C-E75A3A8C2149}" type="sibTrans" cxnId="{183C2B0D-A72E-461A-9D9E-C8848FC0EF2E}">
      <dgm:prSet/>
      <dgm:spPr/>
      <dgm:t>
        <a:bodyPr/>
        <a:lstStyle/>
        <a:p>
          <a:endParaRPr lang="en-US"/>
        </a:p>
      </dgm:t>
    </dgm:pt>
    <dgm:pt modelId="{B5606D6C-6FB3-4942-87BA-283F1E413806}">
      <dgm:prSet/>
      <dgm:spPr/>
      <dgm:t>
        <a:bodyPr/>
        <a:lstStyle/>
        <a:p>
          <a:r>
            <a:rPr lang="en-US"/>
            <a:t>Archives</a:t>
          </a:r>
        </a:p>
      </dgm:t>
    </dgm:pt>
    <dgm:pt modelId="{02C10041-0D7E-4FA2-943E-B92762EEBFB7}" type="parTrans" cxnId="{BDB59ACD-C577-465D-A69C-A4730FF80B45}">
      <dgm:prSet/>
      <dgm:spPr/>
      <dgm:t>
        <a:bodyPr/>
        <a:lstStyle/>
        <a:p>
          <a:endParaRPr lang="en-US"/>
        </a:p>
      </dgm:t>
    </dgm:pt>
    <dgm:pt modelId="{3B2775FB-EC92-4C9D-8808-698B150CCAB1}" type="sibTrans" cxnId="{BDB59ACD-C577-465D-A69C-A4730FF80B45}">
      <dgm:prSet/>
      <dgm:spPr/>
      <dgm:t>
        <a:bodyPr/>
        <a:lstStyle/>
        <a:p>
          <a:endParaRPr lang="en-US"/>
        </a:p>
      </dgm:t>
    </dgm:pt>
    <dgm:pt modelId="{F7981C1C-E174-409D-B371-E84F67877275}">
      <dgm:prSet/>
      <dgm:spPr/>
      <dgm:t>
        <a:bodyPr/>
        <a:lstStyle/>
        <a:p>
          <a:r>
            <a:rPr lang="en-US"/>
            <a:t>Ebsites</a:t>
          </a:r>
        </a:p>
      </dgm:t>
    </dgm:pt>
    <dgm:pt modelId="{DCC1B472-7796-4436-9FF2-8F946464DCCA}" type="parTrans" cxnId="{CA1A5DC6-874F-4935-82EA-B36F1CE160F5}">
      <dgm:prSet/>
      <dgm:spPr/>
      <dgm:t>
        <a:bodyPr/>
        <a:lstStyle/>
        <a:p>
          <a:endParaRPr lang="en-US"/>
        </a:p>
      </dgm:t>
    </dgm:pt>
    <dgm:pt modelId="{306B6A37-0A62-4581-B119-B8C1DEDB4DCD}" type="sibTrans" cxnId="{CA1A5DC6-874F-4935-82EA-B36F1CE160F5}">
      <dgm:prSet/>
      <dgm:spPr/>
      <dgm:t>
        <a:bodyPr/>
        <a:lstStyle/>
        <a:p>
          <a:endParaRPr lang="en-US"/>
        </a:p>
      </dgm:t>
    </dgm:pt>
    <dgm:pt modelId="{0ED34EA4-5343-408A-8B1E-832CBBAF8455}">
      <dgm:prSet/>
      <dgm:spPr/>
      <dgm:t>
        <a:bodyPr/>
        <a:lstStyle/>
        <a:p>
          <a:r>
            <a:rPr lang="en-US"/>
            <a:t>ML vector storage</a:t>
          </a:r>
        </a:p>
      </dgm:t>
    </dgm:pt>
    <dgm:pt modelId="{1AA3C33C-F009-412F-86E9-39ABFDEAB8D1}" type="parTrans" cxnId="{430FAF82-D034-4440-A34F-CE876C4F472D}">
      <dgm:prSet/>
      <dgm:spPr/>
      <dgm:t>
        <a:bodyPr/>
        <a:lstStyle/>
        <a:p>
          <a:endParaRPr lang="en-US"/>
        </a:p>
      </dgm:t>
    </dgm:pt>
    <dgm:pt modelId="{BE61673D-CE9E-4710-9CE1-F8EFAE04F200}" type="sibTrans" cxnId="{430FAF82-D034-4440-A34F-CE876C4F472D}">
      <dgm:prSet/>
      <dgm:spPr/>
      <dgm:t>
        <a:bodyPr/>
        <a:lstStyle/>
        <a:p>
          <a:endParaRPr lang="en-US"/>
        </a:p>
      </dgm:t>
    </dgm:pt>
    <dgm:pt modelId="{DF9FF716-3208-4A48-BBE3-0F5ED7BC3690}">
      <dgm:prSet/>
      <dgm:spPr/>
      <dgm:t>
        <a:bodyPr/>
        <a:lstStyle/>
        <a:p>
          <a:r>
            <a:rPr lang="en-US"/>
            <a:t>global uploads.</a:t>
          </a:r>
        </a:p>
      </dgm:t>
    </dgm:pt>
    <dgm:pt modelId="{26DC6FE0-D092-44F5-BD76-B045F583C751}" type="parTrans" cxnId="{C40B3C47-B00E-4F94-AECB-16DA095B4BBF}">
      <dgm:prSet/>
      <dgm:spPr/>
      <dgm:t>
        <a:bodyPr/>
        <a:lstStyle/>
        <a:p>
          <a:endParaRPr lang="en-US"/>
        </a:p>
      </dgm:t>
    </dgm:pt>
    <dgm:pt modelId="{F83FC192-FDFB-480F-B267-775FC65FB021}" type="sibTrans" cxnId="{C40B3C47-B00E-4F94-AECB-16DA095B4BBF}">
      <dgm:prSet/>
      <dgm:spPr/>
      <dgm:t>
        <a:bodyPr/>
        <a:lstStyle/>
        <a:p>
          <a:endParaRPr lang="en-US"/>
        </a:p>
      </dgm:t>
    </dgm:pt>
    <dgm:pt modelId="{A984DA23-1E93-4858-9837-EC0FC039C6ED}" type="pres">
      <dgm:prSet presAssocID="{38270FEC-7310-4B03-8B6F-CF97D96AF91D}" presName="vert0" presStyleCnt="0">
        <dgm:presLayoutVars>
          <dgm:dir/>
          <dgm:animOne val="branch"/>
          <dgm:animLvl val="lvl"/>
        </dgm:presLayoutVars>
      </dgm:prSet>
      <dgm:spPr/>
    </dgm:pt>
    <dgm:pt modelId="{983F1B53-B2D2-462B-AA09-33C1FD72C15F}" type="pres">
      <dgm:prSet presAssocID="{F6FDCE40-8379-4994-866D-3660ED05D2BB}" presName="thickLine" presStyleLbl="alignNode1" presStyleIdx="0" presStyleCnt="6"/>
      <dgm:spPr/>
    </dgm:pt>
    <dgm:pt modelId="{CC130AE3-DB46-473D-B29D-D1794C100C18}" type="pres">
      <dgm:prSet presAssocID="{F6FDCE40-8379-4994-866D-3660ED05D2BB}" presName="horz1" presStyleCnt="0"/>
      <dgm:spPr/>
    </dgm:pt>
    <dgm:pt modelId="{2A070963-66B6-47BB-B83B-2ED1DD02CC83}" type="pres">
      <dgm:prSet presAssocID="{F6FDCE40-8379-4994-866D-3660ED05D2BB}" presName="tx1" presStyleLbl="revTx" presStyleIdx="0" presStyleCnt="6"/>
      <dgm:spPr/>
    </dgm:pt>
    <dgm:pt modelId="{0EFCC9A2-5AB0-4395-AD2E-68745DF3025E}" type="pres">
      <dgm:prSet presAssocID="{F6FDCE40-8379-4994-866D-3660ED05D2BB}" presName="vert1" presStyleCnt="0"/>
      <dgm:spPr/>
    </dgm:pt>
    <dgm:pt modelId="{5071D38B-66B4-441D-85B3-57F1EAE84719}" type="pres">
      <dgm:prSet presAssocID="{19B77850-BD6B-449F-B079-AF3B9FED2706}" presName="thickLine" presStyleLbl="alignNode1" presStyleIdx="1" presStyleCnt="6"/>
      <dgm:spPr/>
    </dgm:pt>
    <dgm:pt modelId="{0B10D6FB-B9E9-4AEE-BC98-F101E77B42E4}" type="pres">
      <dgm:prSet presAssocID="{19B77850-BD6B-449F-B079-AF3B9FED2706}" presName="horz1" presStyleCnt="0"/>
      <dgm:spPr/>
    </dgm:pt>
    <dgm:pt modelId="{E718E7E1-C889-4D69-9F00-706530B19259}" type="pres">
      <dgm:prSet presAssocID="{19B77850-BD6B-449F-B079-AF3B9FED2706}" presName="tx1" presStyleLbl="revTx" presStyleIdx="1" presStyleCnt="6"/>
      <dgm:spPr/>
    </dgm:pt>
    <dgm:pt modelId="{55D50794-634A-45F6-AE5D-480F14E967B6}" type="pres">
      <dgm:prSet presAssocID="{19B77850-BD6B-449F-B079-AF3B9FED2706}" presName="vert1" presStyleCnt="0"/>
      <dgm:spPr/>
    </dgm:pt>
    <dgm:pt modelId="{85E0A1FE-49A3-4AE7-AFA8-A44DA502ED2C}" type="pres">
      <dgm:prSet presAssocID="{B5606D6C-6FB3-4942-87BA-283F1E413806}" presName="thickLine" presStyleLbl="alignNode1" presStyleIdx="2" presStyleCnt="6"/>
      <dgm:spPr/>
    </dgm:pt>
    <dgm:pt modelId="{BE083961-123E-45B4-B000-BE118717B5D8}" type="pres">
      <dgm:prSet presAssocID="{B5606D6C-6FB3-4942-87BA-283F1E413806}" presName="horz1" presStyleCnt="0"/>
      <dgm:spPr/>
    </dgm:pt>
    <dgm:pt modelId="{9B08DAF9-4187-40FE-ACCF-967357EA6DC8}" type="pres">
      <dgm:prSet presAssocID="{B5606D6C-6FB3-4942-87BA-283F1E413806}" presName="tx1" presStyleLbl="revTx" presStyleIdx="2" presStyleCnt="6"/>
      <dgm:spPr/>
    </dgm:pt>
    <dgm:pt modelId="{615F83CD-E92B-448B-AB70-41EDEDD9DABF}" type="pres">
      <dgm:prSet presAssocID="{B5606D6C-6FB3-4942-87BA-283F1E413806}" presName="vert1" presStyleCnt="0"/>
      <dgm:spPr/>
    </dgm:pt>
    <dgm:pt modelId="{C2F9508A-069D-4188-99C6-5560B03298F2}" type="pres">
      <dgm:prSet presAssocID="{F7981C1C-E174-409D-B371-E84F67877275}" presName="thickLine" presStyleLbl="alignNode1" presStyleIdx="3" presStyleCnt="6"/>
      <dgm:spPr/>
    </dgm:pt>
    <dgm:pt modelId="{EE23AA9D-827E-4680-B3B6-33BDD12E4808}" type="pres">
      <dgm:prSet presAssocID="{F7981C1C-E174-409D-B371-E84F67877275}" presName="horz1" presStyleCnt="0"/>
      <dgm:spPr/>
    </dgm:pt>
    <dgm:pt modelId="{347C2362-5E81-416E-A688-DE5D68A92013}" type="pres">
      <dgm:prSet presAssocID="{F7981C1C-E174-409D-B371-E84F67877275}" presName="tx1" presStyleLbl="revTx" presStyleIdx="3" presStyleCnt="6"/>
      <dgm:spPr/>
    </dgm:pt>
    <dgm:pt modelId="{86D362B8-7823-4D9E-8AB3-6E67AAE41545}" type="pres">
      <dgm:prSet presAssocID="{F7981C1C-E174-409D-B371-E84F67877275}" presName="vert1" presStyleCnt="0"/>
      <dgm:spPr/>
    </dgm:pt>
    <dgm:pt modelId="{B21402C0-E5AB-4394-B5EF-34ACD45B9690}" type="pres">
      <dgm:prSet presAssocID="{0ED34EA4-5343-408A-8B1E-832CBBAF8455}" presName="thickLine" presStyleLbl="alignNode1" presStyleIdx="4" presStyleCnt="6"/>
      <dgm:spPr/>
    </dgm:pt>
    <dgm:pt modelId="{906B15A6-A8B6-4395-B5FD-0FC41E53606E}" type="pres">
      <dgm:prSet presAssocID="{0ED34EA4-5343-408A-8B1E-832CBBAF8455}" presName="horz1" presStyleCnt="0"/>
      <dgm:spPr/>
    </dgm:pt>
    <dgm:pt modelId="{720EFD9F-7DFA-4027-8E4F-EB070CF37D4D}" type="pres">
      <dgm:prSet presAssocID="{0ED34EA4-5343-408A-8B1E-832CBBAF8455}" presName="tx1" presStyleLbl="revTx" presStyleIdx="4" presStyleCnt="6"/>
      <dgm:spPr/>
    </dgm:pt>
    <dgm:pt modelId="{8CA89534-DD48-40A7-BF86-EB9FDD723535}" type="pres">
      <dgm:prSet presAssocID="{0ED34EA4-5343-408A-8B1E-832CBBAF8455}" presName="vert1" presStyleCnt="0"/>
      <dgm:spPr/>
    </dgm:pt>
    <dgm:pt modelId="{E7CC8FC8-5E7D-467C-980C-31172EF8CFD6}" type="pres">
      <dgm:prSet presAssocID="{DF9FF716-3208-4A48-BBE3-0F5ED7BC3690}" presName="thickLine" presStyleLbl="alignNode1" presStyleIdx="5" presStyleCnt="6"/>
      <dgm:spPr/>
    </dgm:pt>
    <dgm:pt modelId="{04178AA8-AEC2-45AA-96EC-5EDFCE78B39F}" type="pres">
      <dgm:prSet presAssocID="{DF9FF716-3208-4A48-BBE3-0F5ED7BC3690}" presName="horz1" presStyleCnt="0"/>
      <dgm:spPr/>
    </dgm:pt>
    <dgm:pt modelId="{D1838DC1-42E1-4BC6-ABD0-7BFBBF50F32D}" type="pres">
      <dgm:prSet presAssocID="{DF9FF716-3208-4A48-BBE3-0F5ED7BC3690}" presName="tx1" presStyleLbl="revTx" presStyleIdx="5" presStyleCnt="6"/>
      <dgm:spPr/>
    </dgm:pt>
    <dgm:pt modelId="{13B5FADC-D6F8-4CDA-924A-5CCE03F3A36D}" type="pres">
      <dgm:prSet presAssocID="{DF9FF716-3208-4A48-BBE3-0F5ED7BC3690}" presName="vert1" presStyleCnt="0"/>
      <dgm:spPr/>
    </dgm:pt>
  </dgm:ptLst>
  <dgm:cxnLst>
    <dgm:cxn modelId="{183C2B0D-A72E-461A-9D9E-C8848FC0EF2E}" srcId="{38270FEC-7310-4B03-8B6F-CF97D96AF91D}" destId="{19B77850-BD6B-449F-B079-AF3B9FED2706}" srcOrd="1" destOrd="0" parTransId="{C90E1B95-06DC-459B-A656-A90CC2054DFF}" sibTransId="{BAC2266C-3748-46A4-A38C-E75A3A8C2149}"/>
    <dgm:cxn modelId="{8D8E3A37-F6FB-4EB4-9CD6-F02D1CFEC338}" type="presOf" srcId="{0ED34EA4-5343-408A-8B1E-832CBBAF8455}" destId="{720EFD9F-7DFA-4027-8E4F-EB070CF37D4D}" srcOrd="0" destOrd="0" presId="urn:microsoft.com/office/officeart/2008/layout/LinedList"/>
    <dgm:cxn modelId="{C40B3C47-B00E-4F94-AECB-16DA095B4BBF}" srcId="{38270FEC-7310-4B03-8B6F-CF97D96AF91D}" destId="{DF9FF716-3208-4A48-BBE3-0F5ED7BC3690}" srcOrd="5" destOrd="0" parTransId="{26DC6FE0-D092-44F5-BD76-B045F583C751}" sibTransId="{F83FC192-FDFB-480F-B267-775FC65FB021}"/>
    <dgm:cxn modelId="{3254D24E-E86C-4890-B9AA-C0E30875A89B}" srcId="{38270FEC-7310-4B03-8B6F-CF97D96AF91D}" destId="{F6FDCE40-8379-4994-866D-3660ED05D2BB}" srcOrd="0" destOrd="0" parTransId="{FE52A127-999A-4FFE-8416-7F80C75B0227}" sibTransId="{E130C7C7-3C25-4F3B-8CDF-298632D4AE8C}"/>
    <dgm:cxn modelId="{430FAF82-D034-4440-A34F-CE876C4F472D}" srcId="{38270FEC-7310-4B03-8B6F-CF97D96AF91D}" destId="{0ED34EA4-5343-408A-8B1E-832CBBAF8455}" srcOrd="4" destOrd="0" parTransId="{1AA3C33C-F009-412F-86E9-39ABFDEAB8D1}" sibTransId="{BE61673D-CE9E-4710-9CE1-F8EFAE04F200}"/>
    <dgm:cxn modelId="{E23B068C-62DC-484B-B04D-9E683599B430}" type="presOf" srcId="{DF9FF716-3208-4A48-BBE3-0F5ED7BC3690}" destId="{D1838DC1-42E1-4BC6-ABD0-7BFBBF50F32D}" srcOrd="0" destOrd="0" presId="urn:microsoft.com/office/officeart/2008/layout/LinedList"/>
    <dgm:cxn modelId="{5B4760B0-940C-441F-BD37-71267356387A}" type="presOf" srcId="{B5606D6C-6FB3-4942-87BA-283F1E413806}" destId="{9B08DAF9-4187-40FE-ACCF-967357EA6DC8}" srcOrd="0" destOrd="0" presId="urn:microsoft.com/office/officeart/2008/layout/LinedList"/>
    <dgm:cxn modelId="{A5AF39C3-7C81-476F-8238-670C75CC0037}" type="presOf" srcId="{F6FDCE40-8379-4994-866D-3660ED05D2BB}" destId="{2A070963-66B6-47BB-B83B-2ED1DD02CC83}" srcOrd="0" destOrd="0" presId="urn:microsoft.com/office/officeart/2008/layout/LinedList"/>
    <dgm:cxn modelId="{CA1A5DC6-874F-4935-82EA-B36F1CE160F5}" srcId="{38270FEC-7310-4B03-8B6F-CF97D96AF91D}" destId="{F7981C1C-E174-409D-B371-E84F67877275}" srcOrd="3" destOrd="0" parTransId="{DCC1B472-7796-4436-9FF2-8F946464DCCA}" sibTransId="{306B6A37-0A62-4581-B119-B8C1DEDB4DCD}"/>
    <dgm:cxn modelId="{BDB59ACD-C577-465D-A69C-A4730FF80B45}" srcId="{38270FEC-7310-4B03-8B6F-CF97D96AF91D}" destId="{B5606D6C-6FB3-4942-87BA-283F1E413806}" srcOrd="2" destOrd="0" parTransId="{02C10041-0D7E-4FA2-943E-B92762EEBFB7}" sibTransId="{3B2775FB-EC92-4C9D-8808-698B150CCAB1}"/>
    <dgm:cxn modelId="{56EE23CE-7370-457D-A295-990BCDFCE5E1}" type="presOf" srcId="{19B77850-BD6B-449F-B079-AF3B9FED2706}" destId="{E718E7E1-C889-4D69-9F00-706530B19259}" srcOrd="0" destOrd="0" presId="urn:microsoft.com/office/officeart/2008/layout/LinedList"/>
    <dgm:cxn modelId="{F7BE91DA-BCC8-4C9E-BDD8-CF2B58A2ACB9}" type="presOf" srcId="{F7981C1C-E174-409D-B371-E84F67877275}" destId="{347C2362-5E81-416E-A688-DE5D68A92013}" srcOrd="0" destOrd="0" presId="urn:microsoft.com/office/officeart/2008/layout/LinedList"/>
    <dgm:cxn modelId="{1C0308E6-5750-4FD2-ABAB-BE8D55BFDCE8}" type="presOf" srcId="{38270FEC-7310-4B03-8B6F-CF97D96AF91D}" destId="{A984DA23-1E93-4858-9837-EC0FC039C6ED}" srcOrd="0" destOrd="0" presId="urn:microsoft.com/office/officeart/2008/layout/LinedList"/>
    <dgm:cxn modelId="{E27FD097-A0D6-4822-8E1D-4B576EE93C17}" type="presParOf" srcId="{A984DA23-1E93-4858-9837-EC0FC039C6ED}" destId="{983F1B53-B2D2-462B-AA09-33C1FD72C15F}" srcOrd="0" destOrd="0" presId="urn:microsoft.com/office/officeart/2008/layout/LinedList"/>
    <dgm:cxn modelId="{DA7440A5-68E0-4A31-B053-101E15FEDCAB}" type="presParOf" srcId="{A984DA23-1E93-4858-9837-EC0FC039C6ED}" destId="{CC130AE3-DB46-473D-B29D-D1794C100C18}" srcOrd="1" destOrd="0" presId="urn:microsoft.com/office/officeart/2008/layout/LinedList"/>
    <dgm:cxn modelId="{00AFE714-BE6D-4723-ACAF-4DBAE9FAAE49}" type="presParOf" srcId="{CC130AE3-DB46-473D-B29D-D1794C100C18}" destId="{2A070963-66B6-47BB-B83B-2ED1DD02CC83}" srcOrd="0" destOrd="0" presId="urn:microsoft.com/office/officeart/2008/layout/LinedList"/>
    <dgm:cxn modelId="{AEA7276A-B080-43F8-92DD-65B0C34FA675}" type="presParOf" srcId="{CC130AE3-DB46-473D-B29D-D1794C100C18}" destId="{0EFCC9A2-5AB0-4395-AD2E-68745DF3025E}" srcOrd="1" destOrd="0" presId="urn:microsoft.com/office/officeart/2008/layout/LinedList"/>
    <dgm:cxn modelId="{F621AF1B-0B6D-48A4-ADF1-3DFF1DA13E44}" type="presParOf" srcId="{A984DA23-1E93-4858-9837-EC0FC039C6ED}" destId="{5071D38B-66B4-441D-85B3-57F1EAE84719}" srcOrd="2" destOrd="0" presId="urn:microsoft.com/office/officeart/2008/layout/LinedList"/>
    <dgm:cxn modelId="{79BEBF9F-C6B0-4B19-941E-EB5429922894}" type="presParOf" srcId="{A984DA23-1E93-4858-9837-EC0FC039C6ED}" destId="{0B10D6FB-B9E9-4AEE-BC98-F101E77B42E4}" srcOrd="3" destOrd="0" presId="urn:microsoft.com/office/officeart/2008/layout/LinedList"/>
    <dgm:cxn modelId="{DE0F2B51-C34D-41BB-8237-FBA0ECF53AAF}" type="presParOf" srcId="{0B10D6FB-B9E9-4AEE-BC98-F101E77B42E4}" destId="{E718E7E1-C889-4D69-9F00-706530B19259}" srcOrd="0" destOrd="0" presId="urn:microsoft.com/office/officeart/2008/layout/LinedList"/>
    <dgm:cxn modelId="{AA883A01-ADE2-46C3-B05E-50D9CCD3A31C}" type="presParOf" srcId="{0B10D6FB-B9E9-4AEE-BC98-F101E77B42E4}" destId="{55D50794-634A-45F6-AE5D-480F14E967B6}" srcOrd="1" destOrd="0" presId="urn:microsoft.com/office/officeart/2008/layout/LinedList"/>
    <dgm:cxn modelId="{4C5C5145-550B-40D3-B3FD-3170194DEA74}" type="presParOf" srcId="{A984DA23-1E93-4858-9837-EC0FC039C6ED}" destId="{85E0A1FE-49A3-4AE7-AFA8-A44DA502ED2C}" srcOrd="4" destOrd="0" presId="urn:microsoft.com/office/officeart/2008/layout/LinedList"/>
    <dgm:cxn modelId="{0AD76485-A5A8-4561-B82B-073DE3079E62}" type="presParOf" srcId="{A984DA23-1E93-4858-9837-EC0FC039C6ED}" destId="{BE083961-123E-45B4-B000-BE118717B5D8}" srcOrd="5" destOrd="0" presId="urn:microsoft.com/office/officeart/2008/layout/LinedList"/>
    <dgm:cxn modelId="{B4ED8C3A-A55F-43A4-B6B2-22909B04A121}" type="presParOf" srcId="{BE083961-123E-45B4-B000-BE118717B5D8}" destId="{9B08DAF9-4187-40FE-ACCF-967357EA6DC8}" srcOrd="0" destOrd="0" presId="urn:microsoft.com/office/officeart/2008/layout/LinedList"/>
    <dgm:cxn modelId="{B02B0775-11D3-4667-8E6A-5468B0FB8600}" type="presParOf" srcId="{BE083961-123E-45B4-B000-BE118717B5D8}" destId="{615F83CD-E92B-448B-AB70-41EDEDD9DABF}" srcOrd="1" destOrd="0" presId="urn:microsoft.com/office/officeart/2008/layout/LinedList"/>
    <dgm:cxn modelId="{4B9E5567-9E7D-41B3-BC7D-74102788FD21}" type="presParOf" srcId="{A984DA23-1E93-4858-9837-EC0FC039C6ED}" destId="{C2F9508A-069D-4188-99C6-5560B03298F2}" srcOrd="6" destOrd="0" presId="urn:microsoft.com/office/officeart/2008/layout/LinedList"/>
    <dgm:cxn modelId="{8B03FD95-6272-47A3-9640-4B1DC4370B18}" type="presParOf" srcId="{A984DA23-1E93-4858-9837-EC0FC039C6ED}" destId="{EE23AA9D-827E-4680-B3B6-33BDD12E4808}" srcOrd="7" destOrd="0" presId="urn:microsoft.com/office/officeart/2008/layout/LinedList"/>
    <dgm:cxn modelId="{78937637-E023-425C-8571-D2F8F89CA984}" type="presParOf" srcId="{EE23AA9D-827E-4680-B3B6-33BDD12E4808}" destId="{347C2362-5E81-416E-A688-DE5D68A92013}" srcOrd="0" destOrd="0" presId="urn:microsoft.com/office/officeart/2008/layout/LinedList"/>
    <dgm:cxn modelId="{9A60D1E1-4B24-43CE-B942-845D7E3DB00A}" type="presParOf" srcId="{EE23AA9D-827E-4680-B3B6-33BDD12E4808}" destId="{86D362B8-7823-4D9E-8AB3-6E67AAE41545}" srcOrd="1" destOrd="0" presId="urn:microsoft.com/office/officeart/2008/layout/LinedList"/>
    <dgm:cxn modelId="{DF33E6C9-59BD-4E2A-8477-9C30D54169AC}" type="presParOf" srcId="{A984DA23-1E93-4858-9837-EC0FC039C6ED}" destId="{B21402C0-E5AB-4394-B5EF-34ACD45B9690}" srcOrd="8" destOrd="0" presId="urn:microsoft.com/office/officeart/2008/layout/LinedList"/>
    <dgm:cxn modelId="{AB3B9169-427B-4EDE-B3D7-4F2F5094D2C5}" type="presParOf" srcId="{A984DA23-1E93-4858-9837-EC0FC039C6ED}" destId="{906B15A6-A8B6-4395-B5FD-0FC41E53606E}" srcOrd="9" destOrd="0" presId="urn:microsoft.com/office/officeart/2008/layout/LinedList"/>
    <dgm:cxn modelId="{2BA2B3BC-8986-489E-B8E6-3FAB81973A9A}" type="presParOf" srcId="{906B15A6-A8B6-4395-B5FD-0FC41E53606E}" destId="{720EFD9F-7DFA-4027-8E4F-EB070CF37D4D}" srcOrd="0" destOrd="0" presId="urn:microsoft.com/office/officeart/2008/layout/LinedList"/>
    <dgm:cxn modelId="{BEC35941-38D3-448A-8FB2-4C9B364C8F0F}" type="presParOf" srcId="{906B15A6-A8B6-4395-B5FD-0FC41E53606E}" destId="{8CA89534-DD48-40A7-BF86-EB9FDD723535}" srcOrd="1" destOrd="0" presId="urn:microsoft.com/office/officeart/2008/layout/LinedList"/>
    <dgm:cxn modelId="{62F9C248-02C3-4D9D-BA74-C39C77DA3B3F}" type="presParOf" srcId="{A984DA23-1E93-4858-9837-EC0FC039C6ED}" destId="{E7CC8FC8-5E7D-467C-980C-31172EF8CFD6}" srcOrd="10" destOrd="0" presId="urn:microsoft.com/office/officeart/2008/layout/LinedList"/>
    <dgm:cxn modelId="{F3A74A59-0A02-4B53-A8FA-E5A6FEFF6C75}" type="presParOf" srcId="{A984DA23-1E93-4858-9837-EC0FC039C6ED}" destId="{04178AA8-AEC2-45AA-96EC-5EDFCE78B39F}" srcOrd="11" destOrd="0" presId="urn:microsoft.com/office/officeart/2008/layout/LinedList"/>
    <dgm:cxn modelId="{734D14E1-57E1-4A36-A671-A1B9692714F0}" type="presParOf" srcId="{04178AA8-AEC2-45AA-96EC-5EDFCE78B39F}" destId="{D1838DC1-42E1-4BC6-ABD0-7BFBBF50F32D}" srcOrd="0" destOrd="0" presId="urn:microsoft.com/office/officeart/2008/layout/LinedList"/>
    <dgm:cxn modelId="{DC8B4A0B-3FF0-44E3-94DD-D2FD1BB95927}" type="presParOf" srcId="{04178AA8-AEC2-45AA-96EC-5EDFCE78B39F}" destId="{13B5FADC-D6F8-4CDA-924A-5CCE03F3A3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BAB16DB-BDFF-4730-948B-73885C733E7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505E217-B1C0-4D18-9664-468F65632CCE}">
      <dgm:prSet/>
      <dgm:spPr/>
      <dgm:t>
        <a:bodyPr/>
        <a:lstStyle/>
        <a:p>
          <a:pPr>
            <a:defRPr cap="all"/>
          </a:pPr>
          <a:r>
            <a:rPr lang="en-US"/>
            <a:t>Unlimited scale, pay‑as‑you‑go.</a:t>
          </a:r>
        </a:p>
      </dgm:t>
    </dgm:pt>
    <dgm:pt modelId="{7122D250-D09A-44A1-AF4E-D6F14B8FA836}" type="parTrans" cxnId="{74B712A2-A4F5-48CF-8B2A-4ECA18201F86}">
      <dgm:prSet/>
      <dgm:spPr/>
      <dgm:t>
        <a:bodyPr/>
        <a:lstStyle/>
        <a:p>
          <a:endParaRPr lang="en-US"/>
        </a:p>
      </dgm:t>
    </dgm:pt>
    <dgm:pt modelId="{55F3439F-8912-497A-A405-63F12E92DAB8}" type="sibTrans" cxnId="{74B712A2-A4F5-48CF-8B2A-4ECA18201F86}">
      <dgm:prSet/>
      <dgm:spPr/>
      <dgm:t>
        <a:bodyPr/>
        <a:lstStyle/>
        <a:p>
          <a:endParaRPr lang="en-US"/>
        </a:p>
      </dgm:t>
    </dgm:pt>
    <dgm:pt modelId="{5196060E-3832-43BE-8F0B-5B8BF3529447}">
      <dgm:prSet/>
      <dgm:spPr/>
      <dgm:t>
        <a:bodyPr/>
        <a:lstStyle/>
        <a:p>
          <a:pPr>
            <a:defRPr cap="all"/>
          </a:pPr>
          <a:r>
            <a:rPr lang="en-US"/>
            <a:t>Rich storage classes.</a:t>
          </a:r>
        </a:p>
      </dgm:t>
    </dgm:pt>
    <dgm:pt modelId="{EAD1EB56-E20B-458D-93C3-C102475A857F}" type="parTrans" cxnId="{287FB325-D009-42B7-B73C-FCE864395B3B}">
      <dgm:prSet/>
      <dgm:spPr/>
      <dgm:t>
        <a:bodyPr/>
        <a:lstStyle/>
        <a:p>
          <a:endParaRPr lang="en-US"/>
        </a:p>
      </dgm:t>
    </dgm:pt>
    <dgm:pt modelId="{0950DABB-C462-493B-9997-5FEBB6319C6A}" type="sibTrans" cxnId="{287FB325-D009-42B7-B73C-FCE864395B3B}">
      <dgm:prSet/>
      <dgm:spPr/>
      <dgm:t>
        <a:bodyPr/>
        <a:lstStyle/>
        <a:p>
          <a:endParaRPr lang="en-US"/>
        </a:p>
      </dgm:t>
    </dgm:pt>
    <dgm:pt modelId="{BA8E89A3-AA36-4229-B80D-859776A0E3DF}">
      <dgm:prSet/>
      <dgm:spPr/>
      <dgm:t>
        <a:bodyPr/>
        <a:lstStyle/>
        <a:p>
          <a:pPr>
            <a:defRPr cap="all"/>
          </a:pPr>
          <a:r>
            <a:rPr lang="en-US"/>
            <a:t>Strong security and compliance.</a:t>
          </a:r>
        </a:p>
      </dgm:t>
    </dgm:pt>
    <dgm:pt modelId="{39D8713E-38CA-4901-9315-728C4D6F7142}" type="parTrans" cxnId="{A2B81B9A-0220-450B-A04B-16B321E9C86E}">
      <dgm:prSet/>
      <dgm:spPr/>
      <dgm:t>
        <a:bodyPr/>
        <a:lstStyle/>
        <a:p>
          <a:endParaRPr lang="en-US"/>
        </a:p>
      </dgm:t>
    </dgm:pt>
    <dgm:pt modelId="{B3A3F227-E38C-4C98-AC46-42A44DEDC2AF}" type="sibTrans" cxnId="{A2B81B9A-0220-450B-A04B-16B321E9C86E}">
      <dgm:prSet/>
      <dgm:spPr/>
      <dgm:t>
        <a:bodyPr/>
        <a:lstStyle/>
        <a:p>
          <a:endParaRPr lang="en-US"/>
        </a:p>
      </dgm:t>
    </dgm:pt>
    <dgm:pt modelId="{14D3BFCB-4C1D-484F-BAE0-906B0EBA0541}">
      <dgm:prSet/>
      <dgm:spPr/>
      <dgm:t>
        <a:bodyPr/>
        <a:lstStyle/>
        <a:p>
          <a:pPr>
            <a:defRPr cap="all"/>
          </a:pPr>
          <a:r>
            <a:rPr lang="en-US"/>
            <a:t>Ideal for any workload.</a:t>
          </a:r>
        </a:p>
      </dgm:t>
    </dgm:pt>
    <dgm:pt modelId="{EAB7FE7E-11B0-416D-BE07-ABEB2EB77BC8}" type="parTrans" cxnId="{99284B33-6433-415E-A9E6-AFAC673E8F3C}">
      <dgm:prSet/>
      <dgm:spPr/>
      <dgm:t>
        <a:bodyPr/>
        <a:lstStyle/>
        <a:p>
          <a:endParaRPr lang="en-US"/>
        </a:p>
      </dgm:t>
    </dgm:pt>
    <dgm:pt modelId="{128F2DF9-5ED5-464C-8E33-12284AE9A199}" type="sibTrans" cxnId="{99284B33-6433-415E-A9E6-AFAC673E8F3C}">
      <dgm:prSet/>
      <dgm:spPr/>
      <dgm:t>
        <a:bodyPr/>
        <a:lstStyle/>
        <a:p>
          <a:endParaRPr lang="en-US"/>
        </a:p>
      </dgm:t>
    </dgm:pt>
    <dgm:pt modelId="{F0A9BE36-A863-4106-B09F-D9379C5E065F}" type="pres">
      <dgm:prSet presAssocID="{FBAB16DB-BDFF-4730-948B-73885C733E73}" presName="root" presStyleCnt="0">
        <dgm:presLayoutVars>
          <dgm:dir/>
          <dgm:resizeHandles val="exact"/>
        </dgm:presLayoutVars>
      </dgm:prSet>
      <dgm:spPr/>
    </dgm:pt>
    <dgm:pt modelId="{E8843B24-3EEF-4FC8-96C4-EBAF98FE48FE}" type="pres">
      <dgm:prSet presAssocID="{1505E217-B1C0-4D18-9664-468F65632CCE}" presName="compNode" presStyleCnt="0"/>
      <dgm:spPr/>
    </dgm:pt>
    <dgm:pt modelId="{964EB530-236E-4CA5-B232-68FFC87990B5}" type="pres">
      <dgm:prSet presAssocID="{1505E217-B1C0-4D18-9664-468F65632CC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853ECE6-FC1D-49A9-8DAF-AE24F833EED5}" type="pres">
      <dgm:prSet presAssocID="{1505E217-B1C0-4D18-9664-468F65632C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CEC97A8F-968F-4ECE-9F41-AF18917AE016}" type="pres">
      <dgm:prSet presAssocID="{1505E217-B1C0-4D18-9664-468F65632CCE}" presName="spaceRect" presStyleCnt="0"/>
      <dgm:spPr/>
    </dgm:pt>
    <dgm:pt modelId="{900EC92F-DEDA-432C-8A05-275171C1C260}" type="pres">
      <dgm:prSet presAssocID="{1505E217-B1C0-4D18-9664-468F65632CCE}" presName="textRect" presStyleLbl="revTx" presStyleIdx="0" presStyleCnt="4">
        <dgm:presLayoutVars>
          <dgm:chMax val="1"/>
          <dgm:chPref val="1"/>
        </dgm:presLayoutVars>
      </dgm:prSet>
      <dgm:spPr/>
    </dgm:pt>
    <dgm:pt modelId="{2E44DC98-DFD0-4365-8ABE-8EE9744A5E08}" type="pres">
      <dgm:prSet presAssocID="{55F3439F-8912-497A-A405-63F12E92DAB8}" presName="sibTrans" presStyleCnt="0"/>
      <dgm:spPr/>
    </dgm:pt>
    <dgm:pt modelId="{48344FD3-22AA-4F42-9809-010260F33736}" type="pres">
      <dgm:prSet presAssocID="{5196060E-3832-43BE-8F0B-5B8BF3529447}" presName="compNode" presStyleCnt="0"/>
      <dgm:spPr/>
    </dgm:pt>
    <dgm:pt modelId="{F2DC8B8A-BA4A-4308-880B-BCD4D1E9DE3E}" type="pres">
      <dgm:prSet presAssocID="{5196060E-3832-43BE-8F0B-5B8BF352944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1F59BA2-3722-4D8F-BFB1-3AB60385CE2C}" type="pres">
      <dgm:prSet presAssocID="{5196060E-3832-43BE-8F0B-5B8BF352944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F2199CB6-1BAE-49AA-8341-DE9C32FDB5EC}" type="pres">
      <dgm:prSet presAssocID="{5196060E-3832-43BE-8F0B-5B8BF3529447}" presName="spaceRect" presStyleCnt="0"/>
      <dgm:spPr/>
    </dgm:pt>
    <dgm:pt modelId="{39F7E5EC-B5D6-45D8-A485-8D5E08C4E854}" type="pres">
      <dgm:prSet presAssocID="{5196060E-3832-43BE-8F0B-5B8BF3529447}" presName="textRect" presStyleLbl="revTx" presStyleIdx="1" presStyleCnt="4">
        <dgm:presLayoutVars>
          <dgm:chMax val="1"/>
          <dgm:chPref val="1"/>
        </dgm:presLayoutVars>
      </dgm:prSet>
      <dgm:spPr/>
    </dgm:pt>
    <dgm:pt modelId="{BA0EFEC6-B7B4-4C82-ACEE-4839D0E0EBF9}" type="pres">
      <dgm:prSet presAssocID="{0950DABB-C462-493B-9997-5FEBB6319C6A}" presName="sibTrans" presStyleCnt="0"/>
      <dgm:spPr/>
    </dgm:pt>
    <dgm:pt modelId="{FFD86368-9EE3-45BE-8E51-DF08956CAA4E}" type="pres">
      <dgm:prSet presAssocID="{BA8E89A3-AA36-4229-B80D-859776A0E3DF}" presName="compNode" presStyleCnt="0"/>
      <dgm:spPr/>
    </dgm:pt>
    <dgm:pt modelId="{8B4ED35F-C519-4D83-AB74-009F92D36004}" type="pres">
      <dgm:prSet presAssocID="{BA8E89A3-AA36-4229-B80D-859776A0E3D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A661B49-0500-4D4E-8E09-5FAFB9CB0FB7}" type="pres">
      <dgm:prSet presAssocID="{BA8E89A3-AA36-4229-B80D-859776A0E3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tecting Hand"/>
        </a:ext>
      </dgm:extLst>
    </dgm:pt>
    <dgm:pt modelId="{06644F91-87EB-4894-9700-4A35CA0FA622}" type="pres">
      <dgm:prSet presAssocID="{BA8E89A3-AA36-4229-B80D-859776A0E3DF}" presName="spaceRect" presStyleCnt="0"/>
      <dgm:spPr/>
    </dgm:pt>
    <dgm:pt modelId="{A2232807-CFFC-419D-8A34-34D330E1BE1A}" type="pres">
      <dgm:prSet presAssocID="{BA8E89A3-AA36-4229-B80D-859776A0E3DF}" presName="textRect" presStyleLbl="revTx" presStyleIdx="2" presStyleCnt="4">
        <dgm:presLayoutVars>
          <dgm:chMax val="1"/>
          <dgm:chPref val="1"/>
        </dgm:presLayoutVars>
      </dgm:prSet>
      <dgm:spPr/>
    </dgm:pt>
    <dgm:pt modelId="{2DCC6A11-269F-4B76-AC8E-53DFFEE22396}" type="pres">
      <dgm:prSet presAssocID="{B3A3F227-E38C-4C98-AC46-42A44DEDC2AF}" presName="sibTrans" presStyleCnt="0"/>
      <dgm:spPr/>
    </dgm:pt>
    <dgm:pt modelId="{C0341B11-3D3B-4BF0-92EC-07C883C694E1}" type="pres">
      <dgm:prSet presAssocID="{14D3BFCB-4C1D-484F-BAE0-906B0EBA0541}" presName="compNode" presStyleCnt="0"/>
      <dgm:spPr/>
    </dgm:pt>
    <dgm:pt modelId="{1503506E-BA41-4EB6-8C6B-07178B7291BB}" type="pres">
      <dgm:prSet presAssocID="{14D3BFCB-4C1D-484F-BAE0-906B0EBA054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9B84359-597D-4F42-9EC2-63A6E61DF413}" type="pres">
      <dgm:prSet presAssocID="{14D3BFCB-4C1D-484F-BAE0-906B0EBA05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9D175750-8E8A-4D4C-9EC0-3E3D16174A14}" type="pres">
      <dgm:prSet presAssocID="{14D3BFCB-4C1D-484F-BAE0-906B0EBA0541}" presName="spaceRect" presStyleCnt="0"/>
      <dgm:spPr/>
    </dgm:pt>
    <dgm:pt modelId="{7EC29E68-AA0D-4014-81B4-F0DB8575AC4D}" type="pres">
      <dgm:prSet presAssocID="{14D3BFCB-4C1D-484F-BAE0-906B0EBA05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31BCF06-A25B-4E5F-A879-1B28FBE88314}" type="presOf" srcId="{FBAB16DB-BDFF-4730-948B-73885C733E73}" destId="{F0A9BE36-A863-4106-B09F-D9379C5E065F}" srcOrd="0" destOrd="0" presId="urn:microsoft.com/office/officeart/2018/5/layout/IconLeafLabelList"/>
    <dgm:cxn modelId="{2C57600F-C806-4C8E-B12D-A33DCFD8FF58}" type="presOf" srcId="{5196060E-3832-43BE-8F0B-5B8BF3529447}" destId="{39F7E5EC-B5D6-45D8-A485-8D5E08C4E854}" srcOrd="0" destOrd="0" presId="urn:microsoft.com/office/officeart/2018/5/layout/IconLeafLabelList"/>
    <dgm:cxn modelId="{DFB90213-3A95-4652-8651-2E2977CEAA8D}" type="presOf" srcId="{1505E217-B1C0-4D18-9664-468F65632CCE}" destId="{900EC92F-DEDA-432C-8A05-275171C1C260}" srcOrd="0" destOrd="0" presId="urn:microsoft.com/office/officeart/2018/5/layout/IconLeafLabelList"/>
    <dgm:cxn modelId="{287FB325-D009-42B7-B73C-FCE864395B3B}" srcId="{FBAB16DB-BDFF-4730-948B-73885C733E73}" destId="{5196060E-3832-43BE-8F0B-5B8BF3529447}" srcOrd="1" destOrd="0" parTransId="{EAD1EB56-E20B-458D-93C3-C102475A857F}" sibTransId="{0950DABB-C462-493B-9997-5FEBB6319C6A}"/>
    <dgm:cxn modelId="{DDC43132-9DAF-488F-A499-9E3FFB139A7C}" type="presOf" srcId="{BA8E89A3-AA36-4229-B80D-859776A0E3DF}" destId="{A2232807-CFFC-419D-8A34-34D330E1BE1A}" srcOrd="0" destOrd="0" presId="urn:microsoft.com/office/officeart/2018/5/layout/IconLeafLabelList"/>
    <dgm:cxn modelId="{99284B33-6433-415E-A9E6-AFAC673E8F3C}" srcId="{FBAB16DB-BDFF-4730-948B-73885C733E73}" destId="{14D3BFCB-4C1D-484F-BAE0-906B0EBA0541}" srcOrd="3" destOrd="0" parTransId="{EAB7FE7E-11B0-416D-BE07-ABEB2EB77BC8}" sibTransId="{128F2DF9-5ED5-464C-8E33-12284AE9A199}"/>
    <dgm:cxn modelId="{2BD89055-735A-4C78-83A4-A925E974A6D9}" type="presOf" srcId="{14D3BFCB-4C1D-484F-BAE0-906B0EBA0541}" destId="{7EC29E68-AA0D-4014-81B4-F0DB8575AC4D}" srcOrd="0" destOrd="0" presId="urn:microsoft.com/office/officeart/2018/5/layout/IconLeafLabelList"/>
    <dgm:cxn modelId="{A2B81B9A-0220-450B-A04B-16B321E9C86E}" srcId="{FBAB16DB-BDFF-4730-948B-73885C733E73}" destId="{BA8E89A3-AA36-4229-B80D-859776A0E3DF}" srcOrd="2" destOrd="0" parTransId="{39D8713E-38CA-4901-9315-728C4D6F7142}" sibTransId="{B3A3F227-E38C-4C98-AC46-42A44DEDC2AF}"/>
    <dgm:cxn modelId="{74B712A2-A4F5-48CF-8B2A-4ECA18201F86}" srcId="{FBAB16DB-BDFF-4730-948B-73885C733E73}" destId="{1505E217-B1C0-4D18-9664-468F65632CCE}" srcOrd="0" destOrd="0" parTransId="{7122D250-D09A-44A1-AF4E-D6F14B8FA836}" sibTransId="{55F3439F-8912-497A-A405-63F12E92DAB8}"/>
    <dgm:cxn modelId="{BA6149E4-CEB7-43AA-AF93-9AD635714C15}" type="presParOf" srcId="{F0A9BE36-A863-4106-B09F-D9379C5E065F}" destId="{E8843B24-3EEF-4FC8-96C4-EBAF98FE48FE}" srcOrd="0" destOrd="0" presId="urn:microsoft.com/office/officeart/2018/5/layout/IconLeafLabelList"/>
    <dgm:cxn modelId="{CD100B62-3AC0-4EBD-930D-B015187E33A6}" type="presParOf" srcId="{E8843B24-3EEF-4FC8-96C4-EBAF98FE48FE}" destId="{964EB530-236E-4CA5-B232-68FFC87990B5}" srcOrd="0" destOrd="0" presId="urn:microsoft.com/office/officeart/2018/5/layout/IconLeafLabelList"/>
    <dgm:cxn modelId="{802D7AE6-2048-4F8A-8F25-3BE906AAD90D}" type="presParOf" srcId="{E8843B24-3EEF-4FC8-96C4-EBAF98FE48FE}" destId="{4853ECE6-FC1D-49A9-8DAF-AE24F833EED5}" srcOrd="1" destOrd="0" presId="urn:microsoft.com/office/officeart/2018/5/layout/IconLeafLabelList"/>
    <dgm:cxn modelId="{0134FD33-331A-4777-851C-2333AC80F3C3}" type="presParOf" srcId="{E8843B24-3EEF-4FC8-96C4-EBAF98FE48FE}" destId="{CEC97A8F-968F-4ECE-9F41-AF18917AE016}" srcOrd="2" destOrd="0" presId="urn:microsoft.com/office/officeart/2018/5/layout/IconLeafLabelList"/>
    <dgm:cxn modelId="{3E34C848-6C8B-48C3-A100-80F0848EEB50}" type="presParOf" srcId="{E8843B24-3EEF-4FC8-96C4-EBAF98FE48FE}" destId="{900EC92F-DEDA-432C-8A05-275171C1C260}" srcOrd="3" destOrd="0" presId="urn:microsoft.com/office/officeart/2018/5/layout/IconLeafLabelList"/>
    <dgm:cxn modelId="{FD9872B4-BECB-43A8-9734-21E6818A1422}" type="presParOf" srcId="{F0A9BE36-A863-4106-B09F-D9379C5E065F}" destId="{2E44DC98-DFD0-4365-8ABE-8EE9744A5E08}" srcOrd="1" destOrd="0" presId="urn:microsoft.com/office/officeart/2018/5/layout/IconLeafLabelList"/>
    <dgm:cxn modelId="{DA118DC1-16C2-4683-A641-2E82F4D10169}" type="presParOf" srcId="{F0A9BE36-A863-4106-B09F-D9379C5E065F}" destId="{48344FD3-22AA-4F42-9809-010260F33736}" srcOrd="2" destOrd="0" presId="urn:microsoft.com/office/officeart/2018/5/layout/IconLeafLabelList"/>
    <dgm:cxn modelId="{7D6495C7-77B5-4DF3-BF2D-AE185D349106}" type="presParOf" srcId="{48344FD3-22AA-4F42-9809-010260F33736}" destId="{F2DC8B8A-BA4A-4308-880B-BCD4D1E9DE3E}" srcOrd="0" destOrd="0" presId="urn:microsoft.com/office/officeart/2018/5/layout/IconLeafLabelList"/>
    <dgm:cxn modelId="{1D3AA4BF-A60C-44EA-A958-77A1B8D7DFA9}" type="presParOf" srcId="{48344FD3-22AA-4F42-9809-010260F33736}" destId="{51F59BA2-3722-4D8F-BFB1-3AB60385CE2C}" srcOrd="1" destOrd="0" presId="urn:microsoft.com/office/officeart/2018/5/layout/IconLeafLabelList"/>
    <dgm:cxn modelId="{1C708517-3D8D-4380-A993-5AA5BFDB420F}" type="presParOf" srcId="{48344FD3-22AA-4F42-9809-010260F33736}" destId="{F2199CB6-1BAE-49AA-8341-DE9C32FDB5EC}" srcOrd="2" destOrd="0" presId="urn:microsoft.com/office/officeart/2018/5/layout/IconLeafLabelList"/>
    <dgm:cxn modelId="{CDD4EF4C-169F-4B6E-8DD3-53920E345107}" type="presParOf" srcId="{48344FD3-22AA-4F42-9809-010260F33736}" destId="{39F7E5EC-B5D6-45D8-A485-8D5E08C4E854}" srcOrd="3" destOrd="0" presId="urn:microsoft.com/office/officeart/2018/5/layout/IconLeafLabelList"/>
    <dgm:cxn modelId="{095F06A2-6D6D-4162-A7EE-CD6B9C884A94}" type="presParOf" srcId="{F0A9BE36-A863-4106-B09F-D9379C5E065F}" destId="{BA0EFEC6-B7B4-4C82-ACEE-4839D0E0EBF9}" srcOrd="3" destOrd="0" presId="urn:microsoft.com/office/officeart/2018/5/layout/IconLeafLabelList"/>
    <dgm:cxn modelId="{5AEDF347-972E-47DF-A53A-CC6160BFF7FE}" type="presParOf" srcId="{F0A9BE36-A863-4106-B09F-D9379C5E065F}" destId="{FFD86368-9EE3-45BE-8E51-DF08956CAA4E}" srcOrd="4" destOrd="0" presId="urn:microsoft.com/office/officeart/2018/5/layout/IconLeafLabelList"/>
    <dgm:cxn modelId="{31C1F08B-A832-44E7-B71B-3252F3478BE0}" type="presParOf" srcId="{FFD86368-9EE3-45BE-8E51-DF08956CAA4E}" destId="{8B4ED35F-C519-4D83-AB74-009F92D36004}" srcOrd="0" destOrd="0" presId="urn:microsoft.com/office/officeart/2018/5/layout/IconLeafLabelList"/>
    <dgm:cxn modelId="{59CB36E0-2DE1-4E90-A7C1-45E1044F6718}" type="presParOf" srcId="{FFD86368-9EE3-45BE-8E51-DF08956CAA4E}" destId="{2A661B49-0500-4D4E-8E09-5FAFB9CB0FB7}" srcOrd="1" destOrd="0" presId="urn:microsoft.com/office/officeart/2018/5/layout/IconLeafLabelList"/>
    <dgm:cxn modelId="{B0EE8A7E-BB33-4592-AA60-3C9E75522F76}" type="presParOf" srcId="{FFD86368-9EE3-45BE-8E51-DF08956CAA4E}" destId="{06644F91-87EB-4894-9700-4A35CA0FA622}" srcOrd="2" destOrd="0" presId="urn:microsoft.com/office/officeart/2018/5/layout/IconLeafLabelList"/>
    <dgm:cxn modelId="{D35D39D6-B419-44B4-BF1F-3293D0371F62}" type="presParOf" srcId="{FFD86368-9EE3-45BE-8E51-DF08956CAA4E}" destId="{A2232807-CFFC-419D-8A34-34D330E1BE1A}" srcOrd="3" destOrd="0" presId="urn:microsoft.com/office/officeart/2018/5/layout/IconLeafLabelList"/>
    <dgm:cxn modelId="{588927DD-8747-4AFA-9AA9-E84D291B2AC2}" type="presParOf" srcId="{F0A9BE36-A863-4106-B09F-D9379C5E065F}" destId="{2DCC6A11-269F-4B76-AC8E-53DFFEE22396}" srcOrd="5" destOrd="0" presId="urn:microsoft.com/office/officeart/2018/5/layout/IconLeafLabelList"/>
    <dgm:cxn modelId="{E9564417-1D67-4540-AB20-053ECCFF4D70}" type="presParOf" srcId="{F0A9BE36-A863-4106-B09F-D9379C5E065F}" destId="{C0341B11-3D3B-4BF0-92EC-07C883C694E1}" srcOrd="6" destOrd="0" presId="urn:microsoft.com/office/officeart/2018/5/layout/IconLeafLabelList"/>
    <dgm:cxn modelId="{2471C413-92BA-4BAA-A893-552AD0561C31}" type="presParOf" srcId="{C0341B11-3D3B-4BF0-92EC-07C883C694E1}" destId="{1503506E-BA41-4EB6-8C6B-07178B7291BB}" srcOrd="0" destOrd="0" presId="urn:microsoft.com/office/officeart/2018/5/layout/IconLeafLabelList"/>
    <dgm:cxn modelId="{1BABCEAA-9EC9-407D-9FE9-EC71FA90E40F}" type="presParOf" srcId="{C0341B11-3D3B-4BF0-92EC-07C883C694E1}" destId="{89B84359-597D-4F42-9EC2-63A6E61DF413}" srcOrd="1" destOrd="0" presId="urn:microsoft.com/office/officeart/2018/5/layout/IconLeafLabelList"/>
    <dgm:cxn modelId="{3A7554BA-F337-486A-8BB8-949DD3306BF8}" type="presParOf" srcId="{C0341B11-3D3B-4BF0-92EC-07C883C694E1}" destId="{9D175750-8E8A-4D4C-9EC0-3E3D16174A14}" srcOrd="2" destOrd="0" presId="urn:microsoft.com/office/officeart/2018/5/layout/IconLeafLabelList"/>
    <dgm:cxn modelId="{2DB326D0-C26C-44C5-9A66-CB82CBB78B6F}" type="presParOf" srcId="{C0341B11-3D3B-4BF0-92EC-07C883C694E1}" destId="{7EC29E68-AA0D-4014-81B4-F0DB8575AC4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941DB0-0D3F-46C6-909B-4E927C68AEF7}">
      <dsp:nvSpPr>
        <dsp:cNvPr id="0" name=""/>
        <dsp:cNvSpPr/>
      </dsp:nvSpPr>
      <dsp:spPr>
        <a:xfrm>
          <a:off x="0" y="462"/>
          <a:ext cx="7543800" cy="10814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00672-6CD0-4CA6-80E3-893CACE01483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89EAD-C543-480C-8639-8A6105454725}">
      <dsp:nvSpPr>
        <dsp:cNvPr id="0" name=""/>
        <dsp:cNvSpPr/>
      </dsp:nvSpPr>
      <dsp:spPr>
        <a:xfrm>
          <a:off x="1249101" y="462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S3 is object storage built to store and retrieve any amount of data from anywhere.</a:t>
          </a:r>
        </a:p>
      </dsp:txBody>
      <dsp:txXfrm>
        <a:off x="1249101" y="462"/>
        <a:ext cx="6294698" cy="1081473"/>
      </dsp:txXfrm>
    </dsp:sp>
    <dsp:sp modelId="{9082249C-ECB7-4F9D-BFFE-275F886A0991}">
      <dsp:nvSpPr>
        <dsp:cNvPr id="0" name=""/>
        <dsp:cNvSpPr/>
      </dsp:nvSpPr>
      <dsp:spPr>
        <a:xfrm>
          <a:off x="0" y="1352303"/>
          <a:ext cx="7543800" cy="10814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1647DE-1EE5-465B-9C04-BC35A6DEBA62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A3855-9FDF-459A-85F0-17B337504AB9}">
      <dsp:nvSpPr>
        <dsp:cNvPr id="0" name=""/>
        <dsp:cNvSpPr/>
      </dsp:nvSpPr>
      <dsp:spPr>
        <a:xfrm>
          <a:off x="1249101" y="1352303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 offers industry‑leading durability, availability, performance, security, and virtually unlimited scalability at very low cost.</a:t>
          </a:r>
        </a:p>
      </dsp:txBody>
      <dsp:txXfrm>
        <a:off x="1249101" y="1352303"/>
        <a:ext cx="6294698" cy="1081473"/>
      </dsp:txXfrm>
    </dsp:sp>
    <dsp:sp modelId="{DA96CBF3-CA3A-47D5-84C9-D3451BCF5752}">
      <dsp:nvSpPr>
        <dsp:cNvPr id="0" name=""/>
        <dsp:cNvSpPr/>
      </dsp:nvSpPr>
      <dsp:spPr>
        <a:xfrm>
          <a:off x="0" y="2704144"/>
          <a:ext cx="7543800" cy="10814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115CD-89C5-4FE4-A084-2E6DDBDA3559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EFAB1-EABC-4A02-A6B6-408C10A33670}">
      <dsp:nvSpPr>
        <dsp:cNvPr id="0" name=""/>
        <dsp:cNvSpPr/>
      </dsp:nvSpPr>
      <dsp:spPr>
        <a:xfrm>
          <a:off x="1249101" y="2704144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Pay‑only‑for‑what‑you‑use model; start small and scale.</a:t>
          </a:r>
        </a:p>
      </dsp:txBody>
      <dsp:txXfrm>
        <a:off x="1249101" y="2704144"/>
        <a:ext cx="6294698" cy="10814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9232C-D8A1-4B6E-95C6-FF612CA3B528}">
      <dsp:nvSpPr>
        <dsp:cNvPr id="0" name=""/>
        <dsp:cNvSpPr/>
      </dsp:nvSpPr>
      <dsp:spPr>
        <a:xfrm>
          <a:off x="326605" y="893196"/>
          <a:ext cx="1016507" cy="10165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FA9ECE-02DF-4C41-A8E8-8D480F973579}">
      <dsp:nvSpPr>
        <dsp:cNvPr id="0" name=""/>
        <dsp:cNvSpPr/>
      </dsp:nvSpPr>
      <dsp:spPr>
        <a:xfrm>
          <a:off x="543237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5C22F-F48E-4FA2-8FC9-40CFA547A460}">
      <dsp:nvSpPr>
        <dsp:cNvPr id="0" name=""/>
        <dsp:cNvSpPr/>
      </dsp:nvSpPr>
      <dsp:spPr>
        <a:xfrm>
          <a:off x="1655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Store virtually any type and amount of data in any format.</a:t>
          </a:r>
        </a:p>
      </dsp:txBody>
      <dsp:txXfrm>
        <a:off x="1655" y="2226321"/>
        <a:ext cx="1666406" cy="666562"/>
      </dsp:txXfrm>
    </dsp:sp>
    <dsp:sp modelId="{5F91A71A-7C5C-4212-AB9E-5129233B3E00}">
      <dsp:nvSpPr>
        <dsp:cNvPr id="0" name=""/>
        <dsp:cNvSpPr/>
      </dsp:nvSpPr>
      <dsp:spPr>
        <a:xfrm>
          <a:off x="2284632" y="893196"/>
          <a:ext cx="1016507" cy="10165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9424D-55AC-4F9E-8E92-77B8019863FF}">
      <dsp:nvSpPr>
        <dsp:cNvPr id="0" name=""/>
        <dsp:cNvSpPr/>
      </dsp:nvSpPr>
      <dsp:spPr>
        <a:xfrm>
          <a:off x="2501265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0D616-F80D-4998-9E04-F5A06C5C9DC7}">
      <dsp:nvSpPr>
        <dsp:cNvPr id="0" name=""/>
        <dsp:cNvSpPr/>
      </dsp:nvSpPr>
      <dsp:spPr>
        <a:xfrm>
          <a:off x="1959683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Retrieve or read the same piece of data millions of times or only occasionally for disaster recovery.</a:t>
          </a:r>
        </a:p>
      </dsp:txBody>
      <dsp:txXfrm>
        <a:off x="1959683" y="2226321"/>
        <a:ext cx="1666406" cy="666562"/>
      </dsp:txXfrm>
    </dsp:sp>
    <dsp:sp modelId="{DFF63A63-B26B-4DD5-8D7D-BD362F1FE1A6}">
      <dsp:nvSpPr>
        <dsp:cNvPr id="0" name=""/>
        <dsp:cNvSpPr/>
      </dsp:nvSpPr>
      <dsp:spPr>
        <a:xfrm>
          <a:off x="4242659" y="893196"/>
          <a:ext cx="1016507" cy="10165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B12634-0F78-47E8-9537-FFE5877B0151}">
      <dsp:nvSpPr>
        <dsp:cNvPr id="0" name=""/>
        <dsp:cNvSpPr/>
      </dsp:nvSpPr>
      <dsp:spPr>
        <a:xfrm>
          <a:off x="4459292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91877-D175-4E33-A38E-59EE2DFA2886}">
      <dsp:nvSpPr>
        <dsp:cNvPr id="0" name=""/>
        <dsp:cNvSpPr/>
      </dsp:nvSpPr>
      <dsp:spPr>
        <a:xfrm>
          <a:off x="3917710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Use it for simple FTP‑style apps, web apps, or sophisticated analytics/data lakes.</a:t>
          </a:r>
        </a:p>
      </dsp:txBody>
      <dsp:txXfrm>
        <a:off x="3917710" y="2226321"/>
        <a:ext cx="1666406" cy="666562"/>
      </dsp:txXfrm>
    </dsp:sp>
    <dsp:sp modelId="{78BB1D6E-661F-409E-AFD0-99016F4C1D6C}">
      <dsp:nvSpPr>
        <dsp:cNvPr id="0" name=""/>
        <dsp:cNvSpPr/>
      </dsp:nvSpPr>
      <dsp:spPr>
        <a:xfrm>
          <a:off x="6200687" y="893196"/>
          <a:ext cx="1016507" cy="10165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551D6-5328-49BE-B554-F9B06837B391}">
      <dsp:nvSpPr>
        <dsp:cNvPr id="0" name=""/>
        <dsp:cNvSpPr/>
      </dsp:nvSpPr>
      <dsp:spPr>
        <a:xfrm>
          <a:off x="6417319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DB561-4065-49B9-A17B-D09FE900B6B1}">
      <dsp:nvSpPr>
        <dsp:cNvPr id="0" name=""/>
        <dsp:cNvSpPr/>
      </dsp:nvSpPr>
      <dsp:spPr>
        <a:xfrm>
          <a:off x="5875737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Focus on innovation rather than storage infrastructure.</a:t>
          </a:r>
        </a:p>
      </dsp:txBody>
      <dsp:txXfrm>
        <a:off x="5875737" y="2226321"/>
        <a:ext cx="1666406" cy="666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A16A4-1A26-4F20-B809-0A3A8EE990AE}">
      <dsp:nvSpPr>
        <dsp:cNvPr id="0" name=""/>
        <dsp:cNvSpPr/>
      </dsp:nvSpPr>
      <dsp:spPr>
        <a:xfrm>
          <a:off x="0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C9E58-ED13-4281-8509-086C5FEFB29A}">
      <dsp:nvSpPr>
        <dsp:cNvPr id="0" name=""/>
        <dsp:cNvSpPr/>
      </dsp:nvSpPr>
      <dsp:spPr>
        <a:xfrm>
          <a:off x="235743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Requires an AWS account, then go to the S3 console.</a:t>
          </a:r>
        </a:p>
      </dsp:txBody>
      <dsp:txXfrm>
        <a:off x="275203" y="1370840"/>
        <a:ext cx="2042773" cy="1268355"/>
      </dsp:txXfrm>
    </dsp:sp>
    <dsp:sp modelId="{E60BF52F-4137-4A82-8ECB-879306FAE305}">
      <dsp:nvSpPr>
        <dsp:cNvPr id="0" name=""/>
        <dsp:cNvSpPr/>
      </dsp:nvSpPr>
      <dsp:spPr>
        <a:xfrm>
          <a:off x="2593181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3FF5D-2590-4FCE-BFBA-5EF1D1112E69}">
      <dsp:nvSpPr>
        <dsp:cNvPr id="0" name=""/>
        <dsp:cNvSpPr/>
      </dsp:nvSpPr>
      <dsp:spPr>
        <a:xfrm>
          <a:off x="2828925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Documentation and getting‑started materials guide you.</a:t>
          </a:r>
        </a:p>
      </dsp:txBody>
      <dsp:txXfrm>
        <a:off x="2868385" y="1370840"/>
        <a:ext cx="2042773" cy="1268355"/>
      </dsp:txXfrm>
    </dsp:sp>
    <dsp:sp modelId="{FF606F45-2EFD-4AA7-9657-851C843D0D35}">
      <dsp:nvSpPr>
        <dsp:cNvPr id="0" name=""/>
        <dsp:cNvSpPr/>
      </dsp:nvSpPr>
      <dsp:spPr>
        <a:xfrm>
          <a:off x="5186362" y="1107423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C2053-DBAD-4758-9454-D411BBAD5D48}">
      <dsp:nvSpPr>
        <dsp:cNvPr id="0" name=""/>
        <dsp:cNvSpPr/>
      </dsp:nvSpPr>
      <dsp:spPr>
        <a:xfrm>
          <a:off x="5422106" y="1331380"/>
          <a:ext cx="2121693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upfront investment in infrastructure; pay as you go.</a:t>
          </a:r>
        </a:p>
      </dsp:txBody>
      <dsp:txXfrm>
        <a:off x="5461566" y="1370840"/>
        <a:ext cx="2042773" cy="12683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A3E6D2-8A6F-4F8B-8E89-B00A970CE56F}">
      <dsp:nvSpPr>
        <dsp:cNvPr id="0" name=""/>
        <dsp:cNvSpPr/>
      </dsp:nvSpPr>
      <dsp:spPr>
        <a:xfrm>
          <a:off x="0" y="462"/>
          <a:ext cx="7543800" cy="10814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0722B-66F9-440A-80E9-7AEEEDFE66D4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166FE-9A29-4363-8F0A-5A50383327DF}">
      <dsp:nvSpPr>
        <dsp:cNvPr id="0" name=""/>
        <dsp:cNvSpPr/>
      </dsp:nvSpPr>
      <dsp:spPr>
        <a:xfrm>
          <a:off x="1249101" y="462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S3 leverages Amazon’s massive scale with no upfront investment.</a:t>
          </a:r>
        </a:p>
      </dsp:txBody>
      <dsp:txXfrm>
        <a:off x="1249101" y="462"/>
        <a:ext cx="6294698" cy="1081473"/>
      </dsp:txXfrm>
    </dsp:sp>
    <dsp:sp modelId="{CB8531D9-9231-40E9-BA0E-E11F80FC8EB8}">
      <dsp:nvSpPr>
        <dsp:cNvPr id="0" name=""/>
        <dsp:cNvSpPr/>
      </dsp:nvSpPr>
      <dsp:spPr>
        <a:xfrm>
          <a:off x="0" y="1352303"/>
          <a:ext cx="7543800" cy="10814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10075-52D5-4222-ABE1-28A20E380CA7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9D576-D64A-44E7-945D-E445D22ECBFD}">
      <dsp:nvSpPr>
        <dsp:cNvPr id="0" name=""/>
        <dsp:cNvSpPr/>
      </dsp:nvSpPr>
      <dsp:spPr>
        <a:xfrm>
          <a:off x="1249101" y="1352303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On‑premises requires provisioning and hardware management.</a:t>
          </a:r>
        </a:p>
      </dsp:txBody>
      <dsp:txXfrm>
        <a:off x="1249101" y="1352303"/>
        <a:ext cx="6294698" cy="1081473"/>
      </dsp:txXfrm>
    </dsp:sp>
    <dsp:sp modelId="{8B46FFBE-5258-473E-AB6A-0D5C777B4277}">
      <dsp:nvSpPr>
        <dsp:cNvPr id="0" name=""/>
        <dsp:cNvSpPr/>
      </dsp:nvSpPr>
      <dsp:spPr>
        <a:xfrm>
          <a:off x="0" y="2704144"/>
          <a:ext cx="7543800" cy="10814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5EB6B-CB1E-4B0B-B969-D4CFC34C7C4B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A86B5-933A-474B-8A31-9ADC45E31574}">
      <dsp:nvSpPr>
        <dsp:cNvPr id="0" name=""/>
        <dsp:cNvSpPr/>
      </dsp:nvSpPr>
      <dsp:spPr>
        <a:xfrm>
          <a:off x="1249101" y="2704144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S3 offers fast, accessible, secure storage with operational simplicity.</a:t>
          </a:r>
        </a:p>
      </dsp:txBody>
      <dsp:txXfrm>
        <a:off x="1249101" y="2704144"/>
        <a:ext cx="6294698" cy="10814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698E2-7062-4EF8-B4EA-E939FEA67E72}">
      <dsp:nvSpPr>
        <dsp:cNvPr id="0" name=""/>
        <dsp:cNvSpPr/>
      </dsp:nvSpPr>
      <dsp:spPr>
        <a:xfrm>
          <a:off x="965728" y="555180"/>
          <a:ext cx="1554187" cy="155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52569-23F8-4C7E-B38C-465DA67347D2}">
      <dsp:nvSpPr>
        <dsp:cNvPr id="0" name=""/>
        <dsp:cNvSpPr/>
      </dsp:nvSpPr>
      <dsp:spPr>
        <a:xfrm>
          <a:off x="15946" y="2510899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bucket is a container for S3 objects.</a:t>
          </a:r>
        </a:p>
      </dsp:txBody>
      <dsp:txXfrm>
        <a:off x="15946" y="2510899"/>
        <a:ext cx="3453750" cy="720000"/>
      </dsp:txXfrm>
    </dsp:sp>
    <dsp:sp modelId="{6899FA14-9BFE-4186-A4E3-3F319E17344F}">
      <dsp:nvSpPr>
        <dsp:cNvPr id="0" name=""/>
        <dsp:cNvSpPr/>
      </dsp:nvSpPr>
      <dsp:spPr>
        <a:xfrm>
          <a:off x="5023884" y="555180"/>
          <a:ext cx="1554187" cy="1554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DFB35-7C77-43D1-8C19-D09ED015B8A2}">
      <dsp:nvSpPr>
        <dsp:cNvPr id="0" name=""/>
        <dsp:cNvSpPr/>
      </dsp:nvSpPr>
      <dsp:spPr>
        <a:xfrm>
          <a:off x="4074103" y="2510899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General Purpose, Directory, Table, and Vector buckets serve different workloads.</a:t>
          </a:r>
        </a:p>
      </dsp:txBody>
      <dsp:txXfrm>
        <a:off x="4074103" y="2510899"/>
        <a:ext cx="345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FF5C9-BB97-40E8-8281-8D805B96CC33}">
      <dsp:nvSpPr>
        <dsp:cNvPr id="0" name=""/>
        <dsp:cNvSpPr/>
      </dsp:nvSpPr>
      <dsp:spPr>
        <a:xfrm>
          <a:off x="441900" y="633040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E5E275-8C53-43CC-B0B9-9748AD3A9615}">
      <dsp:nvSpPr>
        <dsp:cNvPr id="0" name=""/>
        <dsp:cNvSpPr/>
      </dsp:nvSpPr>
      <dsp:spPr>
        <a:xfrm>
          <a:off x="7344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DC68B-8329-4AA5-AB42-DDE1F8B81CF3}">
      <dsp:nvSpPr>
        <dsp:cNvPr id="0" name=""/>
        <dsp:cNvSpPr/>
      </dsp:nvSpPr>
      <dsp:spPr>
        <a:xfrm>
          <a:off x="31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S3 Standard: 99.99% availability.</a:t>
          </a:r>
        </a:p>
      </dsp:txBody>
      <dsp:txXfrm>
        <a:off x="3150" y="2433040"/>
        <a:ext cx="2250000" cy="720000"/>
      </dsp:txXfrm>
    </dsp:sp>
    <dsp:sp modelId="{76ABCAC5-651A-4F0C-B102-44C5F5435930}">
      <dsp:nvSpPr>
        <dsp:cNvPr id="0" name=""/>
        <dsp:cNvSpPr/>
      </dsp:nvSpPr>
      <dsp:spPr>
        <a:xfrm>
          <a:off x="3085650" y="633040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80A30C-A514-42D5-A3D8-03FD1B4324F9}">
      <dsp:nvSpPr>
        <dsp:cNvPr id="0" name=""/>
        <dsp:cNvSpPr/>
      </dsp:nvSpPr>
      <dsp:spPr>
        <a:xfrm>
          <a:off x="337815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C7B53-7158-48C7-A9AE-E57746174370}">
      <dsp:nvSpPr>
        <dsp:cNvPr id="0" name=""/>
        <dsp:cNvSpPr/>
      </dsp:nvSpPr>
      <dsp:spPr>
        <a:xfrm>
          <a:off x="264690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Strong read‑after‑write consistency.</a:t>
          </a:r>
        </a:p>
      </dsp:txBody>
      <dsp:txXfrm>
        <a:off x="2646900" y="2433040"/>
        <a:ext cx="2250000" cy="720000"/>
      </dsp:txXfrm>
    </dsp:sp>
    <dsp:sp modelId="{45A5D038-7179-4B61-9C50-EB0C0F256747}">
      <dsp:nvSpPr>
        <dsp:cNvPr id="0" name=""/>
        <dsp:cNvSpPr/>
      </dsp:nvSpPr>
      <dsp:spPr>
        <a:xfrm>
          <a:off x="5729400" y="633040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63B3F8-0E5C-4EDC-AF53-22151D9FB70C}">
      <dsp:nvSpPr>
        <dsp:cNvPr id="0" name=""/>
        <dsp:cNvSpPr/>
      </dsp:nvSpPr>
      <dsp:spPr>
        <a:xfrm>
          <a:off x="60219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008D7-DDFF-47B6-95EA-B975E26523C3}">
      <dsp:nvSpPr>
        <dsp:cNvPr id="0" name=""/>
        <dsp:cNvSpPr/>
      </dsp:nvSpPr>
      <dsp:spPr>
        <a:xfrm>
          <a:off x="52906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Handles massive scale and traffic spikes.</a:t>
          </a:r>
        </a:p>
      </dsp:txBody>
      <dsp:txXfrm>
        <a:off x="5290650" y="2433040"/>
        <a:ext cx="225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47D9C-8634-4D36-828F-D682AE6FFC10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D6A4B-A6E4-45DA-85F4-220137392882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3B2093-2E60-4CF2-BB10-B56A59FED864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data transfer charge within a Region.</a:t>
          </a:r>
        </a:p>
      </dsp:txBody>
      <dsp:txXfrm>
        <a:off x="1864015" y="689"/>
        <a:ext cx="3234240" cy="1613866"/>
      </dsp:txXfrm>
    </dsp:sp>
    <dsp:sp modelId="{D66266EE-4D2B-451A-BE6D-798766B8909E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CEA78C-0114-4976-B15C-3235B223324F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6B59A9-E9FF-4652-9C6A-A815D1ED6243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Versioning incurs cost for all versions.</a:t>
          </a:r>
        </a:p>
      </dsp:txBody>
      <dsp:txXfrm>
        <a:off x="1864015" y="2018022"/>
        <a:ext cx="3234240" cy="1613866"/>
      </dsp:txXfrm>
    </dsp:sp>
    <dsp:sp modelId="{4F796BA2-18D5-415A-BE79-875EA7C60627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B4891-2D5A-4BAF-BDBB-C2B3F58EEE20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58C10-2A95-4140-94E4-6A9BD3F6BCCE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Cross‑account access and Requester Pays available.</a:t>
          </a:r>
        </a:p>
      </dsp:txBody>
      <dsp:txXfrm>
        <a:off x="1864015" y="4035355"/>
        <a:ext cx="3234240" cy="16138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FFF27-66B8-489D-906B-D5C99A1B77E2}">
      <dsp:nvSpPr>
        <dsp:cNvPr id="0" name=""/>
        <dsp:cNvSpPr/>
      </dsp:nvSpPr>
      <dsp:spPr>
        <a:xfrm>
          <a:off x="541002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6E86E-142C-48A8-9D83-E7BBEACF6EE8}">
      <dsp:nvSpPr>
        <dsp:cNvPr id="0" name=""/>
        <dsp:cNvSpPr/>
      </dsp:nvSpPr>
      <dsp:spPr>
        <a:xfrm>
          <a:off x="833502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D2DFC-66E2-4574-85D1-2957D3056FB3}">
      <dsp:nvSpPr>
        <dsp:cNvPr id="0" name=""/>
        <dsp:cNvSpPr/>
      </dsp:nvSpPr>
      <dsp:spPr>
        <a:xfrm>
          <a:off x="102252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Secure by default; only you have access unless modified.</a:t>
          </a:r>
        </a:p>
      </dsp:txBody>
      <dsp:txXfrm>
        <a:off x="102252" y="1823706"/>
        <a:ext cx="2250000" cy="720000"/>
      </dsp:txXfrm>
    </dsp:sp>
    <dsp:sp modelId="{8DBF37FB-8AB6-4BD0-8E9F-6CF0D3DC9F16}">
      <dsp:nvSpPr>
        <dsp:cNvPr id="0" name=""/>
        <dsp:cNvSpPr/>
      </dsp:nvSpPr>
      <dsp:spPr>
        <a:xfrm>
          <a:off x="3184753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9B65CA-8C8E-4B4C-800A-15792C268C51}">
      <dsp:nvSpPr>
        <dsp:cNvPr id="0" name=""/>
        <dsp:cNvSpPr/>
      </dsp:nvSpPr>
      <dsp:spPr>
        <a:xfrm>
          <a:off x="3477253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231A50-79D5-40E4-90CB-EDC8FECF282B}">
      <dsp:nvSpPr>
        <dsp:cNvPr id="0" name=""/>
        <dsp:cNvSpPr/>
      </dsp:nvSpPr>
      <dsp:spPr>
        <a:xfrm>
          <a:off x="2746003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Supports IAM, bucket policies, ACLs, VPC endpoints.</a:t>
          </a:r>
        </a:p>
      </dsp:txBody>
      <dsp:txXfrm>
        <a:off x="2746003" y="1823706"/>
        <a:ext cx="2250000" cy="720000"/>
      </dsp:txXfrm>
    </dsp:sp>
    <dsp:sp modelId="{55F726FD-64AD-43EB-A99E-48DE31CFA0D0}">
      <dsp:nvSpPr>
        <dsp:cNvPr id="0" name=""/>
        <dsp:cNvSpPr/>
      </dsp:nvSpPr>
      <dsp:spPr>
        <a:xfrm>
          <a:off x="1862878" y="31062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ECED1-8702-4CED-8474-E1E77981F4B5}">
      <dsp:nvSpPr>
        <dsp:cNvPr id="0" name=""/>
        <dsp:cNvSpPr/>
      </dsp:nvSpPr>
      <dsp:spPr>
        <a:xfrm>
          <a:off x="2155378" y="3398706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16E6F-7DE8-461A-A71A-AFD3D3A7C5EC}">
      <dsp:nvSpPr>
        <dsp:cNvPr id="0" name=""/>
        <dsp:cNvSpPr/>
      </dsp:nvSpPr>
      <dsp:spPr>
        <a:xfrm>
          <a:off x="1424127" y="49062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Encryption by default with SSE‑S3; additional options available.</a:t>
          </a:r>
        </a:p>
      </dsp:txBody>
      <dsp:txXfrm>
        <a:off x="1424127" y="4906206"/>
        <a:ext cx="225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875F27-617F-4134-9B4D-5EDD71A76C00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B2139D-4279-4BD3-BE7C-430717203379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1ACFC-D47F-44D4-A0C9-32D3D53A9AEB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Access via gateway or interface VPC endpoints.</a:t>
          </a:r>
        </a:p>
      </dsp:txBody>
      <dsp:txXfrm>
        <a:off x="1864015" y="689"/>
        <a:ext cx="3234240" cy="1613866"/>
      </dsp:txXfrm>
    </dsp:sp>
    <dsp:sp modelId="{A292BDC1-D85A-4339-B103-5435E16A72D8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D5A602-FD62-4873-960D-D68E5F79AACE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D2309-E459-470C-94E6-4503D32B15AC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Bucket policies can restrict to specific endpoints.</a:t>
          </a:r>
        </a:p>
      </dsp:txBody>
      <dsp:txXfrm>
        <a:off x="1864015" y="2018022"/>
        <a:ext cx="3234240" cy="1613866"/>
      </dsp:txXfrm>
    </dsp:sp>
    <dsp:sp modelId="{3A109A6E-98DD-403D-B5E7-A084BDFE249F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C03499-6843-4714-924D-895B8FA1EAEA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1313FB-ECCB-4ACC-9C9F-426D19D2623A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PrivateLink allows on‑premises access without internet.</a:t>
          </a:r>
        </a:p>
      </dsp:txBody>
      <dsp:txXfrm>
        <a:off x="1864015" y="4035355"/>
        <a:ext cx="3234240" cy="16138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031942-9910-4BA1-94DE-702548AB74ED}">
      <dsp:nvSpPr>
        <dsp:cNvPr id="0" name=""/>
        <dsp:cNvSpPr/>
      </dsp:nvSpPr>
      <dsp:spPr>
        <a:xfrm>
          <a:off x="0" y="616"/>
          <a:ext cx="5182791" cy="14429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AAE9D-C9FF-4962-A39B-0D6E770F9DCC}">
      <dsp:nvSpPr>
        <dsp:cNvPr id="0" name=""/>
        <dsp:cNvSpPr/>
      </dsp:nvSpPr>
      <dsp:spPr>
        <a:xfrm>
          <a:off x="436480" y="325271"/>
          <a:ext cx="793601" cy="7936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F029B-3BF8-483B-B86C-FAD3221388D4}">
      <dsp:nvSpPr>
        <dsp:cNvPr id="0" name=""/>
        <dsp:cNvSpPr/>
      </dsp:nvSpPr>
      <dsp:spPr>
        <a:xfrm>
          <a:off x="1666563" y="616"/>
          <a:ext cx="3516227" cy="144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708" tIns="152708" rIns="152708" bIns="1527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S3 Access Points simplify multi‑user access management.</a:t>
          </a:r>
        </a:p>
      </dsp:txBody>
      <dsp:txXfrm>
        <a:off x="1666563" y="616"/>
        <a:ext cx="3516227" cy="1442911"/>
      </dsp:txXfrm>
    </dsp:sp>
    <dsp:sp modelId="{1931840D-95B2-4111-9E77-804D76B7BC31}">
      <dsp:nvSpPr>
        <dsp:cNvPr id="0" name=""/>
        <dsp:cNvSpPr/>
      </dsp:nvSpPr>
      <dsp:spPr>
        <a:xfrm>
          <a:off x="0" y="1804256"/>
          <a:ext cx="5182791" cy="14429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47DE39-784F-48A1-B50E-BA3579AD8157}">
      <dsp:nvSpPr>
        <dsp:cNvPr id="0" name=""/>
        <dsp:cNvSpPr/>
      </dsp:nvSpPr>
      <dsp:spPr>
        <a:xfrm>
          <a:off x="436480" y="2128911"/>
          <a:ext cx="793601" cy="7936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6C30C-BA2F-4DF6-BFC4-6C20B46B023D}">
      <dsp:nvSpPr>
        <dsp:cNvPr id="0" name=""/>
        <dsp:cNvSpPr/>
      </dsp:nvSpPr>
      <dsp:spPr>
        <a:xfrm>
          <a:off x="1666563" y="1804256"/>
          <a:ext cx="3516227" cy="144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708" tIns="152708" rIns="152708" bIns="1527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Each access point has unique permissions and hostname.</a:t>
          </a:r>
        </a:p>
      </dsp:txBody>
      <dsp:txXfrm>
        <a:off x="1666563" y="1804256"/>
        <a:ext cx="3516227" cy="1442911"/>
      </dsp:txXfrm>
    </dsp:sp>
    <dsp:sp modelId="{B18588AB-727B-4CE6-8946-E4E63D9FF3AC}">
      <dsp:nvSpPr>
        <dsp:cNvPr id="0" name=""/>
        <dsp:cNvSpPr/>
      </dsp:nvSpPr>
      <dsp:spPr>
        <a:xfrm>
          <a:off x="0" y="3607896"/>
          <a:ext cx="5182791" cy="14429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EEA4D-F65D-49BA-A40A-A5DAE08C7813}">
      <dsp:nvSpPr>
        <dsp:cNvPr id="0" name=""/>
        <dsp:cNvSpPr/>
      </dsp:nvSpPr>
      <dsp:spPr>
        <a:xfrm>
          <a:off x="436480" y="3932551"/>
          <a:ext cx="793601" cy="7936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186BB-7DA9-4015-A6EE-EC2DCC024EA0}">
      <dsp:nvSpPr>
        <dsp:cNvPr id="0" name=""/>
        <dsp:cNvSpPr/>
      </dsp:nvSpPr>
      <dsp:spPr>
        <a:xfrm>
          <a:off x="1666563" y="3607896"/>
          <a:ext cx="3516227" cy="14429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708" tIns="152708" rIns="152708" bIns="1527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Ideal for cross‑account dataset sharing.</a:t>
          </a:r>
        </a:p>
      </dsp:txBody>
      <dsp:txXfrm>
        <a:off x="1666563" y="3607896"/>
        <a:ext cx="3516227" cy="144291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457BB-5752-4F5B-939C-89B6A49582C8}">
      <dsp:nvSpPr>
        <dsp:cNvPr id="0" name=""/>
        <dsp:cNvSpPr/>
      </dsp:nvSpPr>
      <dsp:spPr>
        <a:xfrm>
          <a:off x="0" y="820856"/>
          <a:ext cx="5182791" cy="15154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0C569-4742-4F4B-A209-7278BD1992D0}">
      <dsp:nvSpPr>
        <dsp:cNvPr id="0" name=""/>
        <dsp:cNvSpPr/>
      </dsp:nvSpPr>
      <dsp:spPr>
        <a:xfrm>
          <a:off x="458416" y="1161827"/>
          <a:ext cx="833485" cy="8334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394CBC-E72E-4ABA-88EE-0371BF3874E3}">
      <dsp:nvSpPr>
        <dsp:cNvPr id="0" name=""/>
        <dsp:cNvSpPr/>
      </dsp:nvSpPr>
      <dsp:spPr>
        <a:xfrm>
          <a:off x="1750318" y="820856"/>
          <a:ext cx="3432472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Trigger events (PUT, COPY, DELETE) to Lambda, SNS, SQS, or EventBridge.</a:t>
          </a:r>
        </a:p>
      </dsp:txBody>
      <dsp:txXfrm>
        <a:off x="1750318" y="820856"/>
        <a:ext cx="3432472" cy="1515427"/>
      </dsp:txXfrm>
    </dsp:sp>
    <dsp:sp modelId="{BDF77E7C-6E03-41CF-BD37-DC3879FBF3D5}">
      <dsp:nvSpPr>
        <dsp:cNvPr id="0" name=""/>
        <dsp:cNvSpPr/>
      </dsp:nvSpPr>
      <dsp:spPr>
        <a:xfrm>
          <a:off x="0" y="2715140"/>
          <a:ext cx="5182791" cy="15154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68860D-8E5B-4022-AB8B-5E598C30F1C7}">
      <dsp:nvSpPr>
        <dsp:cNvPr id="0" name=""/>
        <dsp:cNvSpPr/>
      </dsp:nvSpPr>
      <dsp:spPr>
        <a:xfrm>
          <a:off x="458416" y="3056112"/>
          <a:ext cx="833485" cy="8334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F1A9F-B3C1-4358-86B4-0AC69DDA945F}">
      <dsp:nvSpPr>
        <dsp:cNvPr id="0" name=""/>
        <dsp:cNvSpPr/>
      </dsp:nvSpPr>
      <dsp:spPr>
        <a:xfrm>
          <a:off x="1750318" y="2715140"/>
          <a:ext cx="3432472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Enable automation and workflows without polling.</a:t>
          </a:r>
        </a:p>
      </dsp:txBody>
      <dsp:txXfrm>
        <a:off x="1750318" y="2715140"/>
        <a:ext cx="3432472" cy="151542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F46773-C1B1-4ED8-8398-08A1830C008C}">
      <dsp:nvSpPr>
        <dsp:cNvPr id="0" name=""/>
        <dsp:cNvSpPr/>
      </dsp:nvSpPr>
      <dsp:spPr>
        <a:xfrm>
          <a:off x="0" y="615237"/>
          <a:ext cx="7543800" cy="113582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6D928-1449-4B09-AF20-F6C6BBD77B9B}">
      <dsp:nvSpPr>
        <dsp:cNvPr id="0" name=""/>
        <dsp:cNvSpPr/>
      </dsp:nvSpPr>
      <dsp:spPr>
        <a:xfrm>
          <a:off x="343586" y="870798"/>
          <a:ext cx="624703" cy="624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2BC35-3DB9-4371-A392-C4B02D9C0076}">
      <dsp:nvSpPr>
        <dsp:cNvPr id="0" name=""/>
        <dsp:cNvSpPr/>
      </dsp:nvSpPr>
      <dsp:spPr>
        <a:xfrm>
          <a:off x="1311876" y="615237"/>
          <a:ext cx="62319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Uses AWS Edge Locations to speed long‑distance transfers.</a:t>
          </a:r>
        </a:p>
      </dsp:txBody>
      <dsp:txXfrm>
        <a:off x="1311876" y="615237"/>
        <a:ext cx="6231923" cy="1135824"/>
      </dsp:txXfrm>
    </dsp:sp>
    <dsp:sp modelId="{D53704A0-1472-4F8A-9B50-E60D0889CF48}">
      <dsp:nvSpPr>
        <dsp:cNvPr id="0" name=""/>
        <dsp:cNvSpPr/>
      </dsp:nvSpPr>
      <dsp:spPr>
        <a:xfrm>
          <a:off x="0" y="2035018"/>
          <a:ext cx="7543800" cy="113582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3397F-010A-45C4-A5CE-CCF5AFEF8AEE}">
      <dsp:nvSpPr>
        <dsp:cNvPr id="0" name=""/>
        <dsp:cNvSpPr/>
      </dsp:nvSpPr>
      <dsp:spPr>
        <a:xfrm>
          <a:off x="343586" y="2290578"/>
          <a:ext cx="624703" cy="624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22C3C-3CF6-4188-BFC8-39EDB0C3898A}">
      <dsp:nvSpPr>
        <dsp:cNvPr id="0" name=""/>
        <dsp:cNvSpPr/>
      </dsp:nvSpPr>
      <dsp:spPr>
        <a:xfrm>
          <a:off x="1311876" y="2035018"/>
          <a:ext cx="6231923" cy="1135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208" tIns="120208" rIns="120208" bIns="1202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Automatically falls back if acceleration not beneficial.</a:t>
          </a:r>
        </a:p>
      </dsp:txBody>
      <dsp:txXfrm>
        <a:off x="1311876" y="2035018"/>
        <a:ext cx="6231923" cy="113582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65052-F201-49B9-B8D7-0229321A0ED9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6E6688-EDD4-41BC-A83D-15BC69AC2AFC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B9ED7-1981-40C6-9791-E07F0AD2FBFB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S3 Standard – frequent access.</a:t>
          </a:r>
        </a:p>
      </dsp:txBody>
      <dsp:txXfrm>
        <a:off x="1372680" y="2344"/>
        <a:ext cx="3725575" cy="1188467"/>
      </dsp:txXfrm>
    </dsp:sp>
    <dsp:sp modelId="{DFDE91A1-3887-4B2A-832D-6D1190B93869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33D2C-6139-4818-A121-3FB954E21D81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18762-D83C-4BA9-BE9C-C47095EECE87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Intelligent‑Tiering – unknown patterns.</a:t>
          </a:r>
        </a:p>
      </dsp:txBody>
      <dsp:txXfrm>
        <a:off x="1372680" y="1487929"/>
        <a:ext cx="3725575" cy="1188467"/>
      </dsp:txXfrm>
    </dsp:sp>
    <dsp:sp modelId="{AA160B1F-060D-4F6E-ABBA-24EA84A42DC2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80036-88E5-4FA8-BBA2-EDD35F2A89F9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1F2D2-593C-439F-B2E7-912D7B3E720F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Standard‑IA / One Zone‑IA – infrequent access.</a:t>
          </a:r>
        </a:p>
      </dsp:txBody>
      <dsp:txXfrm>
        <a:off x="1372680" y="2973514"/>
        <a:ext cx="3725575" cy="1188467"/>
      </dsp:txXfrm>
    </dsp:sp>
    <dsp:sp modelId="{4F510445-E80F-421B-AD65-E687D10F68CB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FA065B-CF96-4C3D-89A3-F508B94CB39E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1ED45-495A-4C9E-A73B-63DA3A7B0435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Glacier – archival storage.</a:t>
          </a:r>
        </a:p>
      </dsp:txBody>
      <dsp:txXfrm>
        <a:off x="1372680" y="4459099"/>
        <a:ext cx="3725575" cy="118846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1BF66C-38B9-40EC-B036-5919DAE35300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0DC3B3-56E0-4AEF-9364-AE2CA2A849F2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0794E-8E2D-44DA-A8A5-FB73DE8806C1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Standard for hot data.</a:t>
          </a:r>
        </a:p>
      </dsp:txBody>
      <dsp:txXfrm>
        <a:off x="1372680" y="2344"/>
        <a:ext cx="3725575" cy="1188467"/>
      </dsp:txXfrm>
    </dsp:sp>
    <dsp:sp modelId="{DBA0201B-3598-4969-A3C4-AC8695A67D72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1C5EFF-D2DA-4504-9B15-D85B3F43CCC2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CDE2D-A473-4673-89FE-D0098E17181A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Intelligent‑Tiering for unpredictable usage.</a:t>
          </a:r>
        </a:p>
      </dsp:txBody>
      <dsp:txXfrm>
        <a:off x="1372680" y="1487929"/>
        <a:ext cx="3725575" cy="1188467"/>
      </dsp:txXfrm>
    </dsp:sp>
    <dsp:sp modelId="{5ECFE774-FEAF-4608-93FF-C83A977B0CD5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683118-576E-40CB-AA7B-E2E354174B14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1BFF0-1118-4FEA-9C8E-811B32A47ED4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IA/One Zone‑IA for infrequent access.</a:t>
          </a:r>
        </a:p>
      </dsp:txBody>
      <dsp:txXfrm>
        <a:off x="1372680" y="2973514"/>
        <a:ext cx="3725575" cy="1188467"/>
      </dsp:txXfrm>
    </dsp:sp>
    <dsp:sp modelId="{3BE63063-FE1D-4CB4-B930-E51791245B46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9C76A3-2020-4BB1-8A37-65AE5E7BE60F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F7062-1510-46E1-B149-C5B3DBDE9A9E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Glacier for archival.</a:t>
          </a:r>
        </a:p>
      </dsp:txBody>
      <dsp:txXfrm>
        <a:off x="1372680" y="4459099"/>
        <a:ext cx="3725575" cy="118846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5F85D-511D-4C45-85AF-DD22293D28A7}">
      <dsp:nvSpPr>
        <dsp:cNvPr id="0" name=""/>
        <dsp:cNvSpPr/>
      </dsp:nvSpPr>
      <dsp:spPr>
        <a:xfrm>
          <a:off x="0" y="918110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4CF79-3FAD-4B33-B2B4-0FF8A182FE5E}">
      <dsp:nvSpPr>
        <dsp:cNvPr id="0" name=""/>
        <dsp:cNvSpPr/>
      </dsp:nvSpPr>
      <dsp:spPr>
        <a:xfrm>
          <a:off x="512729" y="1299479"/>
          <a:ext cx="932235" cy="9322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E433D-DCB3-4F69-AD2F-EDF4AF89623D}">
      <dsp:nvSpPr>
        <dsp:cNvPr id="0" name=""/>
        <dsp:cNvSpPr/>
      </dsp:nvSpPr>
      <dsp:spPr>
        <a:xfrm>
          <a:off x="1957694" y="918110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Lifecycle rules transition or delete objects automatically.</a:t>
          </a:r>
        </a:p>
      </dsp:txBody>
      <dsp:txXfrm>
        <a:off x="1957694" y="918110"/>
        <a:ext cx="3140561" cy="1694973"/>
      </dsp:txXfrm>
    </dsp:sp>
    <dsp:sp modelId="{F309448E-84C9-4031-8F2D-DCEB0F8525DC}">
      <dsp:nvSpPr>
        <dsp:cNvPr id="0" name=""/>
        <dsp:cNvSpPr/>
      </dsp:nvSpPr>
      <dsp:spPr>
        <a:xfrm>
          <a:off x="0" y="3036827"/>
          <a:ext cx="5098256" cy="16949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0A550F-AE98-4668-8964-B5B2A842BDD1}">
      <dsp:nvSpPr>
        <dsp:cNvPr id="0" name=""/>
        <dsp:cNvSpPr/>
      </dsp:nvSpPr>
      <dsp:spPr>
        <a:xfrm>
          <a:off x="512729" y="3418196"/>
          <a:ext cx="932235" cy="9322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F61FD-51B2-44D6-BFD9-325BC0CB2CFA}">
      <dsp:nvSpPr>
        <dsp:cNvPr id="0" name=""/>
        <dsp:cNvSpPr/>
      </dsp:nvSpPr>
      <dsp:spPr>
        <a:xfrm>
          <a:off x="1957694" y="3036827"/>
          <a:ext cx="3140561" cy="16949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385" tIns="179385" rIns="179385" bIns="17938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Analyze access patterns to reduce cost.</a:t>
          </a:r>
        </a:p>
      </dsp:txBody>
      <dsp:txXfrm>
        <a:off x="1957694" y="3036827"/>
        <a:ext cx="3140561" cy="169497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AB047-8F16-4E5A-9CA2-FD9565298741}">
      <dsp:nvSpPr>
        <dsp:cNvPr id="0" name=""/>
        <dsp:cNvSpPr/>
      </dsp:nvSpPr>
      <dsp:spPr>
        <a:xfrm>
          <a:off x="490799" y="1542456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222402-E5CE-4409-BF3A-C94596A07E95}">
      <dsp:nvSpPr>
        <dsp:cNvPr id="0" name=""/>
        <dsp:cNvSpPr/>
      </dsp:nvSpPr>
      <dsp:spPr>
        <a:xfrm>
          <a:off x="790612" y="1842268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24EA3-8BFA-487E-AB13-B54A48CD990E}">
      <dsp:nvSpPr>
        <dsp:cNvPr id="0" name=""/>
        <dsp:cNvSpPr/>
      </dsp:nvSpPr>
      <dsp:spPr>
        <a:xfrm>
          <a:off x="41081" y="3387456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Table buckets store tabular data (Apache Iceberg).</a:t>
          </a:r>
        </a:p>
      </dsp:txBody>
      <dsp:txXfrm>
        <a:off x="41081" y="3387456"/>
        <a:ext cx="2306250" cy="720000"/>
      </dsp:txXfrm>
    </dsp:sp>
    <dsp:sp modelId="{0A9866E0-3B42-4992-805C-6D1B9E6C49F8}">
      <dsp:nvSpPr>
        <dsp:cNvPr id="0" name=""/>
        <dsp:cNvSpPr/>
      </dsp:nvSpPr>
      <dsp:spPr>
        <a:xfrm>
          <a:off x="3200643" y="1542456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34F93-DB07-4816-9405-C95CC9777962}">
      <dsp:nvSpPr>
        <dsp:cNvPr id="0" name=""/>
        <dsp:cNvSpPr/>
      </dsp:nvSpPr>
      <dsp:spPr>
        <a:xfrm>
          <a:off x="3500456" y="1842268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EA4BF-4485-4983-B0D7-78662CC40410}">
      <dsp:nvSpPr>
        <dsp:cNvPr id="0" name=""/>
        <dsp:cNvSpPr/>
      </dsp:nvSpPr>
      <dsp:spPr>
        <a:xfrm>
          <a:off x="2750924" y="3387456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Vector buckets store/query embeddings for ML/AI.</a:t>
          </a:r>
        </a:p>
      </dsp:txBody>
      <dsp:txXfrm>
        <a:off x="2750924" y="3387456"/>
        <a:ext cx="2306250" cy="72000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AD4FF-FE3B-4E59-A8BF-EB355CA536D0}">
      <dsp:nvSpPr>
        <dsp:cNvPr id="0" name=""/>
        <dsp:cNvSpPr/>
      </dsp:nvSpPr>
      <dsp:spPr>
        <a:xfrm>
          <a:off x="0" y="58176"/>
          <a:ext cx="5098256" cy="27120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Versioning, replication, encryption, and logging support compliance.</a:t>
          </a:r>
        </a:p>
      </dsp:txBody>
      <dsp:txXfrm>
        <a:off x="132392" y="190568"/>
        <a:ext cx="4833472" cy="2447275"/>
      </dsp:txXfrm>
    </dsp:sp>
    <dsp:sp modelId="{E7549630-E5E4-49D8-83DB-99E0EC659201}">
      <dsp:nvSpPr>
        <dsp:cNvPr id="0" name=""/>
        <dsp:cNvSpPr/>
      </dsp:nvSpPr>
      <dsp:spPr>
        <a:xfrm>
          <a:off x="0" y="2879676"/>
          <a:ext cx="5098256" cy="2712059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Regional choice ensures data residency.</a:t>
          </a:r>
        </a:p>
      </dsp:txBody>
      <dsp:txXfrm>
        <a:off x="132392" y="3012068"/>
        <a:ext cx="4833472" cy="244727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F1B53-B2D2-462B-AA09-33C1FD72C15F}">
      <dsp:nvSpPr>
        <dsp:cNvPr id="0" name=""/>
        <dsp:cNvSpPr/>
      </dsp:nvSpPr>
      <dsp:spPr>
        <a:xfrm>
          <a:off x="0" y="2758"/>
          <a:ext cx="509825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70963-66B6-47BB-B83B-2ED1DD02CC83}">
      <dsp:nvSpPr>
        <dsp:cNvPr id="0" name=""/>
        <dsp:cNvSpPr/>
      </dsp:nvSpPr>
      <dsp:spPr>
        <a:xfrm>
          <a:off x="0" y="2758"/>
          <a:ext cx="5098256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Data lakes</a:t>
          </a:r>
        </a:p>
      </dsp:txBody>
      <dsp:txXfrm>
        <a:off x="0" y="2758"/>
        <a:ext cx="5098256" cy="940732"/>
      </dsp:txXfrm>
    </dsp:sp>
    <dsp:sp modelId="{5071D38B-66B4-441D-85B3-57F1EAE84719}">
      <dsp:nvSpPr>
        <dsp:cNvPr id="0" name=""/>
        <dsp:cNvSpPr/>
      </dsp:nvSpPr>
      <dsp:spPr>
        <a:xfrm>
          <a:off x="0" y="943491"/>
          <a:ext cx="5098256" cy="0"/>
        </a:xfrm>
        <a:prstGeom prst="line">
          <a:avLst/>
        </a:prstGeom>
        <a:solidFill>
          <a:schemeClr val="accent2">
            <a:hueOff val="7808"/>
            <a:satOff val="-5375"/>
            <a:lumOff val="-1373"/>
            <a:alphaOff val="0"/>
          </a:schemeClr>
        </a:solidFill>
        <a:ln w="15875" cap="flat" cmpd="sng" algn="ctr">
          <a:solidFill>
            <a:schemeClr val="accent2">
              <a:hueOff val="7808"/>
              <a:satOff val="-5375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8E7E1-C889-4D69-9F00-706530B19259}">
      <dsp:nvSpPr>
        <dsp:cNvPr id="0" name=""/>
        <dsp:cNvSpPr/>
      </dsp:nvSpPr>
      <dsp:spPr>
        <a:xfrm>
          <a:off x="0" y="943491"/>
          <a:ext cx="5098256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Backups</a:t>
          </a:r>
        </a:p>
      </dsp:txBody>
      <dsp:txXfrm>
        <a:off x="0" y="943491"/>
        <a:ext cx="5098256" cy="940732"/>
      </dsp:txXfrm>
    </dsp:sp>
    <dsp:sp modelId="{85E0A1FE-49A3-4AE7-AFA8-A44DA502ED2C}">
      <dsp:nvSpPr>
        <dsp:cNvPr id="0" name=""/>
        <dsp:cNvSpPr/>
      </dsp:nvSpPr>
      <dsp:spPr>
        <a:xfrm>
          <a:off x="0" y="1884223"/>
          <a:ext cx="5098256" cy="0"/>
        </a:xfrm>
        <a:prstGeom prst="line">
          <a:avLst/>
        </a:prstGeom>
        <a:solidFill>
          <a:schemeClr val="accent2">
            <a:hueOff val="15615"/>
            <a:satOff val="-10750"/>
            <a:lumOff val="-2745"/>
            <a:alphaOff val="0"/>
          </a:schemeClr>
        </a:solidFill>
        <a:ln w="15875" cap="flat" cmpd="sng" algn="ctr">
          <a:solidFill>
            <a:schemeClr val="accent2">
              <a:hueOff val="15615"/>
              <a:satOff val="-1075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8DAF9-4187-40FE-ACCF-967357EA6DC8}">
      <dsp:nvSpPr>
        <dsp:cNvPr id="0" name=""/>
        <dsp:cNvSpPr/>
      </dsp:nvSpPr>
      <dsp:spPr>
        <a:xfrm>
          <a:off x="0" y="1884223"/>
          <a:ext cx="5098256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Archives</a:t>
          </a:r>
        </a:p>
      </dsp:txBody>
      <dsp:txXfrm>
        <a:off x="0" y="1884223"/>
        <a:ext cx="5098256" cy="940732"/>
      </dsp:txXfrm>
    </dsp:sp>
    <dsp:sp modelId="{C2F9508A-069D-4188-99C6-5560B03298F2}">
      <dsp:nvSpPr>
        <dsp:cNvPr id="0" name=""/>
        <dsp:cNvSpPr/>
      </dsp:nvSpPr>
      <dsp:spPr>
        <a:xfrm>
          <a:off x="0" y="2824955"/>
          <a:ext cx="5098256" cy="0"/>
        </a:xfrm>
        <a:prstGeom prst="line">
          <a:avLst/>
        </a:prstGeom>
        <a:solidFill>
          <a:schemeClr val="accent2">
            <a:hueOff val="23423"/>
            <a:satOff val="-16126"/>
            <a:lumOff val="-4118"/>
            <a:alphaOff val="0"/>
          </a:schemeClr>
        </a:solidFill>
        <a:ln w="15875" cap="flat" cmpd="sng" algn="ctr">
          <a:solidFill>
            <a:schemeClr val="accent2">
              <a:hueOff val="23423"/>
              <a:satOff val="-16126"/>
              <a:lumOff val="-41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C2362-5E81-416E-A688-DE5D68A92013}">
      <dsp:nvSpPr>
        <dsp:cNvPr id="0" name=""/>
        <dsp:cNvSpPr/>
      </dsp:nvSpPr>
      <dsp:spPr>
        <a:xfrm>
          <a:off x="0" y="2824956"/>
          <a:ext cx="5098256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Ebsites</a:t>
          </a:r>
        </a:p>
      </dsp:txBody>
      <dsp:txXfrm>
        <a:off x="0" y="2824956"/>
        <a:ext cx="5098256" cy="940732"/>
      </dsp:txXfrm>
    </dsp:sp>
    <dsp:sp modelId="{B21402C0-E5AB-4394-B5EF-34ACD45B9690}">
      <dsp:nvSpPr>
        <dsp:cNvPr id="0" name=""/>
        <dsp:cNvSpPr/>
      </dsp:nvSpPr>
      <dsp:spPr>
        <a:xfrm>
          <a:off x="0" y="3765688"/>
          <a:ext cx="5098256" cy="0"/>
        </a:xfrm>
        <a:prstGeom prst="line">
          <a:avLst/>
        </a:prstGeom>
        <a:solidFill>
          <a:schemeClr val="accent2">
            <a:hueOff val="31230"/>
            <a:satOff val="-21501"/>
            <a:lumOff val="-5490"/>
            <a:alphaOff val="0"/>
          </a:schemeClr>
        </a:solidFill>
        <a:ln w="15875" cap="flat" cmpd="sng" algn="ctr">
          <a:solidFill>
            <a:schemeClr val="accent2">
              <a:hueOff val="31230"/>
              <a:satOff val="-21501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EFD9F-7DFA-4027-8E4F-EB070CF37D4D}">
      <dsp:nvSpPr>
        <dsp:cNvPr id="0" name=""/>
        <dsp:cNvSpPr/>
      </dsp:nvSpPr>
      <dsp:spPr>
        <a:xfrm>
          <a:off x="0" y="3765688"/>
          <a:ext cx="5098256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ML vector storage</a:t>
          </a:r>
        </a:p>
      </dsp:txBody>
      <dsp:txXfrm>
        <a:off x="0" y="3765688"/>
        <a:ext cx="5098256" cy="940732"/>
      </dsp:txXfrm>
    </dsp:sp>
    <dsp:sp modelId="{E7CC8FC8-5E7D-467C-980C-31172EF8CFD6}">
      <dsp:nvSpPr>
        <dsp:cNvPr id="0" name=""/>
        <dsp:cNvSpPr/>
      </dsp:nvSpPr>
      <dsp:spPr>
        <a:xfrm>
          <a:off x="0" y="4706420"/>
          <a:ext cx="5098256" cy="0"/>
        </a:xfrm>
        <a:prstGeom prst="line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accent2">
              <a:hueOff val="39038"/>
              <a:satOff val="-26876"/>
              <a:lumOff val="-68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38DC1-42E1-4BC6-ABD0-7BFBBF50F32D}">
      <dsp:nvSpPr>
        <dsp:cNvPr id="0" name=""/>
        <dsp:cNvSpPr/>
      </dsp:nvSpPr>
      <dsp:spPr>
        <a:xfrm>
          <a:off x="0" y="4706420"/>
          <a:ext cx="5098256" cy="940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global uploads.</a:t>
          </a:r>
        </a:p>
      </dsp:txBody>
      <dsp:txXfrm>
        <a:off x="0" y="4706420"/>
        <a:ext cx="5098256" cy="94073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EB530-236E-4CA5-B232-68FFC87990B5}">
      <dsp:nvSpPr>
        <dsp:cNvPr id="0" name=""/>
        <dsp:cNvSpPr/>
      </dsp:nvSpPr>
      <dsp:spPr>
        <a:xfrm>
          <a:off x="326605" y="893196"/>
          <a:ext cx="1016507" cy="10165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3ECE6-FC1D-49A9-8DAF-AE24F833EED5}">
      <dsp:nvSpPr>
        <dsp:cNvPr id="0" name=""/>
        <dsp:cNvSpPr/>
      </dsp:nvSpPr>
      <dsp:spPr>
        <a:xfrm>
          <a:off x="543237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EC92F-DEDA-432C-8A05-275171C1C260}">
      <dsp:nvSpPr>
        <dsp:cNvPr id="0" name=""/>
        <dsp:cNvSpPr/>
      </dsp:nvSpPr>
      <dsp:spPr>
        <a:xfrm>
          <a:off x="1655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Unlimited scale, pay‑as‑you‑go.</a:t>
          </a:r>
        </a:p>
      </dsp:txBody>
      <dsp:txXfrm>
        <a:off x="1655" y="2226321"/>
        <a:ext cx="1666406" cy="666562"/>
      </dsp:txXfrm>
    </dsp:sp>
    <dsp:sp modelId="{F2DC8B8A-BA4A-4308-880B-BCD4D1E9DE3E}">
      <dsp:nvSpPr>
        <dsp:cNvPr id="0" name=""/>
        <dsp:cNvSpPr/>
      </dsp:nvSpPr>
      <dsp:spPr>
        <a:xfrm>
          <a:off x="2284632" y="893196"/>
          <a:ext cx="1016507" cy="10165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F59BA2-3722-4D8F-BFB1-3AB60385CE2C}">
      <dsp:nvSpPr>
        <dsp:cNvPr id="0" name=""/>
        <dsp:cNvSpPr/>
      </dsp:nvSpPr>
      <dsp:spPr>
        <a:xfrm>
          <a:off x="2501265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7E5EC-B5D6-45D8-A485-8D5E08C4E854}">
      <dsp:nvSpPr>
        <dsp:cNvPr id="0" name=""/>
        <dsp:cNvSpPr/>
      </dsp:nvSpPr>
      <dsp:spPr>
        <a:xfrm>
          <a:off x="1959683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Rich storage classes.</a:t>
          </a:r>
        </a:p>
      </dsp:txBody>
      <dsp:txXfrm>
        <a:off x="1959683" y="2226321"/>
        <a:ext cx="1666406" cy="666562"/>
      </dsp:txXfrm>
    </dsp:sp>
    <dsp:sp modelId="{8B4ED35F-C519-4D83-AB74-009F92D36004}">
      <dsp:nvSpPr>
        <dsp:cNvPr id="0" name=""/>
        <dsp:cNvSpPr/>
      </dsp:nvSpPr>
      <dsp:spPr>
        <a:xfrm>
          <a:off x="4242659" y="893196"/>
          <a:ext cx="1016507" cy="10165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61B49-0500-4D4E-8E09-5FAFB9CB0FB7}">
      <dsp:nvSpPr>
        <dsp:cNvPr id="0" name=""/>
        <dsp:cNvSpPr/>
      </dsp:nvSpPr>
      <dsp:spPr>
        <a:xfrm>
          <a:off x="4459292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232807-CFFC-419D-8A34-34D330E1BE1A}">
      <dsp:nvSpPr>
        <dsp:cNvPr id="0" name=""/>
        <dsp:cNvSpPr/>
      </dsp:nvSpPr>
      <dsp:spPr>
        <a:xfrm>
          <a:off x="3917710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Strong security and compliance.</a:t>
          </a:r>
        </a:p>
      </dsp:txBody>
      <dsp:txXfrm>
        <a:off x="3917710" y="2226321"/>
        <a:ext cx="1666406" cy="666562"/>
      </dsp:txXfrm>
    </dsp:sp>
    <dsp:sp modelId="{1503506E-BA41-4EB6-8C6B-07178B7291BB}">
      <dsp:nvSpPr>
        <dsp:cNvPr id="0" name=""/>
        <dsp:cNvSpPr/>
      </dsp:nvSpPr>
      <dsp:spPr>
        <a:xfrm>
          <a:off x="6200687" y="893196"/>
          <a:ext cx="1016507" cy="101650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84359-597D-4F42-9EC2-63A6E61DF413}">
      <dsp:nvSpPr>
        <dsp:cNvPr id="0" name=""/>
        <dsp:cNvSpPr/>
      </dsp:nvSpPr>
      <dsp:spPr>
        <a:xfrm>
          <a:off x="6417319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29E68-AA0D-4014-81B4-F0DB8575AC4D}">
      <dsp:nvSpPr>
        <dsp:cNvPr id="0" name=""/>
        <dsp:cNvSpPr/>
      </dsp:nvSpPr>
      <dsp:spPr>
        <a:xfrm>
          <a:off x="5875737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Ideal for any workload.</a:t>
          </a:r>
        </a:p>
      </dsp:txBody>
      <dsp:txXfrm>
        <a:off x="5875737" y="2226321"/>
        <a:ext cx="1666406" cy="666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87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45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21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55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9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5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0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89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853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Amazon 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 Storage Service from AWS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Arkadiusz Popa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What is Amazon S3?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5AF8CF-74C7-50E2-4524-F6E4B85868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75167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What can you do with S3?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0714E6-3B1B-F89F-84B2-0FE1C0A7E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523410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Starting with S3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F51639-5225-F7FB-F9F5-9748E19172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06183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S3 vs On‑premises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A8C52F0-255A-AD32-3E78-0313DB28B7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2026851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kind of data &amp; how much?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virtually any data in any format.</a:t>
            </a:r>
          </a:p>
          <a:p>
            <a:r>
              <a:t>Unlimited number of objects.</a:t>
            </a:r>
          </a:p>
          <a:p>
            <a:r>
              <a:t>Individual objects up to 5 TB.</a:t>
            </a:r>
          </a:p>
          <a:p>
            <a:r>
              <a:t>Use multipart upload for objects &gt;100 MB.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Buckets and Types of Buckets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F57CC0-D838-86AC-B5BE-5511B288E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32108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Reliability &amp; Consistency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B908CC-FDDA-DC34-68B7-A7F1F59CA6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1321996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Regions &amp; Data Locality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t>Choose a Region when creating a bucket.</a:t>
            </a:r>
          </a:p>
          <a:p>
            <a:r>
              <a:t>S3 stores data across multiple Availability Zones for durability.</a:t>
            </a:r>
          </a:p>
          <a:p>
            <a:r>
              <a:t>Optimize for latency, compliance, and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&amp; Costs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 only for what you use; no minimum charge.</a:t>
            </a:r>
          </a:p>
          <a:p>
            <a:r>
              <a:t>Pricing varies by Region and storage class.</a:t>
            </a:r>
          </a:p>
          <a:p>
            <a:r>
              <a:t>Free Tier available for new AWS customers.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2900">
                <a:solidFill>
                  <a:srgbClr val="FFFFFF"/>
                </a:solidFill>
              </a:rPr>
              <a:t>Pricing Considerations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EACBBB-FAB0-6CEA-D6C8-25ECEECEB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230273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Security &amp; Access Control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3C86BE-ABB8-DC34-BDB9-3042E024F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634834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Access from VPC &amp; Private Networks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6C19B7-9BBB-C749-4B27-07C2E12BA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791419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2909" y="634946"/>
            <a:ext cx="2529396" cy="5055904"/>
          </a:xfrm>
        </p:spPr>
        <p:txBody>
          <a:bodyPr anchor="ctr">
            <a:normAutofit/>
          </a:bodyPr>
          <a:lstStyle/>
          <a:p>
            <a:r>
              <a:rPr lang="en-US" sz="3000"/>
              <a:t>Access Points &amp; Cross‑Account Sharing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92733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774D32-A519-1F7F-8406-23A9B3A1D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736334"/>
              </p:ext>
            </p:extLst>
          </p:nvPr>
        </p:nvGraphicFramePr>
        <p:xfrm>
          <a:off x="475059" y="639763"/>
          <a:ext cx="5182791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2909" y="634946"/>
            <a:ext cx="2529396" cy="5055904"/>
          </a:xfrm>
        </p:spPr>
        <p:txBody>
          <a:bodyPr anchor="ctr">
            <a:normAutofit/>
          </a:bodyPr>
          <a:lstStyle/>
          <a:p>
            <a:r>
              <a:rPr lang="en-US" sz="3700"/>
              <a:t>Event Notifications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92733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B8E2C5-2AA6-3A59-D541-C2B4BF8215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40410"/>
              </p:ext>
            </p:extLst>
          </p:nvPr>
        </p:nvGraphicFramePr>
        <p:xfrm>
          <a:off x="475059" y="639763"/>
          <a:ext cx="5182791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Transfer Acceleration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909928-02E0-FB2A-DD3A-B335D77255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895181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315" y="639097"/>
            <a:ext cx="4689988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>
                <a:solidFill>
                  <a:schemeClr val="tx1">
                    <a:lumMod val="85000"/>
                    <a:lumOff val="15000"/>
                  </a:schemeClr>
                </a:solidFill>
              </a:rPr>
              <a:t>Storage Classes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314" y="4455621"/>
            <a:ext cx="4702011" cy="12386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cap="all" spc="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S3 offers multiple storage classes to match access patterns, performance, and cost.</a:t>
            </a:r>
          </a:p>
        </p:txBody>
      </p:sp>
      <p:pic>
        <p:nvPicPr>
          <p:cNvPr id="5" name="Picture 4" descr="Colored organizers on shelves">
            <a:extLst>
              <a:ext uri="{FF2B5EF4-FFF2-40B4-BE49-F238E27FC236}">
                <a16:creationId xmlns:a16="http://schemas.microsoft.com/office/drawing/2014/main" id="{B9E026AA-9DD5-A5AB-D05C-0953536FDB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61" r="42722"/>
          <a:stretch>
            <a:fillRect/>
          </a:stretch>
        </p:blipFill>
        <p:spPr>
          <a:xfrm>
            <a:off x="20" y="10"/>
            <a:ext cx="3476465" cy="685798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303" y="4343400"/>
            <a:ext cx="422708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Key Storage Classes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066C43-FC02-F8E6-7E44-D5814F1A4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6343631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Use Cases &amp; Choosing Classes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DA46C4-FECC-61CE-A3EB-129261A9B2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395138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Lifecycle Management &amp; Cost Optimization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4CD3FC-8BFE-FD63-F675-17461ABBF3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58724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Advanced Features: Table &amp; Vector Buckets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28FBA5-332C-C408-7E2D-D2AE235BA9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68017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Data Protection &amp; Compliance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FD9B5D-E708-AD4B-707A-6D020BB37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655419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Use Cases &amp; Customer Examples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F562F2-0751-EF14-8532-C6855D2D0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988409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/>
              <a:t>Summary &amp; Why Choose S3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047F383-FB08-9CE3-20CE-5ED04004CF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628754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420</TotalTime>
  <Words>731</Words>
  <Application>Microsoft Office PowerPoint</Application>
  <PresentationFormat>On-screen Show (4:3)</PresentationFormat>
  <Paragraphs>109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Calibri Light</vt:lpstr>
      <vt:lpstr>Retrospect</vt:lpstr>
      <vt:lpstr>Amazon S3</vt:lpstr>
      <vt:lpstr>What is Amazon S3?</vt:lpstr>
      <vt:lpstr>What can you do with S3?</vt:lpstr>
      <vt:lpstr>Starting with S3</vt:lpstr>
      <vt:lpstr>S3 vs On‑premises</vt:lpstr>
      <vt:lpstr>What kind of data &amp; how much?</vt:lpstr>
      <vt:lpstr>Buckets and Types of Buckets</vt:lpstr>
      <vt:lpstr>Reliability &amp; Consistency</vt:lpstr>
      <vt:lpstr>Regions &amp; Data Locality</vt:lpstr>
      <vt:lpstr>Billing &amp; Costs (Overview)</vt:lpstr>
      <vt:lpstr>Pricing Considerations</vt:lpstr>
      <vt:lpstr>Security &amp; Access Control</vt:lpstr>
      <vt:lpstr>Access from VPC &amp; Private Networks</vt:lpstr>
      <vt:lpstr>Access Points &amp; Cross‑Account Sharing</vt:lpstr>
      <vt:lpstr>Event Notifications</vt:lpstr>
      <vt:lpstr>Transfer Acceleration</vt:lpstr>
      <vt:lpstr>Storage Classes – Introduction</vt:lpstr>
      <vt:lpstr>Key Storage Classes</vt:lpstr>
      <vt:lpstr>Use Cases &amp; Choosing Classes</vt:lpstr>
      <vt:lpstr>Lifecycle Management &amp; Cost Optimization</vt:lpstr>
      <vt:lpstr>Advanced Features: Table &amp; Vector Buckets</vt:lpstr>
      <vt:lpstr>Data Protection &amp; Compliance</vt:lpstr>
      <vt:lpstr>Use Cases &amp; Customer Examples</vt:lpstr>
      <vt:lpstr>Summary &amp; Why Choose S3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Arek Popa</cp:lastModifiedBy>
  <cp:revision>2</cp:revision>
  <dcterms:created xsi:type="dcterms:W3CDTF">2013-01-27T09:14:16Z</dcterms:created>
  <dcterms:modified xsi:type="dcterms:W3CDTF">2025-11-03T12:09:25Z</dcterms:modified>
  <cp:category/>
</cp:coreProperties>
</file>