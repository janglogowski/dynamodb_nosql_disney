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528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43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4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24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22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2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49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1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83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1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3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DynamoDB Global Secondary Index (GSI)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Global Secondary Index (GSI) is an index with a partition key and an optional sort key that can differ from the base table’s.</a:t>
            </a:r>
          </a:p>
          <a:p>
            <a:r>
              <a:t>It allows querying data using alternate attributes, supporting new access patterns without duplicating tables.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 GSI?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Query on non-primary key attributes</a:t>
            </a:r>
          </a:p>
          <a:p>
            <a:r>
              <a:t>• Optimize read performance for specific access patterns</a:t>
            </a:r>
          </a:p>
          <a:p>
            <a:r>
              <a:t>• Avoid full table scans</a:t>
            </a:r>
          </a:p>
          <a:p>
            <a:r>
              <a:t>• Provide flexibility as query requirements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GSI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GSI has its own partition and optional sort key schema</a:t>
            </a:r>
          </a:p>
          <a:p>
            <a:r>
              <a:t>• DynamoDB automatically keeps GSI data synchronized with the base table</a:t>
            </a:r>
          </a:p>
          <a:p>
            <a:r>
              <a:t>• Updates are asynchronous (eventually consistent)</a:t>
            </a:r>
          </a:p>
          <a:p>
            <a:r>
              <a:t>• You can project selected attributes into the index for faster 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Choose keys that match high-frequency queries</a:t>
            </a:r>
          </a:p>
          <a:p>
            <a:r>
              <a:rPr dirty="0"/>
              <a:t>• Use attribute projection to limit index size</a:t>
            </a:r>
          </a:p>
          <a:p>
            <a:r>
              <a:rPr dirty="0"/>
              <a:t>• Each GSI has its own read/write capacity units</a:t>
            </a:r>
            <a:r>
              <a:rPr lang="en-US" dirty="0"/>
              <a:t> – It double the cost!</a:t>
            </a:r>
            <a:endParaRPr dirty="0"/>
          </a:p>
          <a:p>
            <a:r>
              <a:rPr dirty="0"/>
              <a:t>• Monitor GSI activity separately using CloudWatch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GSI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Table: 'Orders' (PK: OrderID)</a:t>
            </a:r>
          </a:p>
          <a:p>
            <a:r>
              <a:t>GSI: 'CustomerIndex'</a:t>
            </a:r>
          </a:p>
          <a:p>
            <a:r>
              <a:t>• Partition Key: CustomerID</a:t>
            </a:r>
          </a:p>
          <a:p>
            <a:r>
              <a:t>• Sort Key: OrderDate</a:t>
            </a:r>
          </a:p>
          <a:p>
            <a:endParaRPr/>
          </a:p>
          <a:p>
            <a:r>
              <a:t>Query Example:</a:t>
            </a:r>
          </a:p>
          <a:p>
            <a:r>
              <a:t>Get all orders for CustomerID = 'CUST100' between two dates</a:t>
            </a:r>
          </a:p>
          <a:p>
            <a:r>
              <a:t>→ Query 'CustomerIndex' with CustomerID and OrderDate 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B340-6D0A-8F2A-B226-81F1B90DF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GSI index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C0A20B-13DE-0DFF-E27D-7E05FBBF3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5604"/>
            <a:ext cx="9144000" cy="281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614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223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Retrospect</vt:lpstr>
      <vt:lpstr>DynamoDB Global Secondary Index (GSI)</vt:lpstr>
      <vt:lpstr>Why Use a GSI?</vt:lpstr>
      <vt:lpstr>How GSI Works</vt:lpstr>
      <vt:lpstr>Design Considerations</vt:lpstr>
      <vt:lpstr>Example: GSI in Action</vt:lpstr>
      <vt:lpstr>GSI index in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Arek Popa</cp:lastModifiedBy>
  <cp:revision>2</cp:revision>
  <dcterms:created xsi:type="dcterms:W3CDTF">2013-01-27T09:14:16Z</dcterms:created>
  <dcterms:modified xsi:type="dcterms:W3CDTF">2025-10-20T04:21:05Z</dcterms:modified>
  <cp:category/>
</cp:coreProperties>
</file>